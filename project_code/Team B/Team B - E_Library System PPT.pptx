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5"/>
  </p:notesMasterIdLst>
  <p:sldIdLst>
    <p:sldId id="256" r:id="rId2"/>
    <p:sldId id="257" r:id="rId3"/>
    <p:sldId id="258" r:id="rId4"/>
    <p:sldId id="259" r:id="rId5"/>
    <p:sldId id="292" r:id="rId6"/>
    <p:sldId id="286" r:id="rId7"/>
    <p:sldId id="262" r:id="rId8"/>
    <p:sldId id="263" r:id="rId9"/>
    <p:sldId id="264" r:id="rId10"/>
    <p:sldId id="265" r:id="rId11"/>
    <p:sldId id="297" r:id="rId12"/>
    <p:sldId id="294" r:id="rId13"/>
    <p:sldId id="266" r:id="rId14"/>
    <p:sldId id="295" r:id="rId15"/>
    <p:sldId id="272" r:id="rId16"/>
    <p:sldId id="276" r:id="rId17"/>
    <p:sldId id="279" r:id="rId18"/>
    <p:sldId id="280" r:id="rId19"/>
    <p:sldId id="267" r:id="rId20"/>
    <p:sldId id="269" r:id="rId21"/>
    <p:sldId id="271" r:id="rId22"/>
    <p:sldId id="270" r:id="rId23"/>
    <p:sldId id="268" r:id="rId24"/>
    <p:sldId id="296" r:id="rId25"/>
    <p:sldId id="275" r:id="rId26"/>
    <p:sldId id="274" r:id="rId27"/>
    <p:sldId id="261" r:id="rId28"/>
    <p:sldId id="273" r:id="rId29"/>
    <p:sldId id="281" r:id="rId30"/>
    <p:sldId id="282" r:id="rId31"/>
    <p:sldId id="283" r:id="rId32"/>
    <p:sldId id="284" r:id="rId33"/>
    <p:sldId id="285" r:id="rId34"/>
  </p:sldIdLst>
  <p:sldSz cx="18288000" cy="10287000"/>
  <p:notesSz cx="6858000" cy="9144000"/>
  <p:embeddedFontLst>
    <p:embeddedFont>
      <p:font typeface="Arimo" panose="020B0604020202020204" charset="0"/>
      <p:regular r:id="rId36"/>
    </p:embeddedFont>
    <p:embeddedFont>
      <p:font typeface="Arimo Bold" panose="020B0604020202020204" charset="0"/>
      <p:regular r:id="rId37"/>
    </p:embeddedFont>
    <p:embeddedFont>
      <p:font typeface="Baloo Thambi 2" panose="020B0604020202020204" charset="0"/>
      <p:regular r:id="rId38"/>
      <p:bold r:id="rId39"/>
    </p:embeddedFont>
    <p:embeddedFont>
      <p:font typeface="Poppins ExtraBold" panose="00000900000000000000" pitchFamily="2" charset="0"/>
      <p:bold r:id="rId40"/>
      <p:boldItalic r:id="rId4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F0917"/>
    <a:srgbClr val="180523"/>
    <a:srgbClr val="150B23"/>
    <a:srgbClr val="190626"/>
    <a:srgbClr val="AB0DD2"/>
    <a:srgbClr val="9812D2"/>
    <a:srgbClr val="002C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28" autoAdjust="0"/>
    <p:restoredTop sz="94622" autoAdjust="0"/>
  </p:normalViewPr>
  <p:slideViewPr>
    <p:cSldViewPr>
      <p:cViewPr varScale="1">
        <p:scale>
          <a:sx n="44" d="100"/>
          <a:sy n="44" d="100"/>
        </p:scale>
        <p:origin x="964" y="3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4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2.fntdata"/><Relationship Id="rId40" Type="http://schemas.openxmlformats.org/officeDocument/2006/relationships/font" Target="fonts/font5.fntdata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3.fntdata"/><Relationship Id="rId20" Type="http://schemas.openxmlformats.org/officeDocument/2006/relationships/slide" Target="slides/slide19.xml"/><Relationship Id="rId41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12.09.2025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Google Shape;911;gdbd4967bc8_1_294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2" name="Google Shape;912;gdbd4967bc8_1_294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6" name="Google Shape;986;gdbd4967bc8_1_1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7" name="Google Shape;987;gdbd4967bc8_1_1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2">
          <a:extLst>
            <a:ext uri="{FF2B5EF4-FFF2-40B4-BE49-F238E27FC236}">
              <a16:creationId xmlns:a16="http://schemas.microsoft.com/office/drawing/2014/main" id="{0210E2AD-AF0F-3AA0-6218-7F9D49259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3" name="Google Shape;1083;gdbd4967bc8_1_478:notes">
            <a:extLst>
              <a:ext uri="{FF2B5EF4-FFF2-40B4-BE49-F238E27FC236}">
                <a16:creationId xmlns:a16="http://schemas.microsoft.com/office/drawing/2014/main" id="{8C96B672-E816-E3BF-0A87-4233555FF3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4" name="Google Shape;1084;gdbd4967bc8_1_478:notes">
            <a:extLst>
              <a:ext uri="{FF2B5EF4-FFF2-40B4-BE49-F238E27FC236}">
                <a16:creationId xmlns:a16="http://schemas.microsoft.com/office/drawing/2014/main" id="{79E593B5-8FAA-1514-571B-EB66865C13D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029050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3" name="Google Shape;1083;gdbd4967bc8_1_4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4" name="Google Shape;1084;gdbd4967bc8_1_4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dbd4967bc8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4" name="Google Shape;334;gdbd4967bc8_0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6" name="Google Shape;986;gdbd4967bc8_1_1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7" name="Google Shape;987;gdbd4967bc8_1_1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Title and six columns"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5"/>
          <p:cNvSpPr txBox="1">
            <a:spLocks noGrp="1"/>
          </p:cNvSpPr>
          <p:nvPr>
            <p:ph type="title"/>
          </p:nvPr>
        </p:nvSpPr>
        <p:spPr>
          <a:xfrm>
            <a:off x="1440000" y="890050"/>
            <a:ext cx="15408000" cy="114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40" name="Google Shape;140;p15"/>
          <p:cNvSpPr txBox="1">
            <a:spLocks noGrp="1"/>
          </p:cNvSpPr>
          <p:nvPr>
            <p:ph type="subTitle" idx="1"/>
          </p:nvPr>
        </p:nvSpPr>
        <p:spPr>
          <a:xfrm>
            <a:off x="1745000" y="8279400"/>
            <a:ext cx="4679400" cy="1232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41" name="Google Shape;141;p15"/>
          <p:cNvSpPr txBox="1">
            <a:spLocks noGrp="1"/>
          </p:cNvSpPr>
          <p:nvPr>
            <p:ph type="subTitle" idx="2"/>
          </p:nvPr>
        </p:nvSpPr>
        <p:spPr>
          <a:xfrm>
            <a:off x="1744802" y="7250150"/>
            <a:ext cx="46794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>
                <a:latin typeface="Poppins ExtraBold"/>
                <a:ea typeface="Poppins ExtraBold"/>
                <a:cs typeface="Poppins ExtraBold"/>
                <a:sym typeface="Poppins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>
                <a:latin typeface="Poppins ExtraBold"/>
                <a:ea typeface="Poppins ExtraBold"/>
                <a:cs typeface="Poppins ExtraBold"/>
                <a:sym typeface="Poppins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>
                <a:latin typeface="Poppins ExtraBold"/>
                <a:ea typeface="Poppins ExtraBold"/>
                <a:cs typeface="Poppins ExtraBold"/>
                <a:sym typeface="Poppins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>
                <a:latin typeface="Poppins ExtraBold"/>
                <a:ea typeface="Poppins ExtraBold"/>
                <a:cs typeface="Poppins ExtraBold"/>
                <a:sym typeface="Poppins ExtraBold"/>
              </a:defRPr>
            </a:lvl9pPr>
          </a:lstStyle>
          <a:p>
            <a:endParaRPr/>
          </a:p>
        </p:txBody>
      </p:sp>
      <p:pic>
        <p:nvPicPr>
          <p:cNvPr id="142" name="Google Shape;142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431550" y="7230559"/>
            <a:ext cx="3727000" cy="291174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54100" y="121809"/>
            <a:ext cx="3727000" cy="291174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3851" y="7650000"/>
            <a:ext cx="3727002" cy="238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15"/>
          <p:cNvSpPr txBox="1">
            <a:spLocks noGrp="1"/>
          </p:cNvSpPr>
          <p:nvPr>
            <p:ph type="subTitle" idx="3"/>
          </p:nvPr>
        </p:nvSpPr>
        <p:spPr>
          <a:xfrm>
            <a:off x="6804400" y="8279400"/>
            <a:ext cx="4679400" cy="1232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46" name="Google Shape;146;p15"/>
          <p:cNvSpPr txBox="1">
            <a:spLocks noGrp="1"/>
          </p:cNvSpPr>
          <p:nvPr>
            <p:ph type="subTitle" idx="4"/>
          </p:nvPr>
        </p:nvSpPr>
        <p:spPr>
          <a:xfrm>
            <a:off x="6804202" y="7250150"/>
            <a:ext cx="46794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>
                <a:latin typeface="Poppins ExtraBold"/>
                <a:ea typeface="Poppins ExtraBold"/>
                <a:cs typeface="Poppins ExtraBold"/>
                <a:sym typeface="Poppins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>
                <a:latin typeface="Poppins ExtraBold"/>
                <a:ea typeface="Poppins ExtraBold"/>
                <a:cs typeface="Poppins ExtraBold"/>
                <a:sym typeface="Poppins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>
                <a:latin typeface="Poppins ExtraBold"/>
                <a:ea typeface="Poppins ExtraBold"/>
                <a:cs typeface="Poppins ExtraBold"/>
                <a:sym typeface="Poppins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>
                <a:latin typeface="Poppins ExtraBold"/>
                <a:ea typeface="Poppins ExtraBold"/>
                <a:cs typeface="Poppins ExtraBold"/>
                <a:sym typeface="Poppins ExtraBold"/>
              </a:defRPr>
            </a:lvl9pPr>
          </a:lstStyle>
          <a:p>
            <a:endParaRPr/>
          </a:p>
        </p:txBody>
      </p:sp>
      <p:sp>
        <p:nvSpPr>
          <p:cNvPr id="147" name="Google Shape;147;p15"/>
          <p:cNvSpPr txBox="1">
            <a:spLocks noGrp="1"/>
          </p:cNvSpPr>
          <p:nvPr>
            <p:ph type="subTitle" idx="5"/>
          </p:nvPr>
        </p:nvSpPr>
        <p:spPr>
          <a:xfrm>
            <a:off x="11863800" y="8279400"/>
            <a:ext cx="4679400" cy="1232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48" name="Google Shape;148;p15"/>
          <p:cNvSpPr txBox="1">
            <a:spLocks noGrp="1"/>
          </p:cNvSpPr>
          <p:nvPr>
            <p:ph type="subTitle" idx="6"/>
          </p:nvPr>
        </p:nvSpPr>
        <p:spPr>
          <a:xfrm>
            <a:off x="11863602" y="7250150"/>
            <a:ext cx="46794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>
                <a:latin typeface="Poppins ExtraBold"/>
                <a:ea typeface="Poppins ExtraBold"/>
                <a:cs typeface="Poppins ExtraBold"/>
                <a:sym typeface="Poppins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>
                <a:latin typeface="Poppins ExtraBold"/>
                <a:ea typeface="Poppins ExtraBold"/>
                <a:cs typeface="Poppins ExtraBold"/>
                <a:sym typeface="Poppins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>
                <a:latin typeface="Poppins ExtraBold"/>
                <a:ea typeface="Poppins ExtraBold"/>
                <a:cs typeface="Poppins ExtraBold"/>
                <a:sym typeface="Poppins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>
                <a:latin typeface="Poppins ExtraBold"/>
                <a:ea typeface="Poppins ExtraBold"/>
                <a:cs typeface="Poppins ExtraBold"/>
                <a:sym typeface="Poppins ExtraBold"/>
              </a:defRPr>
            </a:lvl9pPr>
          </a:lstStyle>
          <a:p>
            <a:endParaRPr/>
          </a:p>
        </p:txBody>
      </p:sp>
      <p:sp>
        <p:nvSpPr>
          <p:cNvPr id="149" name="Google Shape;149;p15"/>
          <p:cNvSpPr txBox="1">
            <a:spLocks noGrp="1"/>
          </p:cNvSpPr>
          <p:nvPr>
            <p:ph type="subTitle" idx="7"/>
          </p:nvPr>
        </p:nvSpPr>
        <p:spPr>
          <a:xfrm>
            <a:off x="1745000" y="4742176"/>
            <a:ext cx="4679400" cy="1232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50" name="Google Shape;150;p15"/>
          <p:cNvSpPr txBox="1">
            <a:spLocks noGrp="1"/>
          </p:cNvSpPr>
          <p:nvPr>
            <p:ph type="subTitle" idx="8"/>
          </p:nvPr>
        </p:nvSpPr>
        <p:spPr>
          <a:xfrm>
            <a:off x="1744802" y="3712926"/>
            <a:ext cx="46794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>
                <a:latin typeface="Poppins ExtraBold"/>
                <a:ea typeface="Poppins ExtraBold"/>
                <a:cs typeface="Poppins ExtraBold"/>
                <a:sym typeface="Poppins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>
                <a:latin typeface="Poppins ExtraBold"/>
                <a:ea typeface="Poppins ExtraBold"/>
                <a:cs typeface="Poppins ExtraBold"/>
                <a:sym typeface="Poppins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>
                <a:latin typeface="Poppins ExtraBold"/>
                <a:ea typeface="Poppins ExtraBold"/>
                <a:cs typeface="Poppins ExtraBold"/>
                <a:sym typeface="Poppins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>
                <a:latin typeface="Poppins ExtraBold"/>
                <a:ea typeface="Poppins ExtraBold"/>
                <a:cs typeface="Poppins ExtraBold"/>
                <a:sym typeface="Poppins ExtraBold"/>
              </a:defRPr>
            </a:lvl9pPr>
          </a:lstStyle>
          <a:p>
            <a:endParaRPr/>
          </a:p>
        </p:txBody>
      </p:sp>
      <p:sp>
        <p:nvSpPr>
          <p:cNvPr id="151" name="Google Shape;151;p15"/>
          <p:cNvSpPr txBox="1">
            <a:spLocks noGrp="1"/>
          </p:cNvSpPr>
          <p:nvPr>
            <p:ph type="subTitle" idx="9"/>
          </p:nvPr>
        </p:nvSpPr>
        <p:spPr>
          <a:xfrm>
            <a:off x="6804400" y="4742176"/>
            <a:ext cx="4679400" cy="1232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52" name="Google Shape;152;p15"/>
          <p:cNvSpPr txBox="1">
            <a:spLocks noGrp="1"/>
          </p:cNvSpPr>
          <p:nvPr>
            <p:ph type="subTitle" idx="13"/>
          </p:nvPr>
        </p:nvSpPr>
        <p:spPr>
          <a:xfrm>
            <a:off x="6804202" y="3712926"/>
            <a:ext cx="46794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>
                <a:latin typeface="Poppins ExtraBold"/>
                <a:ea typeface="Poppins ExtraBold"/>
                <a:cs typeface="Poppins ExtraBold"/>
                <a:sym typeface="Poppins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>
                <a:latin typeface="Poppins ExtraBold"/>
                <a:ea typeface="Poppins ExtraBold"/>
                <a:cs typeface="Poppins ExtraBold"/>
                <a:sym typeface="Poppins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>
                <a:latin typeface="Poppins ExtraBold"/>
                <a:ea typeface="Poppins ExtraBold"/>
                <a:cs typeface="Poppins ExtraBold"/>
                <a:sym typeface="Poppins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>
                <a:latin typeface="Poppins ExtraBold"/>
                <a:ea typeface="Poppins ExtraBold"/>
                <a:cs typeface="Poppins ExtraBold"/>
                <a:sym typeface="Poppins ExtraBold"/>
              </a:defRPr>
            </a:lvl9pPr>
          </a:lstStyle>
          <a:p>
            <a:endParaRPr/>
          </a:p>
        </p:txBody>
      </p:sp>
      <p:sp>
        <p:nvSpPr>
          <p:cNvPr id="153" name="Google Shape;153;p15"/>
          <p:cNvSpPr txBox="1">
            <a:spLocks noGrp="1"/>
          </p:cNvSpPr>
          <p:nvPr>
            <p:ph type="subTitle" idx="14"/>
          </p:nvPr>
        </p:nvSpPr>
        <p:spPr>
          <a:xfrm>
            <a:off x="11863800" y="4742176"/>
            <a:ext cx="4679400" cy="1232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54" name="Google Shape;154;p15"/>
          <p:cNvSpPr txBox="1">
            <a:spLocks noGrp="1"/>
          </p:cNvSpPr>
          <p:nvPr>
            <p:ph type="subTitle" idx="15"/>
          </p:nvPr>
        </p:nvSpPr>
        <p:spPr>
          <a:xfrm>
            <a:off x="11863602" y="3712926"/>
            <a:ext cx="46794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>
                <a:latin typeface="Poppins ExtraBold"/>
                <a:ea typeface="Poppins ExtraBold"/>
                <a:cs typeface="Poppins ExtraBold"/>
                <a:sym typeface="Poppins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>
                <a:latin typeface="Poppins ExtraBold"/>
                <a:ea typeface="Poppins ExtraBold"/>
                <a:cs typeface="Poppins ExtraBold"/>
                <a:sym typeface="Poppins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>
                <a:latin typeface="Poppins ExtraBold"/>
                <a:ea typeface="Poppins ExtraBold"/>
                <a:cs typeface="Poppins ExtraBold"/>
                <a:sym typeface="Poppins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>
                <a:latin typeface="Poppins ExtraBold"/>
                <a:ea typeface="Poppins ExtraBold"/>
                <a:cs typeface="Poppins ExtraBold"/>
                <a:sym typeface="Poppins ExtraBold"/>
              </a:defRPr>
            </a:lvl9pPr>
          </a:lstStyle>
          <a:p>
            <a:endParaRPr/>
          </a:p>
        </p:txBody>
      </p:sp>
      <p:pic>
        <p:nvPicPr>
          <p:cNvPr id="155" name="Google Shape;155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flipH="1">
            <a:off x="15484024" y="-108074"/>
            <a:ext cx="3019952" cy="314164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56" name="Google Shape;156;p15"/>
          <p:cNvCxnSpPr/>
          <p:nvPr/>
        </p:nvCxnSpPr>
        <p:spPr>
          <a:xfrm>
            <a:off x="1440000" y="2153950"/>
            <a:ext cx="13488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algn="bl" rotWithShape="0">
              <a:schemeClr val="lt1">
                <a:alpha val="50000"/>
              </a:schemeClr>
            </a:outerShdw>
          </a:effectLst>
        </p:spPr>
      </p:cxnSp>
      <p:pic>
        <p:nvPicPr>
          <p:cNvPr id="157" name="Google Shape;157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4928001" y="1533500"/>
            <a:ext cx="1240850" cy="12409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3206867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Title and text"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20"/>
          <p:cNvSpPr txBox="1">
            <a:spLocks noGrp="1"/>
          </p:cNvSpPr>
          <p:nvPr>
            <p:ph type="title"/>
          </p:nvPr>
        </p:nvSpPr>
        <p:spPr>
          <a:xfrm>
            <a:off x="1440000" y="890050"/>
            <a:ext cx="15408000" cy="114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pic>
        <p:nvPicPr>
          <p:cNvPr id="210" name="Google Shape;210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431550" y="7230559"/>
            <a:ext cx="3727000" cy="2911742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54100" y="121809"/>
            <a:ext cx="3727000" cy="2911742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3851" y="7650000"/>
            <a:ext cx="3727002" cy="238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0"/>
          <p:cNvSpPr txBox="1">
            <a:spLocks noGrp="1"/>
          </p:cNvSpPr>
          <p:nvPr>
            <p:ph type="subTitle" idx="1"/>
          </p:nvPr>
        </p:nvSpPr>
        <p:spPr>
          <a:xfrm>
            <a:off x="1912300" y="4271250"/>
            <a:ext cx="6492000" cy="244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pic>
        <p:nvPicPr>
          <p:cNvPr id="214" name="Google Shape;214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flipH="1">
            <a:off x="15484024" y="-108074"/>
            <a:ext cx="3019952" cy="314164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15" name="Google Shape;215;p20"/>
          <p:cNvCxnSpPr/>
          <p:nvPr/>
        </p:nvCxnSpPr>
        <p:spPr>
          <a:xfrm>
            <a:off x="1440000" y="2153950"/>
            <a:ext cx="13488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algn="bl" rotWithShape="0">
              <a:schemeClr val="lt1">
                <a:alpha val="50000"/>
              </a:schemeClr>
            </a:outerShdw>
          </a:effectLst>
        </p:spPr>
      </p:cxnSp>
      <p:pic>
        <p:nvPicPr>
          <p:cNvPr id="216" name="Google Shape;216;p2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4928001" y="1533500"/>
            <a:ext cx="1240850" cy="12409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5700582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54100" y="7121757"/>
            <a:ext cx="3727000" cy="2911742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 flipH="1">
            <a:off x="113851" y="121808"/>
            <a:ext cx="3727002" cy="238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7"/>
          <p:cNvSpPr txBox="1">
            <a:spLocks noGrp="1"/>
          </p:cNvSpPr>
          <p:nvPr>
            <p:ph type="body" idx="1"/>
          </p:nvPr>
        </p:nvSpPr>
        <p:spPr>
          <a:xfrm>
            <a:off x="1440000" y="3537200"/>
            <a:ext cx="9298800" cy="4963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914400" lvl="0" indent="-635000">
              <a:spcBef>
                <a:spcPts val="0"/>
              </a:spcBef>
              <a:spcAft>
                <a:spcPts val="0"/>
              </a:spcAft>
              <a:buSzPts val="1400"/>
              <a:buFont typeface="Anaheim"/>
              <a:buChar char="●"/>
              <a:defRPr/>
            </a:lvl1pPr>
            <a:lvl2pPr marL="1828800" lvl="1" indent="-635000">
              <a:spcBef>
                <a:spcPts val="0"/>
              </a:spcBef>
              <a:spcAft>
                <a:spcPts val="0"/>
              </a:spcAft>
              <a:buSzPts val="1400"/>
              <a:buFont typeface="Anaheim"/>
              <a:buChar char="○"/>
              <a:defRPr/>
            </a:lvl2pPr>
            <a:lvl3pPr marL="2743200" lvl="2" indent="-635000">
              <a:spcBef>
                <a:spcPts val="0"/>
              </a:spcBef>
              <a:spcAft>
                <a:spcPts val="0"/>
              </a:spcAft>
              <a:buSzPts val="1400"/>
              <a:buFont typeface="Anaheim"/>
              <a:buChar char="■"/>
              <a:defRPr/>
            </a:lvl3pPr>
            <a:lvl4pPr marL="3657600" lvl="3" indent="-635000">
              <a:spcBef>
                <a:spcPts val="0"/>
              </a:spcBef>
              <a:spcAft>
                <a:spcPts val="0"/>
              </a:spcAft>
              <a:buSzPts val="1400"/>
              <a:buFont typeface="Anaheim"/>
              <a:buChar char="●"/>
              <a:defRPr/>
            </a:lvl4pPr>
            <a:lvl5pPr marL="4572000" lvl="4" indent="-635000">
              <a:spcBef>
                <a:spcPts val="0"/>
              </a:spcBef>
              <a:spcAft>
                <a:spcPts val="0"/>
              </a:spcAft>
              <a:buSzPts val="1400"/>
              <a:buFont typeface="Anaheim"/>
              <a:buChar char="○"/>
              <a:defRPr/>
            </a:lvl5pPr>
            <a:lvl6pPr marL="5486400" lvl="5" indent="-635000">
              <a:spcBef>
                <a:spcPts val="0"/>
              </a:spcBef>
              <a:spcAft>
                <a:spcPts val="0"/>
              </a:spcAft>
              <a:buSzPts val="1400"/>
              <a:buFont typeface="Anaheim"/>
              <a:buChar char="■"/>
              <a:defRPr/>
            </a:lvl6pPr>
            <a:lvl7pPr marL="6400800" lvl="6" indent="-635000">
              <a:spcBef>
                <a:spcPts val="0"/>
              </a:spcBef>
              <a:spcAft>
                <a:spcPts val="0"/>
              </a:spcAft>
              <a:buSzPts val="1400"/>
              <a:buFont typeface="Anaheim"/>
              <a:buChar char="●"/>
              <a:defRPr/>
            </a:lvl7pPr>
            <a:lvl8pPr marL="7315200" lvl="7" indent="-635000">
              <a:spcBef>
                <a:spcPts val="0"/>
              </a:spcBef>
              <a:spcAft>
                <a:spcPts val="0"/>
              </a:spcAft>
              <a:buSzPts val="1400"/>
              <a:buFont typeface="Anaheim"/>
              <a:buChar char="○"/>
              <a:defRPr/>
            </a:lvl8pPr>
            <a:lvl9pPr marL="8229600" lvl="8" indent="-635000">
              <a:spcBef>
                <a:spcPts val="0"/>
              </a:spcBef>
              <a:spcAft>
                <a:spcPts val="0"/>
              </a:spcAft>
              <a:buSzPts val="1400"/>
              <a:buFont typeface="Anaheim"/>
              <a:buChar char="■"/>
              <a:defRPr/>
            </a:lvl9pPr>
          </a:lstStyle>
          <a:p>
            <a:endParaRPr/>
          </a:p>
        </p:txBody>
      </p:sp>
      <p:sp>
        <p:nvSpPr>
          <p:cNvPr id="68" name="Google Shape;68;p7"/>
          <p:cNvSpPr txBox="1">
            <a:spLocks noGrp="1"/>
          </p:cNvSpPr>
          <p:nvPr>
            <p:ph type="title"/>
          </p:nvPr>
        </p:nvSpPr>
        <p:spPr>
          <a:xfrm>
            <a:off x="1440000" y="890050"/>
            <a:ext cx="15408000" cy="114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pic>
        <p:nvPicPr>
          <p:cNvPr id="69" name="Google Shape;69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 flipH="1">
            <a:off x="14353101" y="7650000"/>
            <a:ext cx="3727002" cy="238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0" name="Google Shape;70;p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10800000">
            <a:off x="12759948" y="4348800"/>
            <a:ext cx="5847252" cy="60829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1" name="Google Shape;71;p7"/>
          <p:cNvCxnSpPr>
            <a:endCxn id="72" idx="1"/>
          </p:cNvCxnSpPr>
          <p:nvPr/>
        </p:nvCxnSpPr>
        <p:spPr>
          <a:xfrm>
            <a:off x="1440150" y="2153950"/>
            <a:ext cx="12897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algn="bl" rotWithShape="0">
              <a:schemeClr val="lt1">
                <a:alpha val="50000"/>
              </a:schemeClr>
            </a:outerShdw>
          </a:effectLst>
        </p:spPr>
      </p:cxnSp>
      <p:pic>
        <p:nvPicPr>
          <p:cNvPr id="72" name="Google Shape;72;p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4337151" y="270850"/>
            <a:ext cx="3766050" cy="376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3" name="Google Shape;73;p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10800000" flipH="1">
            <a:off x="13842301" y="118450"/>
            <a:ext cx="4335750" cy="28863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01040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jpeg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13" Type="http://schemas.openxmlformats.org/officeDocument/2006/relationships/image" Target="../media/image26.png"/><Relationship Id="rId3" Type="http://schemas.openxmlformats.org/officeDocument/2006/relationships/image" Target="../media/image7.png"/><Relationship Id="rId7" Type="http://schemas.openxmlformats.org/officeDocument/2006/relationships/image" Target="../media/image20.png"/><Relationship Id="rId12" Type="http://schemas.openxmlformats.org/officeDocument/2006/relationships/image" Target="../media/image25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11" Type="http://schemas.openxmlformats.org/officeDocument/2006/relationships/image" Target="../media/image24.png"/><Relationship Id="rId5" Type="http://schemas.openxmlformats.org/officeDocument/2006/relationships/image" Target="../media/image9.png"/><Relationship Id="rId10" Type="http://schemas.openxmlformats.org/officeDocument/2006/relationships/image" Target="../media/image23.svg"/><Relationship Id="rId4" Type="http://schemas.openxmlformats.org/officeDocument/2006/relationships/image" Target="../media/image6.png"/><Relationship Id="rId9" Type="http://schemas.openxmlformats.org/officeDocument/2006/relationships/image" Target="../media/image22.png"/><Relationship Id="rId14" Type="http://schemas.openxmlformats.org/officeDocument/2006/relationships/image" Target="../media/image27.sv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svg"/><Relationship Id="rId3" Type="http://schemas.openxmlformats.org/officeDocument/2006/relationships/image" Target="../media/image7.png"/><Relationship Id="rId7" Type="http://schemas.openxmlformats.org/officeDocument/2006/relationships/image" Target="../media/image29.png"/><Relationship Id="rId12" Type="http://schemas.openxmlformats.org/officeDocument/2006/relationships/image" Target="../media/image34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11" Type="http://schemas.openxmlformats.org/officeDocument/2006/relationships/image" Target="../media/image33.png"/><Relationship Id="rId5" Type="http://schemas.openxmlformats.org/officeDocument/2006/relationships/image" Target="../media/image28.png"/><Relationship Id="rId10" Type="http://schemas.openxmlformats.org/officeDocument/2006/relationships/image" Target="../media/image32.svg"/><Relationship Id="rId4" Type="http://schemas.openxmlformats.org/officeDocument/2006/relationships/image" Target="../media/image6.png"/><Relationship Id="rId9" Type="http://schemas.openxmlformats.org/officeDocument/2006/relationships/image" Target="../media/image31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5.jpeg"/><Relationship Id="rId4" Type="http://schemas.openxmlformats.org/officeDocument/2006/relationships/image" Target="../media/image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6.jpeg"/><Relationship Id="rId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7.jpeg"/><Relationship Id="rId4" Type="http://schemas.openxmlformats.org/officeDocument/2006/relationships/image" Target="../media/image7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2.jpeg"/><Relationship Id="rId5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4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4.png"/><Relationship Id="rId5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svg"/><Relationship Id="rId13" Type="http://schemas.openxmlformats.org/officeDocument/2006/relationships/image" Target="../media/image51.png"/><Relationship Id="rId3" Type="http://schemas.openxmlformats.org/officeDocument/2006/relationships/image" Target="../media/image7.png"/><Relationship Id="rId7" Type="http://schemas.openxmlformats.org/officeDocument/2006/relationships/image" Target="../media/image45.png"/><Relationship Id="rId12" Type="http://schemas.openxmlformats.org/officeDocument/2006/relationships/image" Target="../media/image50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11" Type="http://schemas.openxmlformats.org/officeDocument/2006/relationships/image" Target="../media/image49.png"/><Relationship Id="rId5" Type="http://schemas.openxmlformats.org/officeDocument/2006/relationships/image" Target="../media/image28.png"/><Relationship Id="rId10" Type="http://schemas.openxmlformats.org/officeDocument/2006/relationships/image" Target="../media/image48.svg"/><Relationship Id="rId4" Type="http://schemas.openxmlformats.org/officeDocument/2006/relationships/image" Target="../media/image6.png"/><Relationship Id="rId9" Type="http://schemas.openxmlformats.org/officeDocument/2006/relationships/image" Target="../media/image47.png"/><Relationship Id="rId14" Type="http://schemas.openxmlformats.org/officeDocument/2006/relationships/image" Target="../media/image52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51329">
                <a:alpha val="100000"/>
              </a:srgbClr>
            </a:gs>
            <a:gs pos="50000">
              <a:srgbClr val="2E295A">
                <a:alpha val="100000"/>
              </a:srgbClr>
            </a:gs>
            <a:gs pos="100000">
              <a:srgbClr val="151329">
                <a:alpha val="100000"/>
              </a:srgbClr>
            </a:gs>
          </a:gsLst>
          <a:lin ang="2700006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 flipH="1">
            <a:off x="259850" y="205550"/>
            <a:ext cx="5833100" cy="3730400"/>
          </a:xfrm>
          <a:custGeom>
            <a:avLst/>
            <a:gdLst/>
            <a:ahLst/>
            <a:cxnLst/>
            <a:rect l="l" t="t" r="r" b="b"/>
            <a:pathLst>
              <a:path w="5833100" h="3730400">
                <a:moveTo>
                  <a:pt x="5833100" y="0"/>
                </a:moveTo>
                <a:lnTo>
                  <a:pt x="0" y="0"/>
                </a:lnTo>
                <a:lnTo>
                  <a:pt x="0" y="3730400"/>
                </a:lnTo>
                <a:lnTo>
                  <a:pt x="5833100" y="3730400"/>
                </a:lnTo>
                <a:lnTo>
                  <a:pt x="583310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2407500" y="5604400"/>
            <a:ext cx="5669198" cy="4429102"/>
          </a:xfrm>
          <a:custGeom>
            <a:avLst/>
            <a:gdLst/>
            <a:ahLst/>
            <a:cxnLst/>
            <a:rect l="l" t="t" r="r" b="b"/>
            <a:pathLst>
              <a:path w="5669198" h="4429102">
                <a:moveTo>
                  <a:pt x="0" y="0"/>
                </a:moveTo>
                <a:lnTo>
                  <a:pt x="5669198" y="0"/>
                </a:lnTo>
                <a:lnTo>
                  <a:pt x="5669198" y="4429102"/>
                </a:lnTo>
                <a:lnTo>
                  <a:pt x="0" y="442910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2591450" y="205550"/>
            <a:ext cx="5485250" cy="3500600"/>
          </a:xfrm>
          <a:custGeom>
            <a:avLst/>
            <a:gdLst/>
            <a:ahLst/>
            <a:cxnLst/>
            <a:rect l="l" t="t" r="r" b="b"/>
            <a:pathLst>
              <a:path w="5485250" h="3500600">
                <a:moveTo>
                  <a:pt x="0" y="0"/>
                </a:moveTo>
                <a:lnTo>
                  <a:pt x="5485250" y="0"/>
                </a:lnTo>
                <a:lnTo>
                  <a:pt x="5485250" y="3500600"/>
                </a:lnTo>
                <a:lnTo>
                  <a:pt x="0" y="35006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259850" y="6470150"/>
            <a:ext cx="5571890" cy="3563350"/>
          </a:xfrm>
          <a:custGeom>
            <a:avLst/>
            <a:gdLst/>
            <a:ahLst/>
            <a:cxnLst/>
            <a:rect l="l" t="t" r="r" b="b"/>
            <a:pathLst>
              <a:path w="5571890" h="3563350">
                <a:moveTo>
                  <a:pt x="0" y="0"/>
                </a:moveTo>
                <a:lnTo>
                  <a:pt x="5571890" y="0"/>
                </a:lnTo>
                <a:lnTo>
                  <a:pt x="5571890" y="3563350"/>
                </a:lnTo>
                <a:lnTo>
                  <a:pt x="0" y="35633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>
            <a:off x="1440000" y="1080000"/>
            <a:ext cx="2009048" cy="2009048"/>
            <a:chOff x="0" y="0"/>
            <a:chExt cx="2678731" cy="2678731"/>
          </a:xfrm>
        </p:grpSpPr>
        <p:sp>
          <p:nvSpPr>
            <p:cNvPr id="7" name="Freeform 7"/>
            <p:cNvSpPr/>
            <p:nvPr/>
          </p:nvSpPr>
          <p:spPr>
            <a:xfrm>
              <a:off x="254" y="254"/>
              <a:ext cx="2678303" cy="2678303"/>
            </a:xfrm>
            <a:custGeom>
              <a:avLst/>
              <a:gdLst/>
              <a:ahLst/>
              <a:cxnLst/>
              <a:rect l="l" t="t" r="r" b="b"/>
              <a:pathLst>
                <a:path w="2678303" h="2678303">
                  <a:moveTo>
                    <a:pt x="0" y="0"/>
                  </a:moveTo>
                  <a:lnTo>
                    <a:pt x="0" y="2678303"/>
                  </a:lnTo>
                  <a:lnTo>
                    <a:pt x="288544" y="2678303"/>
                  </a:lnTo>
                  <a:lnTo>
                    <a:pt x="288544" y="284861"/>
                  </a:lnTo>
                  <a:lnTo>
                    <a:pt x="2678303" y="284861"/>
                  </a:lnTo>
                  <a:lnTo>
                    <a:pt x="2678303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8" name="Group 8"/>
          <p:cNvGrpSpPr/>
          <p:nvPr/>
        </p:nvGrpSpPr>
        <p:grpSpPr>
          <a:xfrm rot="-10800000">
            <a:off x="14839676" y="7180976"/>
            <a:ext cx="2008324" cy="2008324"/>
            <a:chOff x="0" y="0"/>
            <a:chExt cx="2677765" cy="2677765"/>
          </a:xfrm>
        </p:grpSpPr>
        <p:sp>
          <p:nvSpPr>
            <p:cNvPr id="9" name="Freeform 9"/>
            <p:cNvSpPr/>
            <p:nvPr/>
          </p:nvSpPr>
          <p:spPr>
            <a:xfrm>
              <a:off x="254" y="254"/>
              <a:ext cx="2677287" cy="2677287"/>
            </a:xfrm>
            <a:custGeom>
              <a:avLst/>
              <a:gdLst/>
              <a:ahLst/>
              <a:cxnLst/>
              <a:rect l="l" t="t" r="r" b="b"/>
              <a:pathLst>
                <a:path w="2677287" h="2677287">
                  <a:moveTo>
                    <a:pt x="0" y="0"/>
                  </a:moveTo>
                  <a:lnTo>
                    <a:pt x="0" y="2677287"/>
                  </a:lnTo>
                  <a:lnTo>
                    <a:pt x="288417" y="2677287"/>
                  </a:lnTo>
                  <a:lnTo>
                    <a:pt x="288417" y="284734"/>
                  </a:lnTo>
                  <a:lnTo>
                    <a:pt x="2677287" y="284734"/>
                  </a:lnTo>
                  <a:lnTo>
                    <a:pt x="2677287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10" name="Freeform 10"/>
          <p:cNvSpPr/>
          <p:nvPr/>
        </p:nvSpPr>
        <p:spPr>
          <a:xfrm flipH="1">
            <a:off x="14604784" y="-67450"/>
            <a:ext cx="3910420" cy="4067948"/>
          </a:xfrm>
          <a:custGeom>
            <a:avLst/>
            <a:gdLst/>
            <a:ahLst/>
            <a:cxnLst/>
            <a:rect l="l" t="t" r="r" b="b"/>
            <a:pathLst>
              <a:path w="3910420" h="4067948">
                <a:moveTo>
                  <a:pt x="3910420" y="0"/>
                </a:moveTo>
                <a:lnTo>
                  <a:pt x="0" y="0"/>
                </a:lnTo>
                <a:lnTo>
                  <a:pt x="0" y="4067948"/>
                </a:lnTo>
                <a:lnTo>
                  <a:pt x="3910420" y="4067948"/>
                </a:lnTo>
                <a:lnTo>
                  <a:pt x="391042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 rot="-5400000">
            <a:off x="-15666" y="6522250"/>
            <a:ext cx="3910420" cy="4067948"/>
          </a:xfrm>
          <a:custGeom>
            <a:avLst/>
            <a:gdLst/>
            <a:ahLst/>
            <a:cxnLst/>
            <a:rect l="l" t="t" r="r" b="b"/>
            <a:pathLst>
              <a:path w="3910420" h="4067948">
                <a:moveTo>
                  <a:pt x="0" y="0"/>
                </a:moveTo>
                <a:lnTo>
                  <a:pt x="3910420" y="0"/>
                </a:lnTo>
                <a:lnTo>
                  <a:pt x="3910420" y="4067948"/>
                </a:lnTo>
                <a:lnTo>
                  <a:pt x="0" y="406794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2842939" y="3533775"/>
            <a:ext cx="12601950" cy="3190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480"/>
              </a:lnSpc>
            </a:pPr>
            <a:r>
              <a:rPr lang="en-US" sz="10400" dirty="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E-LIBRARY SYSTEM 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842925" y="6848600"/>
            <a:ext cx="12601950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dirty="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Prepared By : Raksha G A &amp; Shreya Gore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51329">
                <a:alpha val="100000"/>
              </a:srgbClr>
            </a:gs>
            <a:gs pos="50000">
              <a:srgbClr val="2E295A">
                <a:alpha val="100000"/>
              </a:srgbClr>
            </a:gs>
            <a:gs pos="100000">
              <a:srgbClr val="151329">
                <a:alpha val="100000"/>
              </a:srgbClr>
            </a:gs>
          </a:gsLst>
          <a:lin ang="2700006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4"/>
          <p:cNvSpPr/>
          <p:nvPr/>
        </p:nvSpPr>
        <p:spPr>
          <a:xfrm>
            <a:off x="0" y="-61175"/>
            <a:ext cx="9017646" cy="10409350"/>
          </a:xfrm>
          <a:prstGeom prst="rect">
            <a:avLst/>
          </a:prstGeom>
          <a:solidFill>
            <a:srgbClr val="1C1A41">
              <a:alpha val="0"/>
            </a:srgbClr>
          </a:solidFill>
        </p:spPr>
      </p:sp>
      <p:sp>
        <p:nvSpPr>
          <p:cNvPr id="5" name="TextBox 5"/>
          <p:cNvSpPr txBox="1"/>
          <p:nvPr/>
        </p:nvSpPr>
        <p:spPr>
          <a:xfrm>
            <a:off x="6543356" y="508635"/>
            <a:ext cx="5975359" cy="859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660"/>
              </a:lnSpc>
            </a:pPr>
            <a:r>
              <a:rPr lang="en-US" sz="6000" b="1" dirty="0">
                <a:solidFill>
                  <a:srgbClr val="FFFFFF"/>
                </a:solidFill>
                <a:latin typeface="+mj-lt"/>
                <a:ea typeface="Calibri (MS) Bold"/>
                <a:cs typeface="Calibri (MS) Bold"/>
                <a:sym typeface="Calibri (MS) Bold"/>
              </a:rPr>
              <a:t>INTRODUCTION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9600" y="1692600"/>
            <a:ext cx="8181670" cy="865557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just">
              <a:lnSpc>
                <a:spcPts val="6176"/>
              </a:lnSpc>
            </a:pPr>
            <a:r>
              <a:rPr lang="en-US" sz="30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Libraries require a simple way to manage their collection of books and members.</a:t>
            </a:r>
          </a:p>
          <a:p>
            <a:pPr marL="690881" lvl="1" indent="-345440" algn="just">
              <a:lnSpc>
                <a:spcPts val="6176"/>
              </a:lnSpc>
              <a:buAutoNum type="arabicPeriod"/>
            </a:pPr>
            <a:r>
              <a:rPr lang="en-US" sz="30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This project is a console-based, menu-driven application and web-based application.</a:t>
            </a:r>
          </a:p>
          <a:p>
            <a:pPr marL="690881" lvl="1" indent="-345440" algn="just">
              <a:lnSpc>
                <a:spcPts val="6176"/>
              </a:lnSpc>
              <a:buAutoNum type="arabicPeriod"/>
            </a:pPr>
            <a:r>
              <a:rPr lang="en-US" sz="30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This project automates issuing, returning, and fine calculation.</a:t>
            </a:r>
          </a:p>
          <a:p>
            <a:pPr marL="690881" lvl="1" indent="-345440" algn="just">
              <a:lnSpc>
                <a:spcPts val="6176"/>
              </a:lnSpc>
              <a:buAutoNum type="arabicPeriod"/>
            </a:pPr>
            <a:r>
              <a:rPr lang="en-US" sz="30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Built as a Full-Stack Application:</a:t>
            </a:r>
          </a:p>
          <a:p>
            <a:pPr marL="916941" lvl="1" indent="-571500" algn="just">
              <a:lnSpc>
                <a:spcPts val="6176"/>
              </a:lnSpc>
              <a:buFont typeface="+mj-lt"/>
              <a:buAutoNum type="romanUcPeriod"/>
            </a:pPr>
            <a:r>
              <a:rPr lang="en-US" sz="30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 Backend: Python (Django + REST API)</a:t>
            </a:r>
          </a:p>
          <a:p>
            <a:pPr marL="916941" lvl="1" indent="-571500" algn="just">
              <a:lnSpc>
                <a:spcPts val="6176"/>
              </a:lnSpc>
              <a:buFont typeface="+mj-lt"/>
              <a:buAutoNum type="romanUcPeriod"/>
            </a:pPr>
            <a:r>
              <a:rPr lang="en-US" sz="30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 Frontend: React.js (with Axios)</a:t>
            </a:r>
          </a:p>
          <a:p>
            <a:pPr marL="916941" lvl="1" indent="-571500" algn="just">
              <a:lnSpc>
                <a:spcPts val="6176"/>
              </a:lnSpc>
              <a:buFont typeface="+mj-lt"/>
              <a:buAutoNum type="romanUcPeriod"/>
            </a:pPr>
            <a:r>
              <a:rPr lang="en-US" sz="30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 Database: SQLite</a:t>
            </a:r>
          </a:p>
          <a:p>
            <a:pPr marL="0" lvl="0" indent="0" algn="just">
              <a:lnSpc>
                <a:spcPts val="6176"/>
              </a:lnSpc>
            </a:pPr>
            <a:endParaRPr lang="en-US" sz="3000" dirty="0">
              <a:solidFill>
                <a:srgbClr val="FFFFFF"/>
              </a:solidFill>
              <a:latin typeface="+mj-lt"/>
              <a:ea typeface="Calibri (MS)"/>
              <a:cs typeface="Calibri (MS)"/>
              <a:sym typeface="Calibri (MS)"/>
            </a:endParaRPr>
          </a:p>
        </p:txBody>
      </p:sp>
      <p:sp>
        <p:nvSpPr>
          <p:cNvPr id="10" name="AutoShape 4" descr="Generated image">
            <a:extLst>
              <a:ext uri="{FF2B5EF4-FFF2-40B4-BE49-F238E27FC236}">
                <a16:creationId xmlns:a16="http://schemas.microsoft.com/office/drawing/2014/main" id="{7B2000A2-8290-2B6D-3481-272A24F4771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991600" y="4991100"/>
            <a:ext cx="6553200" cy="655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>
              <a:latin typeface="+mj-lt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E69C741-C981-F854-7AB3-B572FFC293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0356" y="1692600"/>
            <a:ext cx="8738890" cy="8436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51329">
                <a:alpha val="100000"/>
              </a:srgbClr>
            </a:gs>
            <a:gs pos="50000">
              <a:srgbClr val="2E295A">
                <a:alpha val="100000"/>
              </a:srgbClr>
            </a:gs>
            <a:gs pos="100000">
              <a:srgbClr val="151329">
                <a:alpha val="100000"/>
              </a:srgbClr>
            </a:gs>
          </a:gsLst>
          <a:lin ang="2700006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4431550" y="7312950"/>
            <a:ext cx="3727000" cy="2911742"/>
          </a:xfrm>
          <a:custGeom>
            <a:avLst/>
            <a:gdLst/>
            <a:ahLst/>
            <a:cxnLst/>
            <a:rect l="l" t="t" r="r" b="b"/>
            <a:pathLst>
              <a:path w="3727000" h="2911742">
                <a:moveTo>
                  <a:pt x="0" y="0"/>
                </a:moveTo>
                <a:lnTo>
                  <a:pt x="3727000" y="0"/>
                </a:lnTo>
                <a:lnTo>
                  <a:pt x="3727000" y="2911742"/>
                </a:lnTo>
                <a:lnTo>
                  <a:pt x="0" y="29117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10800000">
            <a:off x="54100" y="121808"/>
            <a:ext cx="3727000" cy="2911742"/>
          </a:xfrm>
          <a:custGeom>
            <a:avLst/>
            <a:gdLst/>
            <a:ahLst/>
            <a:cxnLst/>
            <a:rect l="l" t="t" r="r" b="b"/>
            <a:pathLst>
              <a:path w="3727000" h="2911742">
                <a:moveTo>
                  <a:pt x="0" y="0"/>
                </a:moveTo>
                <a:lnTo>
                  <a:pt x="3727000" y="0"/>
                </a:lnTo>
                <a:lnTo>
                  <a:pt x="3727000" y="2911742"/>
                </a:lnTo>
                <a:lnTo>
                  <a:pt x="0" y="29117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94800" y="7786121"/>
            <a:ext cx="3727002" cy="2383500"/>
          </a:xfrm>
          <a:custGeom>
            <a:avLst/>
            <a:gdLst/>
            <a:ahLst/>
            <a:cxnLst/>
            <a:rect l="l" t="t" r="r" b="b"/>
            <a:pathLst>
              <a:path w="3727002" h="2383500">
                <a:moveTo>
                  <a:pt x="0" y="0"/>
                </a:moveTo>
                <a:lnTo>
                  <a:pt x="3727002" y="0"/>
                </a:lnTo>
                <a:lnTo>
                  <a:pt x="3727002" y="2383500"/>
                </a:lnTo>
                <a:lnTo>
                  <a:pt x="0" y="23835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flipH="1">
            <a:off x="15433736" y="-102000"/>
            <a:ext cx="3569848" cy="3713700"/>
          </a:xfrm>
          <a:custGeom>
            <a:avLst/>
            <a:gdLst/>
            <a:ahLst/>
            <a:cxnLst/>
            <a:rect l="l" t="t" r="r" b="b"/>
            <a:pathLst>
              <a:path w="3569848" h="3713700">
                <a:moveTo>
                  <a:pt x="3569848" y="0"/>
                </a:moveTo>
                <a:lnTo>
                  <a:pt x="0" y="0"/>
                </a:lnTo>
                <a:lnTo>
                  <a:pt x="0" y="3713700"/>
                </a:lnTo>
                <a:lnTo>
                  <a:pt x="3569848" y="3713700"/>
                </a:lnTo>
                <a:lnTo>
                  <a:pt x="3569848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-10800000" flipH="1">
            <a:off x="-137096" y="7603934"/>
            <a:ext cx="3569848" cy="3713700"/>
          </a:xfrm>
          <a:custGeom>
            <a:avLst/>
            <a:gdLst/>
            <a:ahLst/>
            <a:cxnLst/>
            <a:rect l="l" t="t" r="r" b="b"/>
            <a:pathLst>
              <a:path w="3569848" h="3713700">
                <a:moveTo>
                  <a:pt x="3569848" y="0"/>
                </a:moveTo>
                <a:lnTo>
                  <a:pt x="0" y="0"/>
                </a:lnTo>
                <a:lnTo>
                  <a:pt x="0" y="3713700"/>
                </a:lnTo>
                <a:lnTo>
                  <a:pt x="3569848" y="3713700"/>
                </a:lnTo>
                <a:lnTo>
                  <a:pt x="3569848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4927992" y="1008550"/>
            <a:ext cx="2290668" cy="2290800"/>
          </a:xfrm>
          <a:custGeom>
            <a:avLst/>
            <a:gdLst/>
            <a:ahLst/>
            <a:cxnLst/>
            <a:rect l="l" t="t" r="r" b="b"/>
            <a:pathLst>
              <a:path w="2290668" h="2290800">
                <a:moveTo>
                  <a:pt x="0" y="0"/>
                </a:moveTo>
                <a:lnTo>
                  <a:pt x="2290668" y="0"/>
                </a:lnTo>
                <a:lnTo>
                  <a:pt x="2290668" y="2290800"/>
                </a:lnTo>
                <a:lnTo>
                  <a:pt x="0" y="229080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2" r="-2"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405900" y="2230150"/>
            <a:ext cx="1769850" cy="1769892"/>
          </a:xfrm>
          <a:custGeom>
            <a:avLst/>
            <a:gdLst/>
            <a:ahLst/>
            <a:cxnLst/>
            <a:rect l="l" t="t" r="r" b="b"/>
            <a:pathLst>
              <a:path w="1769850" h="1769892">
                <a:moveTo>
                  <a:pt x="0" y="0"/>
                </a:moveTo>
                <a:lnTo>
                  <a:pt x="1769850" y="0"/>
                </a:lnTo>
                <a:lnTo>
                  <a:pt x="1769850" y="1769892"/>
                </a:lnTo>
                <a:lnTo>
                  <a:pt x="0" y="176989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1" r="-1"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9360200" y="2230150"/>
            <a:ext cx="1769850" cy="1769892"/>
          </a:xfrm>
          <a:custGeom>
            <a:avLst/>
            <a:gdLst/>
            <a:ahLst/>
            <a:cxnLst/>
            <a:rect l="l" t="t" r="r" b="b"/>
            <a:pathLst>
              <a:path w="1769850" h="1769892">
                <a:moveTo>
                  <a:pt x="0" y="0"/>
                </a:moveTo>
                <a:lnTo>
                  <a:pt x="1769850" y="0"/>
                </a:lnTo>
                <a:lnTo>
                  <a:pt x="1769850" y="1769892"/>
                </a:lnTo>
                <a:lnTo>
                  <a:pt x="0" y="176989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1" r="-1"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405900" y="7405463"/>
            <a:ext cx="1769850" cy="1769892"/>
          </a:xfrm>
          <a:custGeom>
            <a:avLst/>
            <a:gdLst/>
            <a:ahLst/>
            <a:cxnLst/>
            <a:rect l="l" t="t" r="r" b="b"/>
            <a:pathLst>
              <a:path w="1769850" h="1769892">
                <a:moveTo>
                  <a:pt x="0" y="0"/>
                </a:moveTo>
                <a:lnTo>
                  <a:pt x="1769850" y="0"/>
                </a:lnTo>
                <a:lnTo>
                  <a:pt x="1769850" y="1769892"/>
                </a:lnTo>
                <a:lnTo>
                  <a:pt x="0" y="176989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1" r="-1"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9360200" y="7405463"/>
            <a:ext cx="1769850" cy="1769892"/>
          </a:xfrm>
          <a:custGeom>
            <a:avLst/>
            <a:gdLst/>
            <a:ahLst/>
            <a:cxnLst/>
            <a:rect l="l" t="t" r="r" b="b"/>
            <a:pathLst>
              <a:path w="1769850" h="1769892">
                <a:moveTo>
                  <a:pt x="0" y="0"/>
                </a:moveTo>
                <a:lnTo>
                  <a:pt x="1769850" y="0"/>
                </a:lnTo>
                <a:lnTo>
                  <a:pt x="1769850" y="1769892"/>
                </a:lnTo>
                <a:lnTo>
                  <a:pt x="0" y="176989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1" r="-1"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1531425" y="819550"/>
            <a:ext cx="15225150" cy="923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00"/>
              </a:lnSpc>
            </a:pPr>
            <a:r>
              <a:rPr lang="en-US" sz="6000" b="1" dirty="0">
                <a:solidFill>
                  <a:srgbClr val="FFFFFF"/>
                </a:solidFill>
                <a:latin typeface="+mj-lt"/>
                <a:ea typeface="Calibri (MS) Bold"/>
                <a:cs typeface="Calibri (MS) Bold"/>
                <a:sym typeface="Calibri (MS) Bold"/>
              </a:rPr>
              <a:t>OBJECTIVES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49025" y="2491979"/>
            <a:ext cx="2512950" cy="1077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</a:pPr>
            <a:r>
              <a:rPr lang="en-US" sz="700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01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657225" y="2768163"/>
            <a:ext cx="5486775" cy="9746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To create a simple computer-based library system.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998175" y="2491979"/>
            <a:ext cx="2512950" cy="1077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</a:pPr>
            <a:r>
              <a:rPr lang="en-US" sz="700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02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615825" y="2791100"/>
            <a:ext cx="5267850" cy="9746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To store and manage details of books and users.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019175" y="7716388"/>
            <a:ext cx="2512950" cy="1077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</a:pPr>
            <a:r>
              <a:rPr lang="en-US" sz="700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05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3687212" y="7747484"/>
            <a:ext cx="5146350" cy="9746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To automatically calculate fines for late returns.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988650" y="7716388"/>
            <a:ext cx="2512950" cy="1077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</a:pPr>
            <a:r>
              <a:rPr lang="en-US" sz="700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06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736537" y="7611613"/>
            <a:ext cx="6060750" cy="1514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To develop a user-friendly web interface for easy access and management of the library system.</a:t>
            </a:r>
          </a:p>
        </p:txBody>
      </p:sp>
      <p:sp>
        <p:nvSpPr>
          <p:cNvPr id="21" name="Freeform 21"/>
          <p:cNvSpPr/>
          <p:nvPr/>
        </p:nvSpPr>
        <p:spPr>
          <a:xfrm>
            <a:off x="1405112" y="4901804"/>
            <a:ext cx="1769850" cy="1769892"/>
          </a:xfrm>
          <a:custGeom>
            <a:avLst/>
            <a:gdLst/>
            <a:ahLst/>
            <a:cxnLst/>
            <a:rect l="l" t="t" r="r" b="b"/>
            <a:pathLst>
              <a:path w="1769850" h="1769892">
                <a:moveTo>
                  <a:pt x="0" y="0"/>
                </a:moveTo>
                <a:lnTo>
                  <a:pt x="1769850" y="0"/>
                </a:lnTo>
                <a:lnTo>
                  <a:pt x="1769850" y="1769892"/>
                </a:lnTo>
                <a:lnTo>
                  <a:pt x="0" y="176989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1" r="-1"/>
            </a:stretch>
          </a:blipFill>
        </p:spPr>
      </p:sp>
      <p:sp>
        <p:nvSpPr>
          <p:cNvPr id="22" name="Freeform 22"/>
          <p:cNvSpPr/>
          <p:nvPr/>
        </p:nvSpPr>
        <p:spPr>
          <a:xfrm>
            <a:off x="9359412" y="4901804"/>
            <a:ext cx="1769850" cy="1769892"/>
          </a:xfrm>
          <a:custGeom>
            <a:avLst/>
            <a:gdLst/>
            <a:ahLst/>
            <a:cxnLst/>
            <a:rect l="l" t="t" r="r" b="b"/>
            <a:pathLst>
              <a:path w="1769850" h="1769892">
                <a:moveTo>
                  <a:pt x="0" y="0"/>
                </a:moveTo>
                <a:lnTo>
                  <a:pt x="1769850" y="0"/>
                </a:lnTo>
                <a:lnTo>
                  <a:pt x="1769850" y="1769892"/>
                </a:lnTo>
                <a:lnTo>
                  <a:pt x="0" y="176989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1" r="-1"/>
            </a:stretch>
          </a:blipFill>
        </p:spPr>
      </p:sp>
      <p:sp>
        <p:nvSpPr>
          <p:cNvPr id="23" name="TextBox 23"/>
          <p:cNvSpPr txBox="1"/>
          <p:nvPr/>
        </p:nvSpPr>
        <p:spPr>
          <a:xfrm>
            <a:off x="1034350" y="5217450"/>
            <a:ext cx="2512950" cy="1077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</a:pPr>
            <a:r>
              <a:rPr lang="en-US" sz="700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03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3707069" y="5312700"/>
            <a:ext cx="5146350" cy="9746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To provide functions to issue and return books.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013187" y="5217450"/>
            <a:ext cx="2512950" cy="1077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</a:pPr>
            <a:r>
              <a:rPr lang="en-US" sz="700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04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736537" y="5312700"/>
            <a:ext cx="5146350" cy="9746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To keep a transaction history with due dates.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51329">
                <a:alpha val="100000"/>
              </a:srgbClr>
            </a:gs>
            <a:gs pos="50000">
              <a:srgbClr val="2E295A">
                <a:alpha val="100000"/>
              </a:srgbClr>
            </a:gs>
            <a:gs pos="100000">
              <a:srgbClr val="151329">
                <a:alpha val="100000"/>
              </a:srgbClr>
            </a:gs>
          </a:gsLst>
          <a:lin ang="2700006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4365263" y="423164"/>
            <a:ext cx="9557474" cy="923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200"/>
              </a:lnSpc>
            </a:pPr>
            <a:r>
              <a:rPr lang="en-US" sz="6000" b="1" dirty="0">
                <a:solidFill>
                  <a:srgbClr val="FFFFFF"/>
                </a:solidFill>
                <a:latin typeface="+mj-lt"/>
                <a:ea typeface="Calibri (MS) Bold"/>
                <a:cs typeface="Calibri (MS) Bold"/>
                <a:sym typeface="Calibri (MS) Bold"/>
              </a:rPr>
              <a:t>PROBLEM STATEMENT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839201" y="2028825"/>
            <a:ext cx="9067800" cy="73478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734059" lvl="1" indent="-367030" algn="l">
              <a:lnSpc>
                <a:spcPts val="5847"/>
              </a:lnSpc>
              <a:buAutoNum type="arabicPeriod"/>
            </a:pPr>
            <a:r>
              <a:rPr lang="en-US" sz="3399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Managing library operations manually is slow and error-prone.</a:t>
            </a:r>
          </a:p>
          <a:p>
            <a:pPr marL="734059" lvl="1" indent="-367030" algn="l">
              <a:lnSpc>
                <a:spcPts val="5847"/>
              </a:lnSpc>
              <a:buAutoNum type="arabicPeriod"/>
            </a:pPr>
            <a:r>
              <a:rPr lang="en-US" sz="3399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It is hard to keep track of which books are available and which are issued.</a:t>
            </a:r>
          </a:p>
          <a:p>
            <a:pPr marL="734059" lvl="1" indent="-367030" algn="l">
              <a:lnSpc>
                <a:spcPts val="5847"/>
              </a:lnSpc>
              <a:buAutoNum type="arabicPeriod"/>
            </a:pPr>
            <a:r>
              <a:rPr lang="en-US" sz="3399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Late return fines are difficult to calculate without proper records.</a:t>
            </a:r>
          </a:p>
          <a:p>
            <a:pPr marL="734059" lvl="1" indent="-367030" algn="l">
              <a:lnSpc>
                <a:spcPts val="5847"/>
              </a:lnSpc>
              <a:buAutoNum type="arabicPeriod"/>
            </a:pPr>
            <a:r>
              <a:rPr lang="en-US" sz="3399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There is no simple system to store book/user data permanently.</a:t>
            </a:r>
          </a:p>
          <a:p>
            <a:pPr marL="734059" lvl="1" indent="-367030" algn="l">
              <a:lnSpc>
                <a:spcPts val="5847"/>
              </a:lnSpc>
              <a:buAutoNum type="arabicPeriod"/>
            </a:pPr>
            <a:r>
              <a:rPr lang="en-US" sz="3399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Hence, a digital solution is needed for effective library management.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90B0D58-46DD-45C2-D154-B9761F5A8A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288" y="1939644"/>
            <a:ext cx="8458202" cy="79241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51329">
                <a:alpha val="100000"/>
              </a:srgbClr>
            </a:gs>
            <a:gs pos="50000">
              <a:srgbClr val="2E295A">
                <a:alpha val="100000"/>
              </a:srgbClr>
            </a:gs>
            <a:gs pos="100000">
              <a:srgbClr val="151329">
                <a:alpha val="100000"/>
              </a:srgbClr>
            </a:gs>
          </a:gsLst>
          <a:lin ang="2700006" scaled="0"/>
        </a:gradFill>
        <a:effectLst/>
      </p:bgPr>
    </p:bg>
    <p:spTree>
      <p:nvGrpSpPr>
        <p:cNvPr id="1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Google Shape;914;p41"/>
          <p:cNvSpPr txBox="1">
            <a:spLocks noGrp="1"/>
          </p:cNvSpPr>
          <p:nvPr>
            <p:ph type="title"/>
          </p:nvPr>
        </p:nvSpPr>
        <p:spPr>
          <a:xfrm>
            <a:off x="1440000" y="449321"/>
            <a:ext cx="15408000" cy="1145400"/>
          </a:xfrm>
          <a:prstGeom prst="rect">
            <a:avLst/>
          </a:prstGeom>
        </p:spPr>
        <p:txBody>
          <a:bodyPr spcFirstLastPara="1" vert="horz" wrap="square" lIns="182850" tIns="182850" rIns="182850" bIns="182850" rtlCol="0" anchor="t" anchorCtr="0">
            <a:noAutofit/>
          </a:bodyPr>
          <a:lstStyle/>
          <a:p>
            <a:r>
              <a:rPr lang="en-US" sz="6000" b="1" dirty="0">
                <a:solidFill>
                  <a:schemeClr val="bg1"/>
                </a:solidFill>
              </a:rPr>
              <a:t>PROJECT OVERVIEW</a:t>
            </a:r>
            <a:endParaRPr sz="6000" b="1" dirty="0">
              <a:solidFill>
                <a:schemeClr val="bg1"/>
              </a:solidFill>
            </a:endParaRPr>
          </a:p>
        </p:txBody>
      </p:sp>
      <p:sp>
        <p:nvSpPr>
          <p:cNvPr id="915" name="Google Shape;915;p41"/>
          <p:cNvSpPr txBox="1">
            <a:spLocks noGrp="1"/>
          </p:cNvSpPr>
          <p:nvPr>
            <p:ph type="subTitle" idx="1"/>
          </p:nvPr>
        </p:nvSpPr>
        <p:spPr>
          <a:xfrm>
            <a:off x="1144704" y="2338926"/>
            <a:ext cx="8124587" cy="6766974"/>
          </a:xfrm>
          <a:prstGeom prst="rect">
            <a:avLst/>
          </a:prstGeom>
        </p:spPr>
        <p:txBody>
          <a:bodyPr spcFirstLastPara="1" vert="horz" wrap="square" lIns="182850" tIns="182850" rIns="182850" bIns="182850" rtlCol="0" anchor="t" anchorCtr="0">
            <a:noAutofit/>
          </a:bodyPr>
          <a:lstStyle/>
          <a:p>
            <a:r>
              <a:rPr lang="en-US" sz="3500" dirty="0">
                <a:solidFill>
                  <a:schemeClr val="bg1"/>
                </a:solidFill>
                <a:latin typeface="+mj-lt"/>
              </a:rPr>
              <a:t>A complete web-based library management system designed to digitalize core operations.</a:t>
            </a:r>
            <a:br>
              <a:rPr lang="en-US" sz="3500" dirty="0">
                <a:solidFill>
                  <a:schemeClr val="bg1"/>
                </a:solidFill>
                <a:latin typeface="+mj-lt"/>
              </a:rPr>
            </a:br>
            <a:endParaRPr lang="en-US" sz="3500" dirty="0">
              <a:solidFill>
                <a:schemeClr val="bg1"/>
              </a:solidFill>
              <a:latin typeface="+mj-lt"/>
            </a:endParaRPr>
          </a:p>
          <a:p>
            <a:pPr marL="571500" indent="-571500">
              <a:buSzPct val="70000"/>
              <a:buFont typeface="+mj-lt"/>
              <a:buAutoNum type="romanLcPeriod"/>
            </a:pPr>
            <a:r>
              <a:rPr lang="en-US" sz="3500" b="1" dirty="0">
                <a:solidFill>
                  <a:schemeClr val="bg1"/>
                </a:solidFill>
                <a:latin typeface="+mj-lt"/>
              </a:rPr>
              <a:t>Frontend:</a:t>
            </a:r>
            <a:r>
              <a:rPr lang="en-US" sz="3500" dirty="0">
                <a:solidFill>
                  <a:schemeClr val="bg1"/>
                </a:solidFill>
                <a:latin typeface="+mj-lt"/>
              </a:rPr>
              <a:t> React.js </a:t>
            </a:r>
          </a:p>
          <a:p>
            <a:pPr marL="571500" indent="-571500">
              <a:buSzPct val="70000"/>
              <a:buFont typeface="+mj-lt"/>
              <a:buAutoNum type="romanLcPeriod"/>
            </a:pPr>
            <a:r>
              <a:rPr lang="en-US" sz="3500" b="1" dirty="0">
                <a:solidFill>
                  <a:schemeClr val="bg1"/>
                </a:solidFill>
                <a:latin typeface="+mj-lt"/>
              </a:rPr>
              <a:t>Backend:</a:t>
            </a:r>
            <a:r>
              <a:rPr lang="en-US" sz="3500" dirty="0">
                <a:solidFill>
                  <a:schemeClr val="bg1"/>
                </a:solidFill>
                <a:latin typeface="+mj-lt"/>
              </a:rPr>
              <a:t> Django REST Framework</a:t>
            </a:r>
          </a:p>
          <a:p>
            <a:pPr marL="571500" indent="-571500">
              <a:buSzPct val="70000"/>
              <a:buFont typeface="+mj-lt"/>
              <a:buAutoNum type="romanLcPeriod"/>
            </a:pPr>
            <a:r>
              <a:rPr lang="en-US" sz="3500" b="1" dirty="0">
                <a:solidFill>
                  <a:schemeClr val="bg1"/>
                </a:solidFill>
                <a:latin typeface="+mj-lt"/>
              </a:rPr>
              <a:t>Database:</a:t>
            </a:r>
            <a:r>
              <a:rPr lang="en-US" sz="3500" dirty="0">
                <a:solidFill>
                  <a:schemeClr val="bg1"/>
                </a:solidFill>
                <a:latin typeface="+mj-lt"/>
              </a:rPr>
              <a:t> SQLite</a:t>
            </a:r>
            <a:br>
              <a:rPr lang="en-US" sz="3500" dirty="0">
                <a:solidFill>
                  <a:schemeClr val="bg1"/>
                </a:solidFill>
                <a:latin typeface="+mj-lt"/>
              </a:rPr>
            </a:br>
            <a:endParaRPr lang="en-US" sz="3500" dirty="0">
              <a:solidFill>
                <a:schemeClr val="bg1"/>
              </a:solidFill>
              <a:latin typeface="+mj-lt"/>
            </a:endParaRPr>
          </a:p>
          <a:p>
            <a:r>
              <a:rPr lang="en-US" sz="3500" b="1" dirty="0">
                <a:solidFill>
                  <a:schemeClr val="bg1"/>
                </a:solidFill>
                <a:latin typeface="+mj-lt"/>
              </a:rPr>
              <a:t>Python Backend Logic:</a:t>
            </a:r>
            <a:r>
              <a:rPr lang="en-US" sz="3500" dirty="0">
                <a:solidFill>
                  <a:schemeClr val="bg1"/>
                </a:solidFill>
                <a:latin typeface="+mj-lt"/>
              </a:rPr>
              <a:t> </a:t>
            </a:r>
            <a:br>
              <a:rPr lang="en-US" sz="3500" dirty="0">
                <a:solidFill>
                  <a:schemeClr val="bg1"/>
                </a:solidFill>
                <a:latin typeface="+mj-lt"/>
              </a:rPr>
            </a:br>
            <a:r>
              <a:rPr lang="en-US" sz="3500" dirty="0">
                <a:solidFill>
                  <a:schemeClr val="bg1"/>
                </a:solidFill>
                <a:latin typeface="+mj-lt"/>
              </a:rPr>
              <a:t>Implements object-oriented principles for managing data, fine calculation, and process automation.</a:t>
            </a:r>
          </a:p>
          <a:p>
            <a:pPr marL="0" indent="0">
              <a:spcAft>
                <a:spcPts val="2400"/>
              </a:spcAft>
            </a:pPr>
            <a:endParaRPr sz="3500" dirty="0">
              <a:solidFill>
                <a:schemeClr val="bg1"/>
              </a:solidFill>
              <a:latin typeface="+mj-lt"/>
            </a:endParaRPr>
          </a:p>
        </p:txBody>
      </p:sp>
      <p:grpSp>
        <p:nvGrpSpPr>
          <p:cNvPr id="916" name="Google Shape;916;p41"/>
          <p:cNvGrpSpPr/>
          <p:nvPr/>
        </p:nvGrpSpPr>
        <p:grpSpPr>
          <a:xfrm>
            <a:off x="8991600" y="3086100"/>
            <a:ext cx="9296399" cy="6019800"/>
            <a:chOff x="4854325" y="1936705"/>
            <a:chExt cx="3569700" cy="2142920"/>
          </a:xfrm>
        </p:grpSpPr>
        <p:sp>
          <p:nvSpPr>
            <p:cNvPr id="917" name="Google Shape;917;p41"/>
            <p:cNvSpPr/>
            <p:nvPr/>
          </p:nvSpPr>
          <p:spPr>
            <a:xfrm>
              <a:off x="5044081" y="1936705"/>
              <a:ext cx="3190200" cy="1990200"/>
            </a:xfrm>
            <a:prstGeom prst="round2SameRect">
              <a:avLst>
                <a:gd name="adj1" fmla="val 4232"/>
                <a:gd name="adj2" fmla="val 0"/>
              </a:avLst>
            </a:prstGeom>
            <a:noFill/>
            <a:ln w="9525" cap="flat" cmpd="sng">
              <a:solidFill>
                <a:srgbClr val="AB0DD2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71438" dist="19050" dir="1200000" algn="bl" rotWithShape="0">
                <a:schemeClr val="dk2"/>
              </a:outerShdw>
            </a:effectLst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highlight>
                  <a:srgbClr val="FF00FF"/>
                </a:highlight>
                <a:latin typeface="+mj-lt"/>
              </a:endParaRPr>
            </a:p>
          </p:txBody>
        </p:sp>
        <p:sp>
          <p:nvSpPr>
            <p:cNvPr id="918" name="Google Shape;918;p41"/>
            <p:cNvSpPr/>
            <p:nvPr/>
          </p:nvSpPr>
          <p:spPr>
            <a:xfrm rot="10800000">
              <a:off x="4854325" y="3926925"/>
              <a:ext cx="3569700" cy="152700"/>
            </a:xfrm>
            <a:prstGeom prst="round2SameRect">
              <a:avLst>
                <a:gd name="adj1" fmla="val 44955"/>
                <a:gd name="adj2" fmla="val 0"/>
              </a:avLst>
            </a:prstGeom>
            <a:noFill/>
            <a:ln w="9525" cap="flat" cmpd="sng">
              <a:solidFill>
                <a:srgbClr val="AB0DD2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42863" dist="9525" dir="360000" algn="bl" rotWithShape="0">
                <a:schemeClr val="dk2"/>
              </a:outerShdw>
            </a:effectLst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highlight>
                  <a:srgbClr val="FF00FF"/>
                </a:highlight>
                <a:latin typeface="+mj-lt"/>
              </a:endParaRPr>
            </a:p>
          </p:txBody>
        </p:sp>
        <p:sp>
          <p:nvSpPr>
            <p:cNvPr id="919" name="Google Shape;919;p41"/>
            <p:cNvSpPr/>
            <p:nvPr/>
          </p:nvSpPr>
          <p:spPr>
            <a:xfrm>
              <a:off x="6606475" y="2008050"/>
              <a:ext cx="65400" cy="65400"/>
            </a:xfrm>
            <a:prstGeom prst="ellipse">
              <a:avLst/>
            </a:prstGeom>
            <a:solidFill>
              <a:schemeClr val="dk2"/>
            </a:solidFill>
            <a:ln>
              <a:solidFill>
                <a:srgbClr val="AB0DD2"/>
              </a:solidFill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highlight>
                  <a:srgbClr val="FF00FF"/>
                </a:highlight>
                <a:latin typeface="+mj-lt"/>
              </a:endParaRPr>
            </a:p>
          </p:txBody>
        </p:sp>
      </p:grpSp>
      <p:pic>
        <p:nvPicPr>
          <p:cNvPr id="4098" name="Picture 2" descr="Generated image">
            <a:extLst>
              <a:ext uri="{FF2B5EF4-FFF2-40B4-BE49-F238E27FC236}">
                <a16:creationId xmlns:a16="http://schemas.microsoft.com/office/drawing/2014/main" id="{9DFA3F62-23BE-6809-888D-0423DC04DE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0996" y="3317305"/>
            <a:ext cx="7738841" cy="51592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2C44"/>
            </a:gs>
            <a:gs pos="50000">
              <a:srgbClr val="2E295A">
                <a:alpha val="100000"/>
              </a:srgbClr>
            </a:gs>
            <a:gs pos="100000">
              <a:srgbClr val="151329">
                <a:alpha val="100000"/>
              </a:srgbClr>
            </a:gs>
          </a:gsLst>
          <a:lin ang="2700006" scaled="0"/>
        </a:gradFill>
        <a:effectLst/>
      </p:bgPr>
    </p:bg>
    <p:spTree>
      <p:nvGrpSpPr>
        <p:cNvPr id="1" name="Shape 9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p43"/>
          <p:cNvSpPr txBox="1">
            <a:spLocks noGrp="1"/>
          </p:cNvSpPr>
          <p:nvPr>
            <p:ph type="title"/>
          </p:nvPr>
        </p:nvSpPr>
        <p:spPr>
          <a:xfrm>
            <a:off x="1440000" y="769894"/>
            <a:ext cx="15408000" cy="1145400"/>
          </a:xfrm>
          <a:prstGeom prst="rect">
            <a:avLst/>
          </a:prstGeom>
        </p:spPr>
        <p:txBody>
          <a:bodyPr spcFirstLastPara="1" vert="horz" wrap="square" lIns="182850" tIns="182850" rIns="182850" bIns="182850" rtlCol="0" anchor="t" anchorCtr="0">
            <a:noAutofit/>
          </a:bodyPr>
          <a:lstStyle/>
          <a:p>
            <a:r>
              <a:rPr lang="de" sz="6000" b="1" dirty="0">
                <a:solidFill>
                  <a:schemeClr val="bg1"/>
                </a:solidFill>
              </a:rPr>
              <a:t>TOPICS COVERED</a:t>
            </a:r>
            <a:endParaRPr sz="6000" b="1" dirty="0">
              <a:solidFill>
                <a:schemeClr val="bg1"/>
              </a:solidFill>
            </a:endParaRPr>
          </a:p>
        </p:txBody>
      </p:sp>
      <p:sp>
        <p:nvSpPr>
          <p:cNvPr id="991" name="Google Shape;991;p43"/>
          <p:cNvSpPr txBox="1">
            <a:spLocks noGrp="1"/>
          </p:cNvSpPr>
          <p:nvPr>
            <p:ph type="subTitle" idx="2"/>
          </p:nvPr>
        </p:nvSpPr>
        <p:spPr>
          <a:xfrm>
            <a:off x="2788200" y="3929549"/>
            <a:ext cx="4679400" cy="1003200"/>
          </a:xfrm>
          <a:prstGeom prst="rect">
            <a:avLst/>
          </a:prstGeom>
        </p:spPr>
        <p:txBody>
          <a:bodyPr spcFirstLastPara="1" vert="horz" wrap="square" lIns="182850" tIns="182850" rIns="182850" bIns="182850" rtlCol="0" anchor="t" anchorCtr="0">
            <a:noAutofit/>
          </a:bodyPr>
          <a:lstStyle/>
          <a:p>
            <a:pPr marL="0" indent="0">
              <a:spcAft>
                <a:spcPts val="2400"/>
              </a:spcAft>
            </a:pPr>
            <a:r>
              <a:rPr lang="de" b="1" dirty="0">
                <a:solidFill>
                  <a:schemeClr val="bg1"/>
                </a:solidFill>
                <a:latin typeface="+mj-lt"/>
              </a:rPr>
              <a:t>JSON Module</a:t>
            </a:r>
            <a:endParaRPr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993" name="Google Shape;993;p43"/>
          <p:cNvSpPr txBox="1">
            <a:spLocks noGrp="1"/>
          </p:cNvSpPr>
          <p:nvPr>
            <p:ph type="subTitle" idx="4"/>
          </p:nvPr>
        </p:nvSpPr>
        <p:spPr>
          <a:xfrm>
            <a:off x="2997222" y="8606029"/>
            <a:ext cx="5465774" cy="1003200"/>
          </a:xfrm>
          <a:prstGeom prst="rect">
            <a:avLst/>
          </a:prstGeom>
        </p:spPr>
        <p:txBody>
          <a:bodyPr spcFirstLastPara="1" vert="horz" wrap="square" lIns="182850" tIns="182850" rIns="182850" bIns="182850" rtlCol="0" anchor="t" anchorCtr="0">
            <a:noAutofit/>
          </a:bodyPr>
          <a:lstStyle/>
          <a:p>
            <a:pPr marL="0" indent="0">
              <a:spcAft>
                <a:spcPts val="2400"/>
              </a:spcAft>
            </a:pPr>
            <a:r>
              <a:rPr lang="de" b="1" dirty="0">
                <a:solidFill>
                  <a:schemeClr val="bg1"/>
                </a:solidFill>
                <a:latin typeface="+mj-lt"/>
              </a:rPr>
              <a:t>Django and Django Rest Framework</a:t>
            </a:r>
            <a:endParaRPr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995" name="Google Shape;995;p43"/>
          <p:cNvSpPr txBox="1">
            <a:spLocks noGrp="1"/>
          </p:cNvSpPr>
          <p:nvPr>
            <p:ph type="subTitle" idx="6"/>
          </p:nvPr>
        </p:nvSpPr>
        <p:spPr>
          <a:xfrm>
            <a:off x="2133840" y="5545175"/>
            <a:ext cx="4679400" cy="1003200"/>
          </a:xfrm>
          <a:prstGeom prst="rect">
            <a:avLst/>
          </a:prstGeom>
        </p:spPr>
        <p:txBody>
          <a:bodyPr spcFirstLastPara="1" vert="horz" wrap="square" lIns="182850" tIns="182850" rIns="182850" bIns="182850" rtlCol="0" anchor="t" anchorCtr="0">
            <a:noAutofit/>
          </a:bodyPr>
          <a:lstStyle/>
          <a:p>
            <a:pPr marL="0" indent="0">
              <a:spcAft>
                <a:spcPts val="2400"/>
              </a:spcAft>
            </a:pPr>
            <a:r>
              <a:rPr lang="de" b="1" dirty="0">
                <a:solidFill>
                  <a:schemeClr val="bg1"/>
                </a:solidFill>
                <a:latin typeface="+mj-lt"/>
              </a:rPr>
              <a:t>React.js</a:t>
            </a:r>
            <a:endParaRPr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997" name="Google Shape;997;p43"/>
          <p:cNvSpPr txBox="1">
            <a:spLocks noGrp="1"/>
          </p:cNvSpPr>
          <p:nvPr>
            <p:ph type="subTitle" idx="8"/>
          </p:nvPr>
        </p:nvSpPr>
        <p:spPr>
          <a:xfrm>
            <a:off x="2989841" y="2151971"/>
            <a:ext cx="3067836" cy="1003200"/>
          </a:xfrm>
          <a:prstGeom prst="rect">
            <a:avLst/>
          </a:prstGeom>
        </p:spPr>
        <p:txBody>
          <a:bodyPr spcFirstLastPara="1" vert="horz" wrap="square" lIns="182850" tIns="182850" rIns="182850" bIns="182850" rtlCol="0" anchor="t" anchorCtr="0">
            <a:noAutofit/>
          </a:bodyPr>
          <a:lstStyle/>
          <a:p>
            <a:pPr marL="345441" lvl="1" indent="0" algn="l">
              <a:lnSpc>
                <a:spcPts val="8000"/>
              </a:lnSpc>
            </a:pPr>
            <a:r>
              <a:rPr lang="en-US" b="1" dirty="0">
                <a:solidFill>
                  <a:schemeClr val="bg1"/>
                </a:solidFill>
                <a:latin typeface="+mj-lt"/>
                <a:ea typeface="Calibri (MS)"/>
                <a:cs typeface="Calibri (MS)"/>
                <a:sym typeface="Calibri (MS)"/>
              </a:rPr>
              <a:t>Python</a:t>
            </a:r>
          </a:p>
        </p:txBody>
      </p:sp>
      <p:sp>
        <p:nvSpPr>
          <p:cNvPr id="999" name="Google Shape;999;p43"/>
          <p:cNvSpPr txBox="1">
            <a:spLocks noGrp="1"/>
          </p:cNvSpPr>
          <p:nvPr>
            <p:ph type="subTitle" idx="13"/>
          </p:nvPr>
        </p:nvSpPr>
        <p:spPr>
          <a:xfrm>
            <a:off x="1877882" y="7266664"/>
            <a:ext cx="4679400" cy="1003200"/>
          </a:xfrm>
          <a:prstGeom prst="rect">
            <a:avLst/>
          </a:prstGeom>
        </p:spPr>
        <p:txBody>
          <a:bodyPr spcFirstLastPara="1" vert="horz" wrap="square" lIns="182850" tIns="182850" rIns="182850" bIns="182850" rtlCol="0" anchor="t" anchorCtr="0">
            <a:noAutofit/>
          </a:bodyPr>
          <a:lstStyle/>
          <a:p>
            <a:pPr marL="0" indent="0">
              <a:spcAft>
                <a:spcPts val="2400"/>
              </a:spcAft>
            </a:pPr>
            <a:r>
              <a:rPr lang="de" b="1" dirty="0">
                <a:solidFill>
                  <a:schemeClr val="bg1"/>
                </a:solidFill>
                <a:latin typeface="+mj-lt"/>
              </a:rPr>
              <a:t>OOPS</a:t>
            </a:r>
            <a:endParaRPr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1001" name="Google Shape;1001;p43"/>
          <p:cNvSpPr txBox="1">
            <a:spLocks noGrp="1"/>
          </p:cNvSpPr>
          <p:nvPr>
            <p:ph type="subTitle" idx="15"/>
          </p:nvPr>
        </p:nvSpPr>
        <p:spPr>
          <a:xfrm>
            <a:off x="9861671" y="3693110"/>
            <a:ext cx="4679400" cy="1003200"/>
          </a:xfrm>
          <a:prstGeom prst="rect">
            <a:avLst/>
          </a:prstGeom>
        </p:spPr>
        <p:txBody>
          <a:bodyPr spcFirstLastPara="1" vert="horz" wrap="square" lIns="182850" tIns="182850" rIns="182850" bIns="182850" rtlCol="0" anchor="t" anchorCtr="0">
            <a:noAutofit/>
          </a:bodyPr>
          <a:lstStyle/>
          <a:p>
            <a:pPr marL="0" indent="0">
              <a:spcAft>
                <a:spcPts val="2400"/>
              </a:spcAft>
            </a:pPr>
            <a:r>
              <a:rPr lang="de" b="1" dirty="0">
                <a:solidFill>
                  <a:schemeClr val="bg1"/>
                </a:solidFill>
                <a:latin typeface="+mj-lt"/>
              </a:rPr>
              <a:t>File handling</a:t>
            </a:r>
            <a:endParaRPr b="1" dirty="0">
              <a:solidFill>
                <a:schemeClr val="bg1"/>
              </a:solidFill>
              <a:latin typeface="+mj-lt"/>
            </a:endParaRPr>
          </a:p>
        </p:txBody>
      </p:sp>
      <p:pic>
        <p:nvPicPr>
          <p:cNvPr id="1008" name="Google Shape;1008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92541" y="2349534"/>
            <a:ext cx="1081200" cy="1081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9" name="Google Shape;1009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04237" y="3843350"/>
            <a:ext cx="1081200" cy="1081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0" name="Google Shape;1010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25821" y="3768147"/>
            <a:ext cx="1081200" cy="1081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1" name="Google Shape;1011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70185" y="5582243"/>
            <a:ext cx="1081200" cy="1081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2" name="Google Shape;1012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70185" y="7289457"/>
            <a:ext cx="1081200" cy="1081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3" name="Google Shape;1013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13176" y="2306016"/>
            <a:ext cx="1081200" cy="1081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14" name="Google Shape;1014;p43"/>
          <p:cNvGrpSpPr/>
          <p:nvPr/>
        </p:nvGrpSpPr>
        <p:grpSpPr>
          <a:xfrm>
            <a:off x="9245225" y="2538065"/>
            <a:ext cx="617106" cy="617106"/>
            <a:chOff x="3082358" y="4048966"/>
            <a:chExt cx="351467" cy="351467"/>
          </a:xfrm>
        </p:grpSpPr>
        <p:sp>
          <p:nvSpPr>
            <p:cNvPr id="1015" name="Google Shape;1015;p43"/>
            <p:cNvSpPr/>
            <p:nvPr/>
          </p:nvSpPr>
          <p:spPr>
            <a:xfrm>
              <a:off x="3124820" y="4125745"/>
              <a:ext cx="103401" cy="14053"/>
            </a:xfrm>
            <a:custGeom>
              <a:avLst/>
              <a:gdLst/>
              <a:ahLst/>
              <a:cxnLst/>
              <a:rect l="l" t="t" r="r" b="b"/>
              <a:pathLst>
                <a:path w="5445" h="740" extrusionOk="0">
                  <a:moveTo>
                    <a:pt x="370" y="1"/>
                  </a:moveTo>
                  <a:cubicBezTo>
                    <a:pt x="175" y="1"/>
                    <a:pt x="1" y="177"/>
                    <a:pt x="1" y="371"/>
                  </a:cubicBezTo>
                  <a:cubicBezTo>
                    <a:pt x="1" y="566"/>
                    <a:pt x="175" y="740"/>
                    <a:pt x="370" y="740"/>
                  </a:cubicBezTo>
                  <a:lnTo>
                    <a:pt x="5094" y="740"/>
                  </a:lnTo>
                  <a:cubicBezTo>
                    <a:pt x="5289" y="740"/>
                    <a:pt x="5444" y="566"/>
                    <a:pt x="5444" y="371"/>
                  </a:cubicBezTo>
                  <a:cubicBezTo>
                    <a:pt x="5444" y="177"/>
                    <a:pt x="5289" y="1"/>
                    <a:pt x="509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latin typeface="+mj-lt"/>
              </a:endParaRPr>
            </a:p>
          </p:txBody>
        </p:sp>
        <p:sp>
          <p:nvSpPr>
            <p:cNvPr id="1016" name="Google Shape;1016;p43"/>
            <p:cNvSpPr/>
            <p:nvPr/>
          </p:nvSpPr>
          <p:spPr>
            <a:xfrm>
              <a:off x="3124820" y="4164524"/>
              <a:ext cx="49849" cy="13673"/>
            </a:xfrm>
            <a:custGeom>
              <a:avLst/>
              <a:gdLst/>
              <a:ahLst/>
              <a:cxnLst/>
              <a:rect l="l" t="t" r="r" b="b"/>
              <a:pathLst>
                <a:path w="2625" h="720" extrusionOk="0">
                  <a:moveTo>
                    <a:pt x="370" y="1"/>
                  </a:moveTo>
                  <a:cubicBezTo>
                    <a:pt x="175" y="1"/>
                    <a:pt x="1" y="157"/>
                    <a:pt x="1" y="351"/>
                  </a:cubicBezTo>
                  <a:cubicBezTo>
                    <a:pt x="1" y="545"/>
                    <a:pt x="175" y="719"/>
                    <a:pt x="370" y="719"/>
                  </a:cubicBezTo>
                  <a:lnTo>
                    <a:pt x="2275" y="719"/>
                  </a:lnTo>
                  <a:cubicBezTo>
                    <a:pt x="2469" y="719"/>
                    <a:pt x="2625" y="545"/>
                    <a:pt x="2625" y="351"/>
                  </a:cubicBezTo>
                  <a:cubicBezTo>
                    <a:pt x="2625" y="157"/>
                    <a:pt x="2469" y="1"/>
                    <a:pt x="22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latin typeface="+mj-lt"/>
              </a:endParaRPr>
            </a:p>
          </p:txBody>
        </p:sp>
        <p:sp>
          <p:nvSpPr>
            <p:cNvPr id="1017" name="Google Shape;1017;p43"/>
            <p:cNvSpPr/>
            <p:nvPr/>
          </p:nvSpPr>
          <p:spPr>
            <a:xfrm>
              <a:off x="3282461" y="4241321"/>
              <a:ext cx="108927" cy="13673"/>
            </a:xfrm>
            <a:custGeom>
              <a:avLst/>
              <a:gdLst/>
              <a:ahLst/>
              <a:cxnLst/>
              <a:rect l="l" t="t" r="r" b="b"/>
              <a:pathLst>
                <a:path w="5736" h="720" extrusionOk="0">
                  <a:moveTo>
                    <a:pt x="370" y="1"/>
                  </a:moveTo>
                  <a:cubicBezTo>
                    <a:pt x="156" y="1"/>
                    <a:pt x="0" y="156"/>
                    <a:pt x="0" y="350"/>
                  </a:cubicBezTo>
                  <a:cubicBezTo>
                    <a:pt x="0" y="564"/>
                    <a:pt x="156" y="719"/>
                    <a:pt x="370" y="719"/>
                  </a:cubicBezTo>
                  <a:lnTo>
                    <a:pt x="5366" y="719"/>
                  </a:lnTo>
                  <a:cubicBezTo>
                    <a:pt x="5560" y="719"/>
                    <a:pt x="5736" y="564"/>
                    <a:pt x="5736" y="350"/>
                  </a:cubicBezTo>
                  <a:cubicBezTo>
                    <a:pt x="5736" y="156"/>
                    <a:pt x="5560" y="1"/>
                    <a:pt x="53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latin typeface="+mj-lt"/>
              </a:endParaRPr>
            </a:p>
          </p:txBody>
        </p:sp>
        <p:sp>
          <p:nvSpPr>
            <p:cNvPr id="1018" name="Google Shape;1018;p43"/>
            <p:cNvSpPr/>
            <p:nvPr/>
          </p:nvSpPr>
          <p:spPr>
            <a:xfrm>
              <a:off x="3282461" y="4279720"/>
              <a:ext cx="108927" cy="13654"/>
            </a:xfrm>
            <a:custGeom>
              <a:avLst/>
              <a:gdLst/>
              <a:ahLst/>
              <a:cxnLst/>
              <a:rect l="l" t="t" r="r" b="b"/>
              <a:pathLst>
                <a:path w="5736" h="719" extrusionOk="0">
                  <a:moveTo>
                    <a:pt x="370" y="0"/>
                  </a:moveTo>
                  <a:cubicBezTo>
                    <a:pt x="156" y="0"/>
                    <a:pt x="0" y="156"/>
                    <a:pt x="0" y="369"/>
                  </a:cubicBezTo>
                  <a:cubicBezTo>
                    <a:pt x="0" y="563"/>
                    <a:pt x="156" y="719"/>
                    <a:pt x="370" y="719"/>
                  </a:cubicBezTo>
                  <a:lnTo>
                    <a:pt x="5366" y="719"/>
                  </a:lnTo>
                  <a:cubicBezTo>
                    <a:pt x="5560" y="719"/>
                    <a:pt x="5736" y="563"/>
                    <a:pt x="5736" y="369"/>
                  </a:cubicBezTo>
                  <a:cubicBezTo>
                    <a:pt x="5736" y="156"/>
                    <a:pt x="5560" y="0"/>
                    <a:pt x="53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latin typeface="+mj-lt"/>
              </a:endParaRPr>
            </a:p>
          </p:txBody>
        </p:sp>
        <p:sp>
          <p:nvSpPr>
            <p:cNvPr id="1019" name="Google Shape;1019;p43"/>
            <p:cNvSpPr/>
            <p:nvPr/>
          </p:nvSpPr>
          <p:spPr>
            <a:xfrm>
              <a:off x="3289829" y="4125745"/>
              <a:ext cx="101559" cy="101919"/>
            </a:xfrm>
            <a:custGeom>
              <a:avLst/>
              <a:gdLst/>
              <a:ahLst/>
              <a:cxnLst/>
              <a:rect l="l" t="t" r="r" b="b"/>
              <a:pathLst>
                <a:path w="5348" h="5367" extrusionOk="0">
                  <a:moveTo>
                    <a:pt x="3034" y="760"/>
                  </a:moveTo>
                  <a:cubicBezTo>
                    <a:pt x="3811" y="915"/>
                    <a:pt x="4433" y="1538"/>
                    <a:pt x="4589" y="2315"/>
                  </a:cubicBezTo>
                  <a:lnTo>
                    <a:pt x="3034" y="2315"/>
                  </a:lnTo>
                  <a:lnTo>
                    <a:pt x="3034" y="760"/>
                  </a:lnTo>
                  <a:close/>
                  <a:moveTo>
                    <a:pt x="4589" y="3054"/>
                  </a:moveTo>
                  <a:cubicBezTo>
                    <a:pt x="4531" y="3306"/>
                    <a:pt x="4433" y="3559"/>
                    <a:pt x="4278" y="3793"/>
                  </a:cubicBezTo>
                  <a:lnTo>
                    <a:pt x="3539" y="3054"/>
                  </a:lnTo>
                  <a:close/>
                  <a:moveTo>
                    <a:pt x="2315" y="760"/>
                  </a:moveTo>
                  <a:lnTo>
                    <a:pt x="2315" y="2684"/>
                  </a:lnTo>
                  <a:cubicBezTo>
                    <a:pt x="2315" y="2782"/>
                    <a:pt x="2354" y="2878"/>
                    <a:pt x="2412" y="2937"/>
                  </a:cubicBezTo>
                  <a:lnTo>
                    <a:pt x="3772" y="4298"/>
                  </a:lnTo>
                  <a:cubicBezTo>
                    <a:pt x="3461" y="4511"/>
                    <a:pt x="3073" y="4628"/>
                    <a:pt x="2665" y="4628"/>
                  </a:cubicBezTo>
                  <a:cubicBezTo>
                    <a:pt x="1595" y="4628"/>
                    <a:pt x="721" y="3754"/>
                    <a:pt x="721" y="2684"/>
                  </a:cubicBezTo>
                  <a:cubicBezTo>
                    <a:pt x="721" y="1732"/>
                    <a:pt x="1401" y="934"/>
                    <a:pt x="2315" y="760"/>
                  </a:cubicBezTo>
                  <a:close/>
                  <a:moveTo>
                    <a:pt x="2665" y="1"/>
                  </a:moveTo>
                  <a:cubicBezTo>
                    <a:pt x="1188" y="1"/>
                    <a:pt x="1" y="1206"/>
                    <a:pt x="1" y="2684"/>
                  </a:cubicBezTo>
                  <a:cubicBezTo>
                    <a:pt x="1" y="4161"/>
                    <a:pt x="1188" y="5366"/>
                    <a:pt x="2665" y="5366"/>
                  </a:cubicBezTo>
                  <a:cubicBezTo>
                    <a:pt x="4143" y="5366"/>
                    <a:pt x="5348" y="4161"/>
                    <a:pt x="5348" y="2684"/>
                  </a:cubicBezTo>
                  <a:cubicBezTo>
                    <a:pt x="5348" y="1206"/>
                    <a:pt x="4143" y="1"/>
                    <a:pt x="26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latin typeface="+mj-lt"/>
              </a:endParaRPr>
            </a:p>
          </p:txBody>
        </p:sp>
        <p:sp>
          <p:nvSpPr>
            <p:cNvPr id="1020" name="Google Shape;1020;p43"/>
            <p:cNvSpPr/>
            <p:nvPr/>
          </p:nvSpPr>
          <p:spPr>
            <a:xfrm>
              <a:off x="3124820" y="4170050"/>
              <a:ext cx="125163" cy="123321"/>
            </a:xfrm>
            <a:custGeom>
              <a:avLst/>
              <a:gdLst/>
              <a:ahLst/>
              <a:cxnLst/>
              <a:rect l="l" t="t" r="r" b="b"/>
              <a:pathLst>
                <a:path w="6591" h="6494" extrusionOk="0">
                  <a:moveTo>
                    <a:pt x="1964" y="4550"/>
                  </a:moveTo>
                  <a:lnTo>
                    <a:pt x="1964" y="5775"/>
                  </a:lnTo>
                  <a:lnTo>
                    <a:pt x="740" y="5775"/>
                  </a:lnTo>
                  <a:lnTo>
                    <a:pt x="740" y="4550"/>
                  </a:lnTo>
                  <a:close/>
                  <a:moveTo>
                    <a:pt x="3908" y="2411"/>
                  </a:moveTo>
                  <a:lnTo>
                    <a:pt x="3908" y="5775"/>
                  </a:lnTo>
                  <a:lnTo>
                    <a:pt x="2684" y="5775"/>
                  </a:lnTo>
                  <a:lnTo>
                    <a:pt x="2684" y="4181"/>
                  </a:lnTo>
                  <a:lnTo>
                    <a:pt x="2684" y="2411"/>
                  </a:lnTo>
                  <a:close/>
                  <a:moveTo>
                    <a:pt x="5872" y="740"/>
                  </a:moveTo>
                  <a:lnTo>
                    <a:pt x="5872" y="5775"/>
                  </a:lnTo>
                  <a:lnTo>
                    <a:pt x="4628" y="5775"/>
                  </a:lnTo>
                  <a:lnTo>
                    <a:pt x="4628" y="740"/>
                  </a:lnTo>
                  <a:close/>
                  <a:moveTo>
                    <a:pt x="4278" y="1"/>
                  </a:moveTo>
                  <a:cubicBezTo>
                    <a:pt x="4083" y="1"/>
                    <a:pt x="3908" y="177"/>
                    <a:pt x="3908" y="371"/>
                  </a:cubicBezTo>
                  <a:lnTo>
                    <a:pt x="3908" y="1693"/>
                  </a:lnTo>
                  <a:lnTo>
                    <a:pt x="2314" y="1693"/>
                  </a:lnTo>
                  <a:cubicBezTo>
                    <a:pt x="2119" y="1693"/>
                    <a:pt x="1964" y="1848"/>
                    <a:pt x="1964" y="2043"/>
                  </a:cubicBezTo>
                  <a:lnTo>
                    <a:pt x="1964" y="3831"/>
                  </a:lnTo>
                  <a:lnTo>
                    <a:pt x="370" y="3831"/>
                  </a:lnTo>
                  <a:cubicBezTo>
                    <a:pt x="175" y="3831"/>
                    <a:pt x="1" y="3987"/>
                    <a:pt x="1" y="4181"/>
                  </a:cubicBezTo>
                  <a:lnTo>
                    <a:pt x="1" y="6144"/>
                  </a:lnTo>
                  <a:cubicBezTo>
                    <a:pt x="1" y="6338"/>
                    <a:pt x="175" y="6494"/>
                    <a:pt x="370" y="6494"/>
                  </a:cubicBezTo>
                  <a:lnTo>
                    <a:pt x="6222" y="6494"/>
                  </a:lnTo>
                  <a:cubicBezTo>
                    <a:pt x="6416" y="6494"/>
                    <a:pt x="6590" y="6338"/>
                    <a:pt x="6590" y="6144"/>
                  </a:cubicBezTo>
                  <a:lnTo>
                    <a:pt x="6590" y="371"/>
                  </a:lnTo>
                  <a:cubicBezTo>
                    <a:pt x="6590" y="177"/>
                    <a:pt x="6416" y="1"/>
                    <a:pt x="622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latin typeface="+mj-lt"/>
              </a:endParaRPr>
            </a:p>
          </p:txBody>
        </p:sp>
        <p:sp>
          <p:nvSpPr>
            <p:cNvPr id="1021" name="Google Shape;1021;p43"/>
            <p:cNvSpPr/>
            <p:nvPr/>
          </p:nvSpPr>
          <p:spPr>
            <a:xfrm>
              <a:off x="3082358" y="4048966"/>
              <a:ext cx="351467" cy="351467"/>
            </a:xfrm>
            <a:custGeom>
              <a:avLst/>
              <a:gdLst/>
              <a:ahLst/>
              <a:cxnLst/>
              <a:rect l="l" t="t" r="r" b="b"/>
              <a:pathLst>
                <a:path w="18508" h="18508" extrusionOk="0">
                  <a:moveTo>
                    <a:pt x="17789" y="720"/>
                  </a:moveTo>
                  <a:lnTo>
                    <a:pt x="17789" y="2022"/>
                  </a:lnTo>
                  <a:lnTo>
                    <a:pt x="10693" y="2022"/>
                  </a:lnTo>
                  <a:cubicBezTo>
                    <a:pt x="10498" y="2022"/>
                    <a:pt x="10343" y="2198"/>
                    <a:pt x="10343" y="2392"/>
                  </a:cubicBezTo>
                  <a:cubicBezTo>
                    <a:pt x="10343" y="2587"/>
                    <a:pt x="10498" y="2761"/>
                    <a:pt x="10693" y="2761"/>
                  </a:cubicBezTo>
                  <a:lnTo>
                    <a:pt x="17284" y="2761"/>
                  </a:lnTo>
                  <a:lnTo>
                    <a:pt x="17284" y="13745"/>
                  </a:lnTo>
                  <a:cubicBezTo>
                    <a:pt x="17284" y="13940"/>
                    <a:pt x="17128" y="14095"/>
                    <a:pt x="16914" y="14095"/>
                  </a:cubicBezTo>
                  <a:lnTo>
                    <a:pt x="1595" y="14095"/>
                  </a:lnTo>
                  <a:cubicBezTo>
                    <a:pt x="1400" y="14095"/>
                    <a:pt x="1226" y="13940"/>
                    <a:pt x="1226" y="13745"/>
                  </a:cubicBezTo>
                  <a:lnTo>
                    <a:pt x="1226" y="2761"/>
                  </a:lnTo>
                  <a:lnTo>
                    <a:pt x="7816" y="2761"/>
                  </a:lnTo>
                  <a:cubicBezTo>
                    <a:pt x="8010" y="2761"/>
                    <a:pt x="8165" y="2587"/>
                    <a:pt x="8165" y="2392"/>
                  </a:cubicBezTo>
                  <a:cubicBezTo>
                    <a:pt x="8165" y="2198"/>
                    <a:pt x="8010" y="2022"/>
                    <a:pt x="7816" y="2022"/>
                  </a:cubicBezTo>
                  <a:lnTo>
                    <a:pt x="721" y="2022"/>
                  </a:lnTo>
                  <a:lnTo>
                    <a:pt x="721" y="720"/>
                  </a:lnTo>
                  <a:close/>
                  <a:moveTo>
                    <a:pt x="9254" y="16389"/>
                  </a:moveTo>
                  <a:cubicBezTo>
                    <a:pt x="9643" y="16389"/>
                    <a:pt x="9954" y="16700"/>
                    <a:pt x="9954" y="17089"/>
                  </a:cubicBezTo>
                  <a:cubicBezTo>
                    <a:pt x="9954" y="17478"/>
                    <a:pt x="9643" y="17789"/>
                    <a:pt x="9254" y="17789"/>
                  </a:cubicBezTo>
                  <a:cubicBezTo>
                    <a:pt x="8865" y="17789"/>
                    <a:pt x="8554" y="17478"/>
                    <a:pt x="8554" y="17089"/>
                  </a:cubicBezTo>
                  <a:cubicBezTo>
                    <a:pt x="8554" y="16700"/>
                    <a:pt x="8865" y="16389"/>
                    <a:pt x="9254" y="16389"/>
                  </a:cubicBezTo>
                  <a:close/>
                  <a:moveTo>
                    <a:pt x="371" y="0"/>
                  </a:moveTo>
                  <a:cubicBezTo>
                    <a:pt x="176" y="0"/>
                    <a:pt x="1" y="176"/>
                    <a:pt x="1" y="371"/>
                  </a:cubicBezTo>
                  <a:lnTo>
                    <a:pt x="1" y="2392"/>
                  </a:lnTo>
                  <a:cubicBezTo>
                    <a:pt x="1" y="2587"/>
                    <a:pt x="176" y="2761"/>
                    <a:pt x="371" y="2761"/>
                  </a:cubicBezTo>
                  <a:lnTo>
                    <a:pt x="506" y="2761"/>
                  </a:lnTo>
                  <a:lnTo>
                    <a:pt x="506" y="13745"/>
                  </a:lnTo>
                  <a:cubicBezTo>
                    <a:pt x="506" y="14329"/>
                    <a:pt x="993" y="14814"/>
                    <a:pt x="1595" y="14814"/>
                  </a:cubicBezTo>
                  <a:lnTo>
                    <a:pt x="8904" y="14814"/>
                  </a:lnTo>
                  <a:lnTo>
                    <a:pt x="8904" y="15728"/>
                  </a:lnTo>
                  <a:cubicBezTo>
                    <a:pt x="8282" y="15884"/>
                    <a:pt x="7836" y="16428"/>
                    <a:pt x="7836" y="17089"/>
                  </a:cubicBezTo>
                  <a:cubicBezTo>
                    <a:pt x="7836" y="17867"/>
                    <a:pt x="8476" y="18508"/>
                    <a:pt x="9254" y="18508"/>
                  </a:cubicBezTo>
                  <a:cubicBezTo>
                    <a:pt x="10032" y="18508"/>
                    <a:pt x="10674" y="17867"/>
                    <a:pt x="10674" y="17089"/>
                  </a:cubicBezTo>
                  <a:cubicBezTo>
                    <a:pt x="10674" y="16428"/>
                    <a:pt x="10226" y="15884"/>
                    <a:pt x="9624" y="15728"/>
                  </a:cubicBezTo>
                  <a:lnTo>
                    <a:pt x="9624" y="14814"/>
                  </a:lnTo>
                  <a:lnTo>
                    <a:pt x="16914" y="14814"/>
                  </a:lnTo>
                  <a:cubicBezTo>
                    <a:pt x="17517" y="14814"/>
                    <a:pt x="18002" y="14329"/>
                    <a:pt x="18002" y="13745"/>
                  </a:cubicBezTo>
                  <a:lnTo>
                    <a:pt x="18002" y="2761"/>
                  </a:lnTo>
                  <a:lnTo>
                    <a:pt x="18139" y="2761"/>
                  </a:lnTo>
                  <a:cubicBezTo>
                    <a:pt x="18352" y="2761"/>
                    <a:pt x="18508" y="2587"/>
                    <a:pt x="18508" y="2392"/>
                  </a:cubicBezTo>
                  <a:lnTo>
                    <a:pt x="18508" y="371"/>
                  </a:lnTo>
                  <a:cubicBezTo>
                    <a:pt x="18508" y="176"/>
                    <a:pt x="18352" y="0"/>
                    <a:pt x="181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latin typeface="+mj-lt"/>
              </a:endParaRPr>
            </a:p>
          </p:txBody>
        </p:sp>
        <p:sp>
          <p:nvSpPr>
            <p:cNvPr id="1022" name="Google Shape;1022;p43"/>
            <p:cNvSpPr/>
            <p:nvPr/>
          </p:nvSpPr>
          <p:spPr>
            <a:xfrm>
              <a:off x="3251449" y="4087365"/>
              <a:ext cx="13692" cy="14034"/>
            </a:xfrm>
            <a:custGeom>
              <a:avLst/>
              <a:gdLst/>
              <a:ahLst/>
              <a:cxnLst/>
              <a:rect l="l" t="t" r="r" b="b"/>
              <a:pathLst>
                <a:path w="721" h="739" extrusionOk="0">
                  <a:moveTo>
                    <a:pt x="350" y="0"/>
                  </a:moveTo>
                  <a:cubicBezTo>
                    <a:pt x="254" y="0"/>
                    <a:pt x="156" y="39"/>
                    <a:pt x="98" y="117"/>
                  </a:cubicBezTo>
                  <a:cubicBezTo>
                    <a:pt x="39" y="176"/>
                    <a:pt x="0" y="272"/>
                    <a:pt x="0" y="370"/>
                  </a:cubicBezTo>
                  <a:cubicBezTo>
                    <a:pt x="0" y="467"/>
                    <a:pt x="39" y="565"/>
                    <a:pt x="98" y="622"/>
                  </a:cubicBezTo>
                  <a:cubicBezTo>
                    <a:pt x="156" y="700"/>
                    <a:pt x="254" y="739"/>
                    <a:pt x="350" y="739"/>
                  </a:cubicBezTo>
                  <a:cubicBezTo>
                    <a:pt x="448" y="739"/>
                    <a:pt x="545" y="700"/>
                    <a:pt x="604" y="622"/>
                  </a:cubicBezTo>
                  <a:cubicBezTo>
                    <a:pt x="681" y="565"/>
                    <a:pt x="720" y="467"/>
                    <a:pt x="720" y="370"/>
                  </a:cubicBezTo>
                  <a:cubicBezTo>
                    <a:pt x="720" y="272"/>
                    <a:pt x="681" y="176"/>
                    <a:pt x="604" y="117"/>
                  </a:cubicBezTo>
                  <a:cubicBezTo>
                    <a:pt x="545" y="39"/>
                    <a:pt x="448" y="0"/>
                    <a:pt x="35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latin typeface="+mj-lt"/>
              </a:endParaRPr>
            </a:p>
          </p:txBody>
        </p:sp>
      </p:grpSp>
      <p:grpSp>
        <p:nvGrpSpPr>
          <p:cNvPr id="1023" name="Google Shape;1023;p43"/>
          <p:cNvGrpSpPr/>
          <p:nvPr/>
        </p:nvGrpSpPr>
        <p:grpSpPr>
          <a:xfrm>
            <a:off x="2002234" y="7581788"/>
            <a:ext cx="617106" cy="496538"/>
            <a:chOff x="3082358" y="3418405"/>
            <a:chExt cx="351467" cy="282799"/>
          </a:xfrm>
        </p:grpSpPr>
        <p:sp>
          <p:nvSpPr>
            <p:cNvPr id="1024" name="Google Shape;1024;p43"/>
            <p:cNvSpPr/>
            <p:nvPr/>
          </p:nvSpPr>
          <p:spPr>
            <a:xfrm>
              <a:off x="3082358" y="3418405"/>
              <a:ext cx="351467" cy="282799"/>
            </a:xfrm>
            <a:custGeom>
              <a:avLst/>
              <a:gdLst/>
              <a:ahLst/>
              <a:cxnLst/>
              <a:rect l="l" t="t" r="r" b="b"/>
              <a:pathLst>
                <a:path w="18508" h="14892" extrusionOk="0">
                  <a:moveTo>
                    <a:pt x="7738" y="2450"/>
                  </a:moveTo>
                  <a:lnTo>
                    <a:pt x="7738" y="8380"/>
                  </a:lnTo>
                  <a:lnTo>
                    <a:pt x="3403" y="8380"/>
                  </a:lnTo>
                  <a:cubicBezTo>
                    <a:pt x="3287" y="7932"/>
                    <a:pt x="2917" y="7564"/>
                    <a:pt x="2470" y="7447"/>
                  </a:cubicBezTo>
                  <a:lnTo>
                    <a:pt x="2470" y="3403"/>
                  </a:lnTo>
                  <a:cubicBezTo>
                    <a:pt x="2917" y="3287"/>
                    <a:pt x="3287" y="2917"/>
                    <a:pt x="3403" y="2450"/>
                  </a:cubicBezTo>
                  <a:close/>
                  <a:moveTo>
                    <a:pt x="15106" y="2450"/>
                  </a:moveTo>
                  <a:cubicBezTo>
                    <a:pt x="15242" y="2917"/>
                    <a:pt x="15592" y="3287"/>
                    <a:pt x="16058" y="3403"/>
                  </a:cubicBezTo>
                  <a:lnTo>
                    <a:pt x="16058" y="7447"/>
                  </a:lnTo>
                  <a:cubicBezTo>
                    <a:pt x="15592" y="7564"/>
                    <a:pt x="15242" y="7932"/>
                    <a:pt x="15106" y="8380"/>
                  </a:cubicBezTo>
                  <a:lnTo>
                    <a:pt x="10770" y="8380"/>
                  </a:lnTo>
                  <a:lnTo>
                    <a:pt x="10770" y="2450"/>
                  </a:lnTo>
                  <a:close/>
                  <a:moveTo>
                    <a:pt x="10052" y="721"/>
                  </a:moveTo>
                  <a:lnTo>
                    <a:pt x="10052" y="10130"/>
                  </a:lnTo>
                  <a:lnTo>
                    <a:pt x="8458" y="10130"/>
                  </a:lnTo>
                  <a:lnTo>
                    <a:pt x="8458" y="721"/>
                  </a:lnTo>
                  <a:close/>
                  <a:moveTo>
                    <a:pt x="17789" y="721"/>
                  </a:moveTo>
                  <a:lnTo>
                    <a:pt x="17789" y="10130"/>
                  </a:lnTo>
                  <a:lnTo>
                    <a:pt x="10770" y="10130"/>
                  </a:lnTo>
                  <a:lnTo>
                    <a:pt x="10770" y="9119"/>
                  </a:lnTo>
                  <a:lnTo>
                    <a:pt x="15417" y="9119"/>
                  </a:lnTo>
                  <a:cubicBezTo>
                    <a:pt x="15612" y="9119"/>
                    <a:pt x="15786" y="8943"/>
                    <a:pt x="15786" y="8749"/>
                  </a:cubicBezTo>
                  <a:cubicBezTo>
                    <a:pt x="15786" y="8399"/>
                    <a:pt x="16058" y="8108"/>
                    <a:pt x="16408" y="8108"/>
                  </a:cubicBezTo>
                  <a:cubicBezTo>
                    <a:pt x="16603" y="8108"/>
                    <a:pt x="16778" y="7952"/>
                    <a:pt x="16778" y="7758"/>
                  </a:cubicBezTo>
                  <a:lnTo>
                    <a:pt x="16778" y="3092"/>
                  </a:lnTo>
                  <a:cubicBezTo>
                    <a:pt x="16778" y="2898"/>
                    <a:pt x="16603" y="2722"/>
                    <a:pt x="16408" y="2722"/>
                  </a:cubicBezTo>
                  <a:cubicBezTo>
                    <a:pt x="16058" y="2722"/>
                    <a:pt x="15786" y="2450"/>
                    <a:pt x="15786" y="2100"/>
                  </a:cubicBezTo>
                  <a:cubicBezTo>
                    <a:pt x="15786" y="1906"/>
                    <a:pt x="15612" y="1731"/>
                    <a:pt x="15417" y="1731"/>
                  </a:cubicBezTo>
                  <a:lnTo>
                    <a:pt x="10770" y="1731"/>
                  </a:lnTo>
                  <a:lnTo>
                    <a:pt x="10770" y="721"/>
                  </a:lnTo>
                  <a:close/>
                  <a:moveTo>
                    <a:pt x="7738" y="10848"/>
                  </a:moveTo>
                  <a:lnTo>
                    <a:pt x="7738" y="12151"/>
                  </a:lnTo>
                  <a:lnTo>
                    <a:pt x="721" y="12151"/>
                  </a:lnTo>
                  <a:lnTo>
                    <a:pt x="721" y="10848"/>
                  </a:lnTo>
                  <a:close/>
                  <a:moveTo>
                    <a:pt x="17789" y="10848"/>
                  </a:moveTo>
                  <a:lnTo>
                    <a:pt x="17789" y="12151"/>
                  </a:lnTo>
                  <a:lnTo>
                    <a:pt x="10770" y="12151"/>
                  </a:lnTo>
                  <a:lnTo>
                    <a:pt x="10770" y="10848"/>
                  </a:lnTo>
                  <a:close/>
                  <a:moveTo>
                    <a:pt x="7738" y="12870"/>
                  </a:moveTo>
                  <a:lnTo>
                    <a:pt x="7738" y="14173"/>
                  </a:lnTo>
                  <a:lnTo>
                    <a:pt x="721" y="14173"/>
                  </a:lnTo>
                  <a:lnTo>
                    <a:pt x="721" y="12870"/>
                  </a:lnTo>
                  <a:close/>
                  <a:moveTo>
                    <a:pt x="10052" y="10848"/>
                  </a:moveTo>
                  <a:lnTo>
                    <a:pt x="10052" y="14173"/>
                  </a:lnTo>
                  <a:lnTo>
                    <a:pt x="8458" y="14173"/>
                  </a:lnTo>
                  <a:lnTo>
                    <a:pt x="8458" y="10848"/>
                  </a:lnTo>
                  <a:close/>
                  <a:moveTo>
                    <a:pt x="17789" y="12870"/>
                  </a:moveTo>
                  <a:lnTo>
                    <a:pt x="17789" y="14173"/>
                  </a:lnTo>
                  <a:lnTo>
                    <a:pt x="10770" y="14173"/>
                  </a:lnTo>
                  <a:lnTo>
                    <a:pt x="10770" y="12870"/>
                  </a:lnTo>
                  <a:close/>
                  <a:moveTo>
                    <a:pt x="371" y="1"/>
                  </a:moveTo>
                  <a:cubicBezTo>
                    <a:pt x="176" y="1"/>
                    <a:pt x="1" y="156"/>
                    <a:pt x="1" y="371"/>
                  </a:cubicBezTo>
                  <a:lnTo>
                    <a:pt x="1" y="14523"/>
                  </a:lnTo>
                  <a:cubicBezTo>
                    <a:pt x="1" y="14736"/>
                    <a:pt x="176" y="14892"/>
                    <a:pt x="371" y="14892"/>
                  </a:cubicBezTo>
                  <a:lnTo>
                    <a:pt x="18139" y="14892"/>
                  </a:lnTo>
                  <a:cubicBezTo>
                    <a:pt x="18352" y="14892"/>
                    <a:pt x="18508" y="14736"/>
                    <a:pt x="18508" y="14523"/>
                  </a:cubicBezTo>
                  <a:lnTo>
                    <a:pt x="18508" y="371"/>
                  </a:lnTo>
                  <a:cubicBezTo>
                    <a:pt x="18508" y="156"/>
                    <a:pt x="18352" y="1"/>
                    <a:pt x="18139" y="1"/>
                  </a:cubicBezTo>
                  <a:lnTo>
                    <a:pt x="5755" y="1"/>
                  </a:lnTo>
                  <a:cubicBezTo>
                    <a:pt x="5560" y="1"/>
                    <a:pt x="5405" y="156"/>
                    <a:pt x="5405" y="371"/>
                  </a:cubicBezTo>
                  <a:cubicBezTo>
                    <a:pt x="5405" y="565"/>
                    <a:pt x="5560" y="721"/>
                    <a:pt x="5755" y="721"/>
                  </a:cubicBezTo>
                  <a:lnTo>
                    <a:pt x="7738" y="721"/>
                  </a:lnTo>
                  <a:lnTo>
                    <a:pt x="7738" y="1731"/>
                  </a:lnTo>
                  <a:lnTo>
                    <a:pt x="3092" y="1731"/>
                  </a:lnTo>
                  <a:cubicBezTo>
                    <a:pt x="2898" y="1731"/>
                    <a:pt x="2742" y="1906"/>
                    <a:pt x="2742" y="2100"/>
                  </a:cubicBezTo>
                  <a:cubicBezTo>
                    <a:pt x="2742" y="2450"/>
                    <a:pt x="2450" y="2722"/>
                    <a:pt x="2100" y="2722"/>
                  </a:cubicBezTo>
                  <a:cubicBezTo>
                    <a:pt x="1906" y="2722"/>
                    <a:pt x="1732" y="2898"/>
                    <a:pt x="1732" y="3092"/>
                  </a:cubicBezTo>
                  <a:lnTo>
                    <a:pt x="1732" y="7758"/>
                  </a:lnTo>
                  <a:cubicBezTo>
                    <a:pt x="1732" y="7952"/>
                    <a:pt x="1906" y="8108"/>
                    <a:pt x="2100" y="8108"/>
                  </a:cubicBezTo>
                  <a:cubicBezTo>
                    <a:pt x="2450" y="8108"/>
                    <a:pt x="2742" y="8399"/>
                    <a:pt x="2742" y="8749"/>
                  </a:cubicBezTo>
                  <a:cubicBezTo>
                    <a:pt x="2742" y="8943"/>
                    <a:pt x="2898" y="9119"/>
                    <a:pt x="3092" y="9119"/>
                  </a:cubicBezTo>
                  <a:lnTo>
                    <a:pt x="7738" y="9119"/>
                  </a:lnTo>
                  <a:lnTo>
                    <a:pt x="7738" y="10130"/>
                  </a:lnTo>
                  <a:lnTo>
                    <a:pt x="721" y="10130"/>
                  </a:lnTo>
                  <a:lnTo>
                    <a:pt x="721" y="721"/>
                  </a:lnTo>
                  <a:lnTo>
                    <a:pt x="2859" y="721"/>
                  </a:lnTo>
                  <a:cubicBezTo>
                    <a:pt x="3072" y="721"/>
                    <a:pt x="3228" y="565"/>
                    <a:pt x="3228" y="371"/>
                  </a:cubicBezTo>
                  <a:cubicBezTo>
                    <a:pt x="3228" y="156"/>
                    <a:pt x="3072" y="1"/>
                    <a:pt x="285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latin typeface="+mj-lt"/>
              </a:endParaRPr>
            </a:p>
          </p:txBody>
        </p:sp>
        <p:sp>
          <p:nvSpPr>
            <p:cNvPr id="1025" name="Google Shape;1025;p43"/>
            <p:cNvSpPr/>
            <p:nvPr/>
          </p:nvSpPr>
          <p:spPr>
            <a:xfrm>
              <a:off x="3310149" y="3515124"/>
              <a:ext cx="42860" cy="13692"/>
            </a:xfrm>
            <a:custGeom>
              <a:avLst/>
              <a:gdLst/>
              <a:ahLst/>
              <a:cxnLst/>
              <a:rect l="l" t="t" r="r" b="b"/>
              <a:pathLst>
                <a:path w="2257" h="721" extrusionOk="0">
                  <a:moveTo>
                    <a:pt x="370" y="1"/>
                  </a:moveTo>
                  <a:cubicBezTo>
                    <a:pt x="175" y="1"/>
                    <a:pt x="1" y="156"/>
                    <a:pt x="1" y="351"/>
                  </a:cubicBezTo>
                  <a:cubicBezTo>
                    <a:pt x="1" y="565"/>
                    <a:pt x="175" y="721"/>
                    <a:pt x="370" y="721"/>
                  </a:cubicBezTo>
                  <a:lnTo>
                    <a:pt x="1886" y="721"/>
                  </a:lnTo>
                  <a:cubicBezTo>
                    <a:pt x="2080" y="721"/>
                    <a:pt x="2256" y="565"/>
                    <a:pt x="2256" y="351"/>
                  </a:cubicBezTo>
                  <a:cubicBezTo>
                    <a:pt x="2256" y="156"/>
                    <a:pt x="2080" y="1"/>
                    <a:pt x="188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latin typeface="+mj-lt"/>
              </a:endParaRPr>
            </a:p>
          </p:txBody>
        </p:sp>
        <p:sp>
          <p:nvSpPr>
            <p:cNvPr id="1026" name="Google Shape;1026;p43"/>
            <p:cNvSpPr/>
            <p:nvPr/>
          </p:nvSpPr>
          <p:spPr>
            <a:xfrm>
              <a:off x="3163580" y="3515124"/>
              <a:ext cx="42481" cy="13692"/>
            </a:xfrm>
            <a:custGeom>
              <a:avLst/>
              <a:gdLst/>
              <a:ahLst/>
              <a:cxnLst/>
              <a:rect l="l" t="t" r="r" b="b"/>
              <a:pathLst>
                <a:path w="2237" h="721" extrusionOk="0">
                  <a:moveTo>
                    <a:pt x="350" y="1"/>
                  </a:moveTo>
                  <a:cubicBezTo>
                    <a:pt x="156" y="1"/>
                    <a:pt x="0" y="156"/>
                    <a:pt x="0" y="351"/>
                  </a:cubicBezTo>
                  <a:cubicBezTo>
                    <a:pt x="0" y="565"/>
                    <a:pt x="156" y="721"/>
                    <a:pt x="350" y="721"/>
                  </a:cubicBezTo>
                  <a:lnTo>
                    <a:pt x="1867" y="721"/>
                  </a:lnTo>
                  <a:cubicBezTo>
                    <a:pt x="2081" y="721"/>
                    <a:pt x="2237" y="565"/>
                    <a:pt x="2237" y="351"/>
                  </a:cubicBezTo>
                  <a:cubicBezTo>
                    <a:pt x="2237" y="156"/>
                    <a:pt x="2081" y="1"/>
                    <a:pt x="186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latin typeface="+mj-lt"/>
              </a:endParaRPr>
            </a:p>
          </p:txBody>
        </p:sp>
        <p:sp>
          <p:nvSpPr>
            <p:cNvPr id="1027" name="Google Shape;1027;p43"/>
            <p:cNvSpPr/>
            <p:nvPr/>
          </p:nvSpPr>
          <p:spPr>
            <a:xfrm>
              <a:off x="3157313" y="3418405"/>
              <a:ext cx="13673" cy="13692"/>
            </a:xfrm>
            <a:custGeom>
              <a:avLst/>
              <a:gdLst/>
              <a:ahLst/>
              <a:cxnLst/>
              <a:rect l="l" t="t" r="r" b="b"/>
              <a:pathLst>
                <a:path w="720" h="721" extrusionOk="0">
                  <a:moveTo>
                    <a:pt x="369" y="1"/>
                  </a:moveTo>
                  <a:cubicBezTo>
                    <a:pt x="273" y="1"/>
                    <a:pt x="175" y="39"/>
                    <a:pt x="117" y="98"/>
                  </a:cubicBezTo>
                  <a:cubicBezTo>
                    <a:pt x="40" y="176"/>
                    <a:pt x="1" y="273"/>
                    <a:pt x="1" y="371"/>
                  </a:cubicBezTo>
                  <a:cubicBezTo>
                    <a:pt x="1" y="448"/>
                    <a:pt x="40" y="545"/>
                    <a:pt x="117" y="623"/>
                  </a:cubicBezTo>
                  <a:cubicBezTo>
                    <a:pt x="175" y="682"/>
                    <a:pt x="273" y="721"/>
                    <a:pt x="369" y="721"/>
                  </a:cubicBezTo>
                  <a:cubicBezTo>
                    <a:pt x="467" y="721"/>
                    <a:pt x="545" y="682"/>
                    <a:pt x="623" y="623"/>
                  </a:cubicBezTo>
                  <a:cubicBezTo>
                    <a:pt x="680" y="545"/>
                    <a:pt x="719" y="448"/>
                    <a:pt x="719" y="371"/>
                  </a:cubicBezTo>
                  <a:cubicBezTo>
                    <a:pt x="719" y="273"/>
                    <a:pt x="680" y="176"/>
                    <a:pt x="623" y="98"/>
                  </a:cubicBezTo>
                  <a:cubicBezTo>
                    <a:pt x="545" y="39"/>
                    <a:pt x="467" y="1"/>
                    <a:pt x="36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latin typeface="+mj-lt"/>
              </a:endParaRPr>
            </a:p>
          </p:txBody>
        </p:sp>
      </p:grpSp>
      <p:grpSp>
        <p:nvGrpSpPr>
          <p:cNvPr id="1028" name="Google Shape;1028;p43"/>
          <p:cNvGrpSpPr/>
          <p:nvPr/>
        </p:nvGrpSpPr>
        <p:grpSpPr>
          <a:xfrm>
            <a:off x="2001249" y="5814371"/>
            <a:ext cx="619072" cy="616944"/>
            <a:chOff x="3081617" y="2719269"/>
            <a:chExt cx="352587" cy="351375"/>
          </a:xfrm>
        </p:grpSpPr>
        <p:sp>
          <p:nvSpPr>
            <p:cNvPr id="1029" name="Google Shape;1029;p43"/>
            <p:cNvSpPr/>
            <p:nvPr/>
          </p:nvSpPr>
          <p:spPr>
            <a:xfrm>
              <a:off x="3081617" y="2719269"/>
              <a:ext cx="352587" cy="216999"/>
            </a:xfrm>
            <a:custGeom>
              <a:avLst/>
              <a:gdLst/>
              <a:ahLst/>
              <a:cxnLst/>
              <a:rect l="l" t="t" r="r" b="b"/>
              <a:pathLst>
                <a:path w="18567" h="11427" extrusionOk="0">
                  <a:moveTo>
                    <a:pt x="18197" y="1"/>
                  </a:moveTo>
                  <a:cubicBezTo>
                    <a:pt x="18164" y="1"/>
                    <a:pt x="18132" y="6"/>
                    <a:pt x="18100" y="16"/>
                  </a:cubicBezTo>
                  <a:lnTo>
                    <a:pt x="14757" y="910"/>
                  </a:lnTo>
                  <a:cubicBezTo>
                    <a:pt x="14620" y="929"/>
                    <a:pt x="14523" y="1027"/>
                    <a:pt x="14503" y="1162"/>
                  </a:cubicBezTo>
                  <a:cubicBezTo>
                    <a:pt x="14464" y="1279"/>
                    <a:pt x="14503" y="1416"/>
                    <a:pt x="14581" y="1512"/>
                  </a:cubicBezTo>
                  <a:lnTo>
                    <a:pt x="14912" y="1823"/>
                  </a:lnTo>
                  <a:lnTo>
                    <a:pt x="11063" y="5672"/>
                  </a:lnTo>
                  <a:lnTo>
                    <a:pt x="7738" y="2367"/>
                  </a:lnTo>
                  <a:cubicBezTo>
                    <a:pt x="7670" y="2300"/>
                    <a:pt x="7578" y="2266"/>
                    <a:pt x="7486" y="2266"/>
                  </a:cubicBezTo>
                  <a:cubicBezTo>
                    <a:pt x="7393" y="2266"/>
                    <a:pt x="7301" y="2300"/>
                    <a:pt x="7232" y="2367"/>
                  </a:cubicBezTo>
                  <a:lnTo>
                    <a:pt x="156" y="9444"/>
                  </a:lnTo>
                  <a:cubicBezTo>
                    <a:pt x="1" y="9599"/>
                    <a:pt x="1" y="9814"/>
                    <a:pt x="156" y="9969"/>
                  </a:cubicBezTo>
                  <a:lnTo>
                    <a:pt x="1498" y="11310"/>
                  </a:lnTo>
                  <a:cubicBezTo>
                    <a:pt x="1576" y="11388"/>
                    <a:pt x="1673" y="11427"/>
                    <a:pt x="1771" y="11427"/>
                  </a:cubicBezTo>
                  <a:cubicBezTo>
                    <a:pt x="1848" y="11427"/>
                    <a:pt x="1945" y="11388"/>
                    <a:pt x="2022" y="11310"/>
                  </a:cubicBezTo>
                  <a:lnTo>
                    <a:pt x="7486" y="5848"/>
                  </a:lnTo>
                  <a:lnTo>
                    <a:pt x="10791" y="9153"/>
                  </a:lnTo>
                  <a:cubicBezTo>
                    <a:pt x="10869" y="9231"/>
                    <a:pt x="10965" y="9269"/>
                    <a:pt x="11063" y="9269"/>
                  </a:cubicBezTo>
                  <a:cubicBezTo>
                    <a:pt x="11159" y="9269"/>
                    <a:pt x="11237" y="9231"/>
                    <a:pt x="11315" y="9153"/>
                  </a:cubicBezTo>
                  <a:lnTo>
                    <a:pt x="13240" y="7248"/>
                  </a:lnTo>
                  <a:cubicBezTo>
                    <a:pt x="13376" y="7092"/>
                    <a:pt x="13376" y="6878"/>
                    <a:pt x="13240" y="6722"/>
                  </a:cubicBezTo>
                  <a:cubicBezTo>
                    <a:pt x="13162" y="6654"/>
                    <a:pt x="13070" y="6621"/>
                    <a:pt x="12977" y="6621"/>
                  </a:cubicBezTo>
                  <a:cubicBezTo>
                    <a:pt x="12885" y="6621"/>
                    <a:pt x="12792" y="6654"/>
                    <a:pt x="12715" y="6722"/>
                  </a:cubicBezTo>
                  <a:lnTo>
                    <a:pt x="11063" y="8394"/>
                  </a:lnTo>
                  <a:lnTo>
                    <a:pt x="7738" y="5089"/>
                  </a:lnTo>
                  <a:cubicBezTo>
                    <a:pt x="7680" y="5011"/>
                    <a:pt x="7582" y="4972"/>
                    <a:pt x="7486" y="4972"/>
                  </a:cubicBezTo>
                  <a:cubicBezTo>
                    <a:pt x="7388" y="4972"/>
                    <a:pt x="7292" y="5011"/>
                    <a:pt x="7232" y="5089"/>
                  </a:cubicBezTo>
                  <a:lnTo>
                    <a:pt x="1771" y="10553"/>
                  </a:lnTo>
                  <a:lnTo>
                    <a:pt x="915" y="9716"/>
                  </a:lnTo>
                  <a:lnTo>
                    <a:pt x="7486" y="3145"/>
                  </a:lnTo>
                  <a:lnTo>
                    <a:pt x="10791" y="6450"/>
                  </a:lnTo>
                  <a:cubicBezTo>
                    <a:pt x="10869" y="6509"/>
                    <a:pt x="10965" y="6548"/>
                    <a:pt x="11063" y="6548"/>
                  </a:cubicBezTo>
                  <a:cubicBezTo>
                    <a:pt x="11159" y="6548"/>
                    <a:pt x="11237" y="6509"/>
                    <a:pt x="11315" y="6450"/>
                  </a:cubicBezTo>
                  <a:lnTo>
                    <a:pt x="15670" y="2077"/>
                  </a:lnTo>
                  <a:cubicBezTo>
                    <a:pt x="15825" y="1940"/>
                    <a:pt x="15825" y="1706"/>
                    <a:pt x="15670" y="1571"/>
                  </a:cubicBezTo>
                  <a:lnTo>
                    <a:pt x="15534" y="1434"/>
                  </a:lnTo>
                  <a:lnTo>
                    <a:pt x="17673" y="871"/>
                  </a:lnTo>
                  <a:lnTo>
                    <a:pt x="17108" y="3010"/>
                  </a:lnTo>
                  <a:lnTo>
                    <a:pt x="17030" y="2932"/>
                  </a:lnTo>
                  <a:cubicBezTo>
                    <a:pt x="16973" y="2854"/>
                    <a:pt x="16875" y="2815"/>
                    <a:pt x="16778" y="2815"/>
                  </a:cubicBezTo>
                  <a:cubicBezTo>
                    <a:pt x="16680" y="2815"/>
                    <a:pt x="16584" y="2854"/>
                    <a:pt x="16525" y="2932"/>
                  </a:cubicBezTo>
                  <a:lnTo>
                    <a:pt x="14757" y="4682"/>
                  </a:lnTo>
                  <a:cubicBezTo>
                    <a:pt x="14620" y="4817"/>
                    <a:pt x="14620" y="5050"/>
                    <a:pt x="14757" y="5187"/>
                  </a:cubicBezTo>
                  <a:cubicBezTo>
                    <a:pt x="14834" y="5265"/>
                    <a:pt x="14927" y="5304"/>
                    <a:pt x="15019" y="5304"/>
                  </a:cubicBezTo>
                  <a:cubicBezTo>
                    <a:pt x="15111" y="5304"/>
                    <a:pt x="15203" y="5265"/>
                    <a:pt x="15281" y="5187"/>
                  </a:cubicBezTo>
                  <a:lnTo>
                    <a:pt x="16778" y="3689"/>
                  </a:lnTo>
                  <a:lnTo>
                    <a:pt x="17030" y="3962"/>
                  </a:lnTo>
                  <a:cubicBezTo>
                    <a:pt x="17102" y="4018"/>
                    <a:pt x="17194" y="4055"/>
                    <a:pt x="17284" y="4055"/>
                  </a:cubicBezTo>
                  <a:cubicBezTo>
                    <a:pt x="17316" y="4055"/>
                    <a:pt x="17349" y="4050"/>
                    <a:pt x="17380" y="4039"/>
                  </a:cubicBezTo>
                  <a:cubicBezTo>
                    <a:pt x="17517" y="4021"/>
                    <a:pt x="17614" y="3923"/>
                    <a:pt x="17634" y="3787"/>
                  </a:cubicBezTo>
                  <a:lnTo>
                    <a:pt x="18528" y="444"/>
                  </a:lnTo>
                  <a:cubicBezTo>
                    <a:pt x="18567" y="327"/>
                    <a:pt x="18528" y="190"/>
                    <a:pt x="18450" y="94"/>
                  </a:cubicBezTo>
                  <a:cubicBezTo>
                    <a:pt x="18379" y="37"/>
                    <a:pt x="18287" y="1"/>
                    <a:pt x="1819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latin typeface="+mj-lt"/>
              </a:endParaRPr>
            </a:p>
          </p:txBody>
        </p:sp>
        <p:sp>
          <p:nvSpPr>
            <p:cNvPr id="1030" name="Google Shape;1030;p43"/>
            <p:cNvSpPr/>
            <p:nvPr/>
          </p:nvSpPr>
          <p:spPr>
            <a:xfrm>
              <a:off x="3082358" y="2842479"/>
              <a:ext cx="351467" cy="228165"/>
            </a:xfrm>
            <a:custGeom>
              <a:avLst/>
              <a:gdLst/>
              <a:ahLst/>
              <a:cxnLst/>
              <a:rect l="l" t="t" r="r" b="b"/>
              <a:pathLst>
                <a:path w="18508" h="12015" extrusionOk="0">
                  <a:moveTo>
                    <a:pt x="2742" y="8341"/>
                  </a:moveTo>
                  <a:lnTo>
                    <a:pt x="2742" y="11296"/>
                  </a:lnTo>
                  <a:lnTo>
                    <a:pt x="1459" y="11296"/>
                  </a:lnTo>
                  <a:lnTo>
                    <a:pt x="1459" y="8341"/>
                  </a:lnTo>
                  <a:close/>
                  <a:moveTo>
                    <a:pt x="6338" y="5037"/>
                  </a:moveTo>
                  <a:lnTo>
                    <a:pt x="6338" y="11296"/>
                  </a:lnTo>
                  <a:lnTo>
                    <a:pt x="5036" y="11296"/>
                  </a:lnTo>
                  <a:lnTo>
                    <a:pt x="5036" y="5037"/>
                  </a:lnTo>
                  <a:close/>
                  <a:moveTo>
                    <a:pt x="9915" y="6960"/>
                  </a:moveTo>
                  <a:lnTo>
                    <a:pt x="9915" y="11296"/>
                  </a:lnTo>
                  <a:lnTo>
                    <a:pt x="8613" y="11296"/>
                  </a:lnTo>
                  <a:lnTo>
                    <a:pt x="8613" y="6960"/>
                  </a:lnTo>
                  <a:close/>
                  <a:moveTo>
                    <a:pt x="13492" y="5037"/>
                  </a:moveTo>
                  <a:lnTo>
                    <a:pt x="13492" y="11296"/>
                  </a:lnTo>
                  <a:lnTo>
                    <a:pt x="12190" y="11296"/>
                  </a:lnTo>
                  <a:lnTo>
                    <a:pt x="12190" y="5037"/>
                  </a:lnTo>
                  <a:close/>
                  <a:moveTo>
                    <a:pt x="17069" y="721"/>
                  </a:moveTo>
                  <a:lnTo>
                    <a:pt x="17069" y="11296"/>
                  </a:lnTo>
                  <a:lnTo>
                    <a:pt x="15767" y="11296"/>
                  </a:lnTo>
                  <a:lnTo>
                    <a:pt x="15767" y="721"/>
                  </a:lnTo>
                  <a:close/>
                  <a:moveTo>
                    <a:pt x="15397" y="1"/>
                  </a:moveTo>
                  <a:cubicBezTo>
                    <a:pt x="15203" y="1"/>
                    <a:pt x="15047" y="156"/>
                    <a:pt x="15047" y="371"/>
                  </a:cubicBezTo>
                  <a:lnTo>
                    <a:pt x="15047" y="11296"/>
                  </a:lnTo>
                  <a:lnTo>
                    <a:pt x="14212" y="11296"/>
                  </a:lnTo>
                  <a:lnTo>
                    <a:pt x="14212" y="4666"/>
                  </a:lnTo>
                  <a:cubicBezTo>
                    <a:pt x="14212" y="4472"/>
                    <a:pt x="14036" y="4316"/>
                    <a:pt x="13842" y="4316"/>
                  </a:cubicBezTo>
                  <a:lnTo>
                    <a:pt x="11820" y="4316"/>
                  </a:lnTo>
                  <a:cubicBezTo>
                    <a:pt x="11626" y="4316"/>
                    <a:pt x="11470" y="4472"/>
                    <a:pt x="11470" y="4666"/>
                  </a:cubicBezTo>
                  <a:lnTo>
                    <a:pt x="11470" y="11296"/>
                  </a:lnTo>
                  <a:lnTo>
                    <a:pt x="10635" y="11296"/>
                  </a:lnTo>
                  <a:lnTo>
                    <a:pt x="10635" y="6592"/>
                  </a:lnTo>
                  <a:cubicBezTo>
                    <a:pt x="10635" y="6397"/>
                    <a:pt x="10459" y="6222"/>
                    <a:pt x="10265" y="6222"/>
                  </a:cubicBezTo>
                  <a:lnTo>
                    <a:pt x="8243" y="6222"/>
                  </a:lnTo>
                  <a:cubicBezTo>
                    <a:pt x="8049" y="6222"/>
                    <a:pt x="7875" y="6397"/>
                    <a:pt x="7875" y="6592"/>
                  </a:cubicBezTo>
                  <a:lnTo>
                    <a:pt x="7875" y="11296"/>
                  </a:lnTo>
                  <a:lnTo>
                    <a:pt x="7058" y="11296"/>
                  </a:lnTo>
                  <a:lnTo>
                    <a:pt x="7058" y="4666"/>
                  </a:lnTo>
                  <a:cubicBezTo>
                    <a:pt x="7058" y="4472"/>
                    <a:pt x="6882" y="4316"/>
                    <a:pt x="6688" y="4316"/>
                  </a:cubicBezTo>
                  <a:lnTo>
                    <a:pt x="4666" y="4316"/>
                  </a:lnTo>
                  <a:cubicBezTo>
                    <a:pt x="4472" y="4316"/>
                    <a:pt x="4298" y="4472"/>
                    <a:pt x="4298" y="4666"/>
                  </a:cubicBezTo>
                  <a:lnTo>
                    <a:pt x="4298" y="11296"/>
                  </a:lnTo>
                  <a:lnTo>
                    <a:pt x="3481" y="11296"/>
                  </a:lnTo>
                  <a:lnTo>
                    <a:pt x="3481" y="7971"/>
                  </a:lnTo>
                  <a:cubicBezTo>
                    <a:pt x="3481" y="7777"/>
                    <a:pt x="3305" y="7621"/>
                    <a:pt x="3111" y="7621"/>
                  </a:cubicBezTo>
                  <a:lnTo>
                    <a:pt x="1089" y="7621"/>
                  </a:lnTo>
                  <a:cubicBezTo>
                    <a:pt x="895" y="7621"/>
                    <a:pt x="721" y="7777"/>
                    <a:pt x="721" y="7971"/>
                  </a:cubicBezTo>
                  <a:lnTo>
                    <a:pt x="721" y="11296"/>
                  </a:lnTo>
                  <a:lnTo>
                    <a:pt x="371" y="11296"/>
                  </a:lnTo>
                  <a:cubicBezTo>
                    <a:pt x="176" y="11296"/>
                    <a:pt x="1" y="11452"/>
                    <a:pt x="1" y="11646"/>
                  </a:cubicBezTo>
                  <a:cubicBezTo>
                    <a:pt x="1" y="11841"/>
                    <a:pt x="176" y="12015"/>
                    <a:pt x="371" y="12015"/>
                  </a:cubicBezTo>
                  <a:lnTo>
                    <a:pt x="18139" y="12015"/>
                  </a:lnTo>
                  <a:cubicBezTo>
                    <a:pt x="18352" y="12015"/>
                    <a:pt x="18508" y="11841"/>
                    <a:pt x="18508" y="11646"/>
                  </a:cubicBezTo>
                  <a:cubicBezTo>
                    <a:pt x="18508" y="11452"/>
                    <a:pt x="18352" y="11296"/>
                    <a:pt x="18139" y="11296"/>
                  </a:cubicBezTo>
                  <a:lnTo>
                    <a:pt x="17789" y="11296"/>
                  </a:lnTo>
                  <a:lnTo>
                    <a:pt x="17789" y="371"/>
                  </a:lnTo>
                  <a:cubicBezTo>
                    <a:pt x="17789" y="156"/>
                    <a:pt x="17634" y="1"/>
                    <a:pt x="1741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latin typeface="+mj-lt"/>
              </a:endParaRPr>
            </a:p>
          </p:txBody>
        </p:sp>
        <p:sp>
          <p:nvSpPr>
            <p:cNvPr id="1031" name="Google Shape;1031;p43"/>
            <p:cNvSpPr/>
            <p:nvPr/>
          </p:nvSpPr>
          <p:spPr>
            <a:xfrm>
              <a:off x="3340439" y="2825502"/>
              <a:ext cx="14034" cy="13692"/>
            </a:xfrm>
            <a:custGeom>
              <a:avLst/>
              <a:gdLst/>
              <a:ahLst/>
              <a:cxnLst/>
              <a:rect l="l" t="t" r="r" b="b"/>
              <a:pathLst>
                <a:path w="739" h="721" extrusionOk="0">
                  <a:moveTo>
                    <a:pt x="369" y="0"/>
                  </a:moveTo>
                  <a:cubicBezTo>
                    <a:pt x="272" y="0"/>
                    <a:pt x="174" y="39"/>
                    <a:pt x="117" y="117"/>
                  </a:cubicBezTo>
                  <a:cubicBezTo>
                    <a:pt x="39" y="176"/>
                    <a:pt x="0" y="273"/>
                    <a:pt x="0" y="371"/>
                  </a:cubicBezTo>
                  <a:cubicBezTo>
                    <a:pt x="0" y="467"/>
                    <a:pt x="39" y="565"/>
                    <a:pt x="117" y="623"/>
                  </a:cubicBezTo>
                  <a:cubicBezTo>
                    <a:pt x="174" y="682"/>
                    <a:pt x="272" y="721"/>
                    <a:pt x="369" y="721"/>
                  </a:cubicBezTo>
                  <a:cubicBezTo>
                    <a:pt x="467" y="721"/>
                    <a:pt x="563" y="682"/>
                    <a:pt x="622" y="623"/>
                  </a:cubicBezTo>
                  <a:cubicBezTo>
                    <a:pt x="700" y="565"/>
                    <a:pt x="739" y="467"/>
                    <a:pt x="739" y="371"/>
                  </a:cubicBezTo>
                  <a:cubicBezTo>
                    <a:pt x="739" y="273"/>
                    <a:pt x="700" y="176"/>
                    <a:pt x="622" y="117"/>
                  </a:cubicBezTo>
                  <a:cubicBezTo>
                    <a:pt x="563" y="39"/>
                    <a:pt x="467" y="0"/>
                    <a:pt x="36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latin typeface="+mj-lt"/>
              </a:endParaRPr>
            </a:p>
          </p:txBody>
        </p:sp>
      </p:grpSp>
      <p:grpSp>
        <p:nvGrpSpPr>
          <p:cNvPr id="1032" name="Google Shape;1032;p43"/>
          <p:cNvGrpSpPr/>
          <p:nvPr/>
        </p:nvGrpSpPr>
        <p:grpSpPr>
          <a:xfrm>
            <a:off x="2096568" y="4072087"/>
            <a:ext cx="496538" cy="617106"/>
            <a:chOff x="3116711" y="2054296"/>
            <a:chExt cx="282799" cy="351467"/>
          </a:xfrm>
        </p:grpSpPr>
        <p:sp>
          <p:nvSpPr>
            <p:cNvPr id="1033" name="Google Shape;1033;p43"/>
            <p:cNvSpPr/>
            <p:nvPr/>
          </p:nvSpPr>
          <p:spPr>
            <a:xfrm>
              <a:off x="3116711" y="2058778"/>
              <a:ext cx="282799" cy="346985"/>
            </a:xfrm>
            <a:custGeom>
              <a:avLst/>
              <a:gdLst/>
              <a:ahLst/>
              <a:cxnLst/>
              <a:rect l="l" t="t" r="r" b="b"/>
              <a:pathLst>
                <a:path w="14892" h="18272" extrusionOk="0">
                  <a:moveTo>
                    <a:pt x="8806" y="10320"/>
                  </a:moveTo>
                  <a:lnTo>
                    <a:pt x="8806" y="10884"/>
                  </a:lnTo>
                  <a:lnTo>
                    <a:pt x="6084" y="10884"/>
                  </a:lnTo>
                  <a:lnTo>
                    <a:pt x="6084" y="10320"/>
                  </a:lnTo>
                  <a:close/>
                  <a:moveTo>
                    <a:pt x="7056" y="11623"/>
                  </a:moveTo>
                  <a:lnTo>
                    <a:pt x="6084" y="12595"/>
                  </a:lnTo>
                  <a:lnTo>
                    <a:pt x="6084" y="11623"/>
                  </a:lnTo>
                  <a:close/>
                  <a:moveTo>
                    <a:pt x="8806" y="11623"/>
                  </a:moveTo>
                  <a:lnTo>
                    <a:pt x="8806" y="12595"/>
                  </a:lnTo>
                  <a:lnTo>
                    <a:pt x="7834" y="11623"/>
                  </a:lnTo>
                  <a:close/>
                  <a:moveTo>
                    <a:pt x="7445" y="12245"/>
                  </a:moveTo>
                  <a:lnTo>
                    <a:pt x="8184" y="12984"/>
                  </a:lnTo>
                  <a:lnTo>
                    <a:pt x="7834" y="13625"/>
                  </a:lnTo>
                  <a:lnTo>
                    <a:pt x="7077" y="13625"/>
                  </a:lnTo>
                  <a:lnTo>
                    <a:pt x="6727" y="12984"/>
                  </a:lnTo>
                  <a:lnTo>
                    <a:pt x="7445" y="12245"/>
                  </a:lnTo>
                  <a:close/>
                  <a:moveTo>
                    <a:pt x="5366" y="11740"/>
                  </a:moveTo>
                  <a:lnTo>
                    <a:pt x="5366" y="13469"/>
                  </a:lnTo>
                  <a:cubicBezTo>
                    <a:pt x="5366" y="13606"/>
                    <a:pt x="5444" y="13741"/>
                    <a:pt x="5579" y="13800"/>
                  </a:cubicBezTo>
                  <a:cubicBezTo>
                    <a:pt x="5622" y="13819"/>
                    <a:pt x="5668" y="13827"/>
                    <a:pt x="5714" y="13827"/>
                  </a:cubicBezTo>
                  <a:cubicBezTo>
                    <a:pt x="5811" y="13827"/>
                    <a:pt x="5908" y="13788"/>
                    <a:pt x="5988" y="13723"/>
                  </a:cubicBezTo>
                  <a:lnTo>
                    <a:pt x="6182" y="13508"/>
                  </a:lnTo>
                  <a:lnTo>
                    <a:pt x="6473" y="14034"/>
                  </a:lnTo>
                  <a:lnTo>
                    <a:pt x="5695" y="17533"/>
                  </a:lnTo>
                  <a:lnTo>
                    <a:pt x="3033" y="17533"/>
                  </a:lnTo>
                  <a:lnTo>
                    <a:pt x="3033" y="15141"/>
                  </a:lnTo>
                  <a:cubicBezTo>
                    <a:pt x="3033" y="14947"/>
                    <a:pt x="2857" y="14791"/>
                    <a:pt x="2663" y="14791"/>
                  </a:cubicBezTo>
                  <a:cubicBezTo>
                    <a:pt x="2468" y="14791"/>
                    <a:pt x="2313" y="14947"/>
                    <a:pt x="2313" y="15141"/>
                  </a:cubicBezTo>
                  <a:lnTo>
                    <a:pt x="2313" y="17533"/>
                  </a:lnTo>
                  <a:lnTo>
                    <a:pt x="719" y="17533"/>
                  </a:lnTo>
                  <a:lnTo>
                    <a:pt x="719" y="14228"/>
                  </a:lnTo>
                  <a:cubicBezTo>
                    <a:pt x="719" y="13780"/>
                    <a:pt x="1050" y="13373"/>
                    <a:pt x="1535" y="13197"/>
                  </a:cubicBezTo>
                  <a:lnTo>
                    <a:pt x="5366" y="11740"/>
                  </a:lnTo>
                  <a:close/>
                  <a:moveTo>
                    <a:pt x="7756" y="14345"/>
                  </a:moveTo>
                  <a:lnTo>
                    <a:pt x="8456" y="17533"/>
                  </a:lnTo>
                  <a:lnTo>
                    <a:pt x="6434" y="17533"/>
                  </a:lnTo>
                  <a:lnTo>
                    <a:pt x="7154" y="14345"/>
                  </a:lnTo>
                  <a:close/>
                  <a:moveTo>
                    <a:pt x="9526" y="11740"/>
                  </a:moveTo>
                  <a:lnTo>
                    <a:pt x="13355" y="13197"/>
                  </a:lnTo>
                  <a:cubicBezTo>
                    <a:pt x="13860" y="13373"/>
                    <a:pt x="14171" y="13780"/>
                    <a:pt x="14171" y="14228"/>
                  </a:cubicBezTo>
                  <a:lnTo>
                    <a:pt x="14171" y="17533"/>
                  </a:lnTo>
                  <a:lnTo>
                    <a:pt x="12598" y="17533"/>
                  </a:lnTo>
                  <a:lnTo>
                    <a:pt x="12598" y="15141"/>
                  </a:lnTo>
                  <a:cubicBezTo>
                    <a:pt x="12598" y="14947"/>
                    <a:pt x="12422" y="14791"/>
                    <a:pt x="12227" y="14791"/>
                  </a:cubicBezTo>
                  <a:cubicBezTo>
                    <a:pt x="12033" y="14791"/>
                    <a:pt x="11859" y="14947"/>
                    <a:pt x="11859" y="15141"/>
                  </a:cubicBezTo>
                  <a:lnTo>
                    <a:pt x="11859" y="17533"/>
                  </a:lnTo>
                  <a:lnTo>
                    <a:pt x="9195" y="17533"/>
                  </a:lnTo>
                  <a:lnTo>
                    <a:pt x="8417" y="14034"/>
                  </a:lnTo>
                  <a:lnTo>
                    <a:pt x="8710" y="13508"/>
                  </a:lnTo>
                  <a:lnTo>
                    <a:pt x="8923" y="13723"/>
                  </a:lnTo>
                  <a:cubicBezTo>
                    <a:pt x="8982" y="13800"/>
                    <a:pt x="9078" y="13819"/>
                    <a:pt x="9176" y="13819"/>
                  </a:cubicBezTo>
                  <a:cubicBezTo>
                    <a:pt x="9215" y="13819"/>
                    <a:pt x="9272" y="13819"/>
                    <a:pt x="9311" y="13800"/>
                  </a:cubicBezTo>
                  <a:cubicBezTo>
                    <a:pt x="9448" y="13741"/>
                    <a:pt x="9526" y="13606"/>
                    <a:pt x="9526" y="13469"/>
                  </a:cubicBezTo>
                  <a:lnTo>
                    <a:pt x="9526" y="11740"/>
                  </a:lnTo>
                  <a:close/>
                  <a:moveTo>
                    <a:pt x="5995" y="0"/>
                  </a:moveTo>
                  <a:cubicBezTo>
                    <a:pt x="5959" y="0"/>
                    <a:pt x="5924" y="5"/>
                    <a:pt x="5890" y="17"/>
                  </a:cubicBezTo>
                  <a:cubicBezTo>
                    <a:pt x="3946" y="678"/>
                    <a:pt x="2605" y="2505"/>
                    <a:pt x="2566" y="4547"/>
                  </a:cubicBezTo>
                  <a:cubicBezTo>
                    <a:pt x="2546" y="6180"/>
                    <a:pt x="3324" y="7715"/>
                    <a:pt x="4685" y="8648"/>
                  </a:cubicBezTo>
                  <a:cubicBezTo>
                    <a:pt x="5112" y="8940"/>
                    <a:pt x="5366" y="9426"/>
                    <a:pt x="5366" y="9951"/>
                  </a:cubicBezTo>
                  <a:lnTo>
                    <a:pt x="5366" y="10962"/>
                  </a:lnTo>
                  <a:lnTo>
                    <a:pt x="1283" y="12517"/>
                  </a:lnTo>
                  <a:cubicBezTo>
                    <a:pt x="506" y="12808"/>
                    <a:pt x="0" y="13489"/>
                    <a:pt x="0" y="14228"/>
                  </a:cubicBezTo>
                  <a:lnTo>
                    <a:pt x="0" y="17902"/>
                  </a:lnTo>
                  <a:cubicBezTo>
                    <a:pt x="0" y="18096"/>
                    <a:pt x="156" y="18272"/>
                    <a:pt x="369" y="18272"/>
                  </a:cubicBezTo>
                  <a:lnTo>
                    <a:pt x="14542" y="18272"/>
                  </a:lnTo>
                  <a:cubicBezTo>
                    <a:pt x="14736" y="18272"/>
                    <a:pt x="14892" y="18096"/>
                    <a:pt x="14892" y="17902"/>
                  </a:cubicBezTo>
                  <a:lnTo>
                    <a:pt x="14892" y="14228"/>
                  </a:lnTo>
                  <a:cubicBezTo>
                    <a:pt x="14892" y="13489"/>
                    <a:pt x="14386" y="12808"/>
                    <a:pt x="13627" y="12517"/>
                  </a:cubicBezTo>
                  <a:lnTo>
                    <a:pt x="9526" y="10962"/>
                  </a:lnTo>
                  <a:lnTo>
                    <a:pt x="9526" y="9951"/>
                  </a:lnTo>
                  <a:cubicBezTo>
                    <a:pt x="9526" y="9426"/>
                    <a:pt x="9798" y="8940"/>
                    <a:pt x="10226" y="8648"/>
                  </a:cubicBezTo>
                  <a:cubicBezTo>
                    <a:pt x="11548" y="7735"/>
                    <a:pt x="12325" y="6237"/>
                    <a:pt x="12325" y="4643"/>
                  </a:cubicBezTo>
                  <a:cubicBezTo>
                    <a:pt x="12325" y="2544"/>
                    <a:pt x="11003" y="678"/>
                    <a:pt x="9021" y="17"/>
                  </a:cubicBezTo>
                  <a:cubicBezTo>
                    <a:pt x="8983" y="5"/>
                    <a:pt x="8944" y="0"/>
                    <a:pt x="8907" y="0"/>
                  </a:cubicBezTo>
                  <a:cubicBezTo>
                    <a:pt x="8749" y="0"/>
                    <a:pt x="8600" y="93"/>
                    <a:pt x="8554" y="250"/>
                  </a:cubicBezTo>
                  <a:cubicBezTo>
                    <a:pt x="8495" y="426"/>
                    <a:pt x="8593" y="639"/>
                    <a:pt x="8787" y="698"/>
                  </a:cubicBezTo>
                  <a:cubicBezTo>
                    <a:pt x="10459" y="1281"/>
                    <a:pt x="11605" y="2855"/>
                    <a:pt x="11605" y="4643"/>
                  </a:cubicBezTo>
                  <a:cubicBezTo>
                    <a:pt x="11605" y="6004"/>
                    <a:pt x="10926" y="7269"/>
                    <a:pt x="9817" y="8046"/>
                  </a:cubicBezTo>
                  <a:cubicBezTo>
                    <a:pt x="9293" y="8415"/>
                    <a:pt x="8943" y="8979"/>
                    <a:pt x="8845" y="9581"/>
                  </a:cubicBezTo>
                  <a:lnTo>
                    <a:pt x="6066" y="9581"/>
                  </a:lnTo>
                  <a:cubicBezTo>
                    <a:pt x="5968" y="8979"/>
                    <a:pt x="5618" y="8415"/>
                    <a:pt x="5094" y="8065"/>
                  </a:cubicBezTo>
                  <a:cubicBezTo>
                    <a:pt x="3946" y="7269"/>
                    <a:pt x="3266" y="5947"/>
                    <a:pt x="3305" y="4566"/>
                  </a:cubicBezTo>
                  <a:cubicBezTo>
                    <a:pt x="3324" y="2816"/>
                    <a:pt x="4451" y="1261"/>
                    <a:pt x="6123" y="698"/>
                  </a:cubicBezTo>
                  <a:cubicBezTo>
                    <a:pt x="6299" y="639"/>
                    <a:pt x="6416" y="426"/>
                    <a:pt x="6338" y="250"/>
                  </a:cubicBezTo>
                  <a:cubicBezTo>
                    <a:pt x="6290" y="93"/>
                    <a:pt x="6142" y="0"/>
                    <a:pt x="599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latin typeface="+mj-lt"/>
              </a:endParaRPr>
            </a:p>
          </p:txBody>
        </p:sp>
        <p:sp>
          <p:nvSpPr>
            <p:cNvPr id="1034" name="Google Shape;1034;p43"/>
            <p:cNvSpPr/>
            <p:nvPr/>
          </p:nvSpPr>
          <p:spPr>
            <a:xfrm>
              <a:off x="3227825" y="2098829"/>
              <a:ext cx="62021" cy="76188"/>
            </a:xfrm>
            <a:custGeom>
              <a:avLst/>
              <a:gdLst/>
              <a:ahLst/>
              <a:cxnLst/>
              <a:rect l="l" t="t" r="r" b="b"/>
              <a:pathLst>
                <a:path w="3266" h="4012" extrusionOk="0">
                  <a:moveTo>
                    <a:pt x="1621" y="1"/>
                  </a:moveTo>
                  <a:cubicBezTo>
                    <a:pt x="1224" y="1"/>
                    <a:pt x="837" y="140"/>
                    <a:pt x="526" y="416"/>
                  </a:cubicBezTo>
                  <a:cubicBezTo>
                    <a:pt x="194" y="707"/>
                    <a:pt x="0" y="1155"/>
                    <a:pt x="0" y="1601"/>
                  </a:cubicBezTo>
                  <a:cubicBezTo>
                    <a:pt x="0" y="1796"/>
                    <a:pt x="156" y="1971"/>
                    <a:pt x="350" y="1971"/>
                  </a:cubicBezTo>
                  <a:cubicBezTo>
                    <a:pt x="565" y="1971"/>
                    <a:pt x="720" y="1796"/>
                    <a:pt x="720" y="1601"/>
                  </a:cubicBezTo>
                  <a:cubicBezTo>
                    <a:pt x="720" y="1349"/>
                    <a:pt x="837" y="1116"/>
                    <a:pt x="1011" y="960"/>
                  </a:cubicBezTo>
                  <a:cubicBezTo>
                    <a:pt x="1185" y="803"/>
                    <a:pt x="1391" y="724"/>
                    <a:pt x="1614" y="724"/>
                  </a:cubicBezTo>
                  <a:cubicBezTo>
                    <a:pt x="1640" y="724"/>
                    <a:pt x="1666" y="725"/>
                    <a:pt x="1692" y="727"/>
                  </a:cubicBezTo>
                  <a:cubicBezTo>
                    <a:pt x="2100" y="785"/>
                    <a:pt x="2431" y="1096"/>
                    <a:pt x="2470" y="1505"/>
                  </a:cubicBezTo>
                  <a:cubicBezTo>
                    <a:pt x="2509" y="1912"/>
                    <a:pt x="2275" y="2301"/>
                    <a:pt x="1886" y="2438"/>
                  </a:cubicBezTo>
                  <a:cubicBezTo>
                    <a:pt x="1498" y="2573"/>
                    <a:pt x="1244" y="2923"/>
                    <a:pt x="1244" y="3351"/>
                  </a:cubicBezTo>
                  <a:lnTo>
                    <a:pt x="1244" y="3643"/>
                  </a:lnTo>
                  <a:cubicBezTo>
                    <a:pt x="1244" y="3856"/>
                    <a:pt x="1400" y="4012"/>
                    <a:pt x="1594" y="4012"/>
                  </a:cubicBezTo>
                  <a:cubicBezTo>
                    <a:pt x="1789" y="4012"/>
                    <a:pt x="1964" y="3856"/>
                    <a:pt x="1964" y="3643"/>
                  </a:cubicBezTo>
                  <a:lnTo>
                    <a:pt x="1964" y="3351"/>
                  </a:lnTo>
                  <a:cubicBezTo>
                    <a:pt x="1964" y="3234"/>
                    <a:pt x="2022" y="3156"/>
                    <a:pt x="2120" y="3118"/>
                  </a:cubicBezTo>
                  <a:cubicBezTo>
                    <a:pt x="2820" y="2884"/>
                    <a:pt x="3266" y="2184"/>
                    <a:pt x="3188" y="1427"/>
                  </a:cubicBezTo>
                  <a:cubicBezTo>
                    <a:pt x="3110" y="668"/>
                    <a:pt x="2527" y="105"/>
                    <a:pt x="1770" y="7"/>
                  </a:cubicBezTo>
                  <a:cubicBezTo>
                    <a:pt x="1720" y="3"/>
                    <a:pt x="1671" y="1"/>
                    <a:pt x="162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latin typeface="+mj-lt"/>
              </a:endParaRPr>
            </a:p>
          </p:txBody>
        </p:sp>
        <p:sp>
          <p:nvSpPr>
            <p:cNvPr id="1035" name="Google Shape;1035;p43"/>
            <p:cNvSpPr/>
            <p:nvPr/>
          </p:nvSpPr>
          <p:spPr>
            <a:xfrm>
              <a:off x="3251449" y="2187933"/>
              <a:ext cx="13692" cy="13673"/>
            </a:xfrm>
            <a:custGeom>
              <a:avLst/>
              <a:gdLst/>
              <a:ahLst/>
              <a:cxnLst/>
              <a:rect l="l" t="t" r="r" b="b"/>
              <a:pathLst>
                <a:path w="721" h="720" extrusionOk="0">
                  <a:moveTo>
                    <a:pt x="350" y="1"/>
                  </a:moveTo>
                  <a:cubicBezTo>
                    <a:pt x="254" y="1"/>
                    <a:pt x="156" y="40"/>
                    <a:pt x="98" y="118"/>
                  </a:cubicBezTo>
                  <a:cubicBezTo>
                    <a:pt x="39" y="175"/>
                    <a:pt x="0" y="273"/>
                    <a:pt x="0" y="370"/>
                  </a:cubicBezTo>
                  <a:cubicBezTo>
                    <a:pt x="0" y="468"/>
                    <a:pt x="39" y="564"/>
                    <a:pt x="98" y="623"/>
                  </a:cubicBezTo>
                  <a:cubicBezTo>
                    <a:pt x="156" y="681"/>
                    <a:pt x="254" y="720"/>
                    <a:pt x="350" y="720"/>
                  </a:cubicBezTo>
                  <a:cubicBezTo>
                    <a:pt x="448" y="720"/>
                    <a:pt x="545" y="681"/>
                    <a:pt x="604" y="623"/>
                  </a:cubicBezTo>
                  <a:cubicBezTo>
                    <a:pt x="681" y="564"/>
                    <a:pt x="720" y="468"/>
                    <a:pt x="720" y="370"/>
                  </a:cubicBezTo>
                  <a:cubicBezTo>
                    <a:pt x="720" y="273"/>
                    <a:pt x="681" y="175"/>
                    <a:pt x="604" y="118"/>
                  </a:cubicBezTo>
                  <a:cubicBezTo>
                    <a:pt x="545" y="40"/>
                    <a:pt x="448" y="1"/>
                    <a:pt x="35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latin typeface="+mj-lt"/>
              </a:endParaRPr>
            </a:p>
          </p:txBody>
        </p:sp>
        <p:sp>
          <p:nvSpPr>
            <p:cNvPr id="1036" name="Google Shape;1036;p43"/>
            <p:cNvSpPr/>
            <p:nvPr/>
          </p:nvSpPr>
          <p:spPr>
            <a:xfrm>
              <a:off x="3252190" y="2054296"/>
              <a:ext cx="13692" cy="13673"/>
            </a:xfrm>
            <a:custGeom>
              <a:avLst/>
              <a:gdLst/>
              <a:ahLst/>
              <a:cxnLst/>
              <a:rect l="l" t="t" r="r" b="b"/>
              <a:pathLst>
                <a:path w="721" h="720" extrusionOk="0">
                  <a:moveTo>
                    <a:pt x="350" y="1"/>
                  </a:moveTo>
                  <a:cubicBezTo>
                    <a:pt x="254" y="1"/>
                    <a:pt x="176" y="40"/>
                    <a:pt x="98" y="97"/>
                  </a:cubicBezTo>
                  <a:cubicBezTo>
                    <a:pt x="39" y="175"/>
                    <a:pt x="0" y="253"/>
                    <a:pt x="0" y="351"/>
                  </a:cubicBezTo>
                  <a:cubicBezTo>
                    <a:pt x="0" y="447"/>
                    <a:pt x="39" y="545"/>
                    <a:pt x="98" y="603"/>
                  </a:cubicBezTo>
                  <a:cubicBezTo>
                    <a:pt x="176" y="680"/>
                    <a:pt x="254" y="719"/>
                    <a:pt x="350" y="719"/>
                  </a:cubicBezTo>
                  <a:cubicBezTo>
                    <a:pt x="448" y="719"/>
                    <a:pt x="544" y="680"/>
                    <a:pt x="603" y="603"/>
                  </a:cubicBezTo>
                  <a:cubicBezTo>
                    <a:pt x="681" y="545"/>
                    <a:pt x="720" y="447"/>
                    <a:pt x="720" y="351"/>
                  </a:cubicBezTo>
                  <a:cubicBezTo>
                    <a:pt x="720" y="253"/>
                    <a:pt x="681" y="175"/>
                    <a:pt x="603" y="97"/>
                  </a:cubicBezTo>
                  <a:cubicBezTo>
                    <a:pt x="544" y="40"/>
                    <a:pt x="448" y="1"/>
                    <a:pt x="35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latin typeface="+mj-lt"/>
              </a:endParaRPr>
            </a:p>
          </p:txBody>
        </p:sp>
      </p:grpSp>
      <p:grpSp>
        <p:nvGrpSpPr>
          <p:cNvPr id="1037" name="Google Shape;1037;p43"/>
          <p:cNvGrpSpPr/>
          <p:nvPr/>
        </p:nvGrpSpPr>
        <p:grpSpPr>
          <a:xfrm>
            <a:off x="9270522" y="4000027"/>
            <a:ext cx="591798" cy="617440"/>
            <a:chOff x="3653497" y="2054106"/>
            <a:chExt cx="337054" cy="351657"/>
          </a:xfrm>
        </p:grpSpPr>
        <p:sp>
          <p:nvSpPr>
            <p:cNvPr id="1038" name="Google Shape;1038;p43"/>
            <p:cNvSpPr/>
            <p:nvPr/>
          </p:nvSpPr>
          <p:spPr>
            <a:xfrm>
              <a:off x="3653497" y="2054106"/>
              <a:ext cx="337054" cy="351657"/>
            </a:xfrm>
            <a:custGeom>
              <a:avLst/>
              <a:gdLst/>
              <a:ahLst/>
              <a:cxnLst/>
              <a:rect l="l" t="t" r="r" b="b"/>
              <a:pathLst>
                <a:path w="17749" h="18518" extrusionOk="0">
                  <a:moveTo>
                    <a:pt x="8865" y="4793"/>
                  </a:moveTo>
                  <a:cubicBezTo>
                    <a:pt x="9254" y="4793"/>
                    <a:pt x="9584" y="5026"/>
                    <a:pt x="9584" y="5298"/>
                  </a:cubicBezTo>
                  <a:cubicBezTo>
                    <a:pt x="9584" y="5571"/>
                    <a:pt x="9254" y="5804"/>
                    <a:pt x="8865" y="5804"/>
                  </a:cubicBezTo>
                  <a:cubicBezTo>
                    <a:pt x="8476" y="5804"/>
                    <a:pt x="8145" y="5571"/>
                    <a:pt x="8145" y="5298"/>
                  </a:cubicBezTo>
                  <a:cubicBezTo>
                    <a:pt x="8145" y="5026"/>
                    <a:pt x="8476" y="4793"/>
                    <a:pt x="8865" y="4793"/>
                  </a:cubicBezTo>
                  <a:close/>
                  <a:moveTo>
                    <a:pt x="8865" y="729"/>
                  </a:moveTo>
                  <a:lnTo>
                    <a:pt x="17010" y="5298"/>
                  </a:lnTo>
                  <a:lnTo>
                    <a:pt x="14755" y="6561"/>
                  </a:lnTo>
                  <a:cubicBezTo>
                    <a:pt x="14736" y="6581"/>
                    <a:pt x="14716" y="6581"/>
                    <a:pt x="14697" y="6600"/>
                  </a:cubicBezTo>
                  <a:lnTo>
                    <a:pt x="8865" y="9866"/>
                  </a:lnTo>
                  <a:lnTo>
                    <a:pt x="5172" y="7805"/>
                  </a:lnTo>
                  <a:lnTo>
                    <a:pt x="7932" y="6232"/>
                  </a:lnTo>
                  <a:cubicBezTo>
                    <a:pt x="8184" y="6426"/>
                    <a:pt x="8515" y="6522"/>
                    <a:pt x="8865" y="6522"/>
                  </a:cubicBezTo>
                  <a:cubicBezTo>
                    <a:pt x="9661" y="6522"/>
                    <a:pt x="10304" y="5978"/>
                    <a:pt x="10304" y="5298"/>
                  </a:cubicBezTo>
                  <a:cubicBezTo>
                    <a:pt x="10304" y="4617"/>
                    <a:pt x="9661" y="4073"/>
                    <a:pt x="8865" y="4073"/>
                  </a:cubicBezTo>
                  <a:cubicBezTo>
                    <a:pt x="8067" y="4073"/>
                    <a:pt x="7406" y="4617"/>
                    <a:pt x="7406" y="5298"/>
                  </a:cubicBezTo>
                  <a:cubicBezTo>
                    <a:pt x="7406" y="5434"/>
                    <a:pt x="7445" y="5550"/>
                    <a:pt x="7484" y="5667"/>
                  </a:cubicBezTo>
                  <a:lnTo>
                    <a:pt x="4433" y="7378"/>
                  </a:lnTo>
                  <a:lnTo>
                    <a:pt x="3033" y="6600"/>
                  </a:lnTo>
                  <a:cubicBezTo>
                    <a:pt x="3013" y="6581"/>
                    <a:pt x="2994" y="6581"/>
                    <a:pt x="2974" y="6561"/>
                  </a:cubicBezTo>
                  <a:lnTo>
                    <a:pt x="719" y="5298"/>
                  </a:lnTo>
                  <a:lnTo>
                    <a:pt x="8865" y="729"/>
                  </a:lnTo>
                  <a:close/>
                  <a:moveTo>
                    <a:pt x="3189" y="7515"/>
                  </a:moveTo>
                  <a:lnTo>
                    <a:pt x="4044" y="8000"/>
                  </a:lnTo>
                  <a:lnTo>
                    <a:pt x="4044" y="11344"/>
                  </a:lnTo>
                  <a:cubicBezTo>
                    <a:pt x="3946" y="11382"/>
                    <a:pt x="3829" y="11421"/>
                    <a:pt x="3752" y="11480"/>
                  </a:cubicBezTo>
                  <a:lnTo>
                    <a:pt x="3189" y="11110"/>
                  </a:lnTo>
                  <a:lnTo>
                    <a:pt x="3189" y="7515"/>
                  </a:lnTo>
                  <a:close/>
                  <a:moveTo>
                    <a:pt x="4413" y="12025"/>
                  </a:moveTo>
                  <a:cubicBezTo>
                    <a:pt x="4762" y="12025"/>
                    <a:pt x="5055" y="12316"/>
                    <a:pt x="5055" y="12665"/>
                  </a:cubicBezTo>
                  <a:lnTo>
                    <a:pt x="5055" y="13036"/>
                  </a:lnTo>
                  <a:lnTo>
                    <a:pt x="5055" y="13619"/>
                  </a:lnTo>
                  <a:lnTo>
                    <a:pt x="3752" y="13619"/>
                  </a:lnTo>
                  <a:lnTo>
                    <a:pt x="3752" y="12665"/>
                  </a:lnTo>
                  <a:cubicBezTo>
                    <a:pt x="3752" y="12316"/>
                    <a:pt x="4044" y="12025"/>
                    <a:pt x="4413" y="12025"/>
                  </a:cubicBezTo>
                  <a:close/>
                  <a:moveTo>
                    <a:pt x="14542" y="7515"/>
                  </a:moveTo>
                  <a:lnTo>
                    <a:pt x="14542" y="11110"/>
                  </a:lnTo>
                  <a:lnTo>
                    <a:pt x="9234" y="14687"/>
                  </a:lnTo>
                  <a:lnTo>
                    <a:pt x="9234" y="13171"/>
                  </a:lnTo>
                  <a:cubicBezTo>
                    <a:pt x="9234" y="12976"/>
                    <a:pt x="9060" y="12821"/>
                    <a:pt x="8865" y="12821"/>
                  </a:cubicBezTo>
                  <a:cubicBezTo>
                    <a:pt x="8671" y="12821"/>
                    <a:pt x="8495" y="12976"/>
                    <a:pt x="8495" y="13171"/>
                  </a:cubicBezTo>
                  <a:lnTo>
                    <a:pt x="8495" y="14687"/>
                  </a:lnTo>
                  <a:lnTo>
                    <a:pt x="5794" y="12841"/>
                  </a:lnTo>
                  <a:lnTo>
                    <a:pt x="5794" y="12665"/>
                  </a:lnTo>
                  <a:cubicBezTo>
                    <a:pt x="5794" y="12043"/>
                    <a:pt x="5346" y="11499"/>
                    <a:pt x="4762" y="11344"/>
                  </a:cubicBezTo>
                  <a:lnTo>
                    <a:pt x="4762" y="8409"/>
                  </a:lnTo>
                  <a:lnTo>
                    <a:pt x="8515" y="10508"/>
                  </a:lnTo>
                  <a:cubicBezTo>
                    <a:pt x="8612" y="10566"/>
                    <a:pt x="8749" y="10605"/>
                    <a:pt x="8865" y="10605"/>
                  </a:cubicBezTo>
                  <a:cubicBezTo>
                    <a:pt x="8982" y="10605"/>
                    <a:pt x="9117" y="10566"/>
                    <a:pt x="9215" y="10508"/>
                  </a:cubicBezTo>
                  <a:lnTo>
                    <a:pt x="14542" y="7515"/>
                  </a:lnTo>
                  <a:close/>
                  <a:moveTo>
                    <a:pt x="5055" y="14358"/>
                  </a:moveTo>
                  <a:lnTo>
                    <a:pt x="5055" y="17779"/>
                  </a:lnTo>
                  <a:lnTo>
                    <a:pt x="3752" y="17779"/>
                  </a:lnTo>
                  <a:lnTo>
                    <a:pt x="3752" y="14358"/>
                  </a:lnTo>
                  <a:close/>
                  <a:moveTo>
                    <a:pt x="8865" y="1"/>
                  </a:moveTo>
                  <a:cubicBezTo>
                    <a:pt x="8743" y="1"/>
                    <a:pt x="8622" y="30"/>
                    <a:pt x="8515" y="88"/>
                  </a:cubicBezTo>
                  <a:lnTo>
                    <a:pt x="369" y="4676"/>
                  </a:lnTo>
                  <a:cubicBezTo>
                    <a:pt x="136" y="4793"/>
                    <a:pt x="0" y="5045"/>
                    <a:pt x="0" y="5298"/>
                  </a:cubicBezTo>
                  <a:cubicBezTo>
                    <a:pt x="0" y="5571"/>
                    <a:pt x="136" y="5804"/>
                    <a:pt x="369" y="5939"/>
                  </a:cubicBezTo>
                  <a:lnTo>
                    <a:pt x="2469" y="7106"/>
                  </a:lnTo>
                  <a:lnTo>
                    <a:pt x="2469" y="11110"/>
                  </a:lnTo>
                  <a:cubicBezTo>
                    <a:pt x="2469" y="11344"/>
                    <a:pt x="2585" y="11558"/>
                    <a:pt x="2780" y="11693"/>
                  </a:cubicBezTo>
                  <a:lnTo>
                    <a:pt x="3227" y="11986"/>
                  </a:lnTo>
                  <a:cubicBezTo>
                    <a:pt x="3111" y="12199"/>
                    <a:pt x="3033" y="12432"/>
                    <a:pt x="3033" y="12665"/>
                  </a:cubicBezTo>
                  <a:lnTo>
                    <a:pt x="3033" y="18148"/>
                  </a:lnTo>
                  <a:cubicBezTo>
                    <a:pt x="3033" y="18342"/>
                    <a:pt x="3207" y="18518"/>
                    <a:pt x="3402" y="18518"/>
                  </a:cubicBezTo>
                  <a:lnTo>
                    <a:pt x="5423" y="18518"/>
                  </a:lnTo>
                  <a:cubicBezTo>
                    <a:pt x="5618" y="18518"/>
                    <a:pt x="5794" y="18342"/>
                    <a:pt x="5794" y="18148"/>
                  </a:cubicBezTo>
                  <a:lnTo>
                    <a:pt x="5794" y="13715"/>
                  </a:lnTo>
                  <a:lnTo>
                    <a:pt x="8456" y="15524"/>
                  </a:lnTo>
                  <a:cubicBezTo>
                    <a:pt x="8593" y="15602"/>
                    <a:pt x="8728" y="15641"/>
                    <a:pt x="8865" y="15641"/>
                  </a:cubicBezTo>
                  <a:cubicBezTo>
                    <a:pt x="9000" y="15641"/>
                    <a:pt x="9156" y="15602"/>
                    <a:pt x="9273" y="15524"/>
                  </a:cubicBezTo>
                  <a:lnTo>
                    <a:pt x="14949" y="11693"/>
                  </a:lnTo>
                  <a:cubicBezTo>
                    <a:pt x="15144" y="11558"/>
                    <a:pt x="15260" y="11344"/>
                    <a:pt x="15260" y="11110"/>
                  </a:cubicBezTo>
                  <a:lnTo>
                    <a:pt x="15260" y="7106"/>
                  </a:lnTo>
                  <a:lnTo>
                    <a:pt x="17380" y="5939"/>
                  </a:lnTo>
                  <a:cubicBezTo>
                    <a:pt x="17593" y="5804"/>
                    <a:pt x="17749" y="5571"/>
                    <a:pt x="17749" y="5298"/>
                  </a:cubicBezTo>
                  <a:cubicBezTo>
                    <a:pt x="17749" y="5045"/>
                    <a:pt x="17593" y="4793"/>
                    <a:pt x="17380" y="4676"/>
                  </a:cubicBezTo>
                  <a:lnTo>
                    <a:pt x="9215" y="88"/>
                  </a:lnTo>
                  <a:cubicBezTo>
                    <a:pt x="9108" y="30"/>
                    <a:pt x="8986" y="1"/>
                    <a:pt x="88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latin typeface="+mj-lt"/>
              </a:endParaRPr>
            </a:p>
          </p:txBody>
        </p:sp>
        <p:sp>
          <p:nvSpPr>
            <p:cNvPr id="1039" name="Google Shape;1039;p43"/>
            <p:cNvSpPr/>
            <p:nvPr/>
          </p:nvSpPr>
          <p:spPr>
            <a:xfrm>
              <a:off x="3814822" y="2270257"/>
              <a:ext cx="14034" cy="13692"/>
            </a:xfrm>
            <a:custGeom>
              <a:avLst/>
              <a:gdLst/>
              <a:ahLst/>
              <a:cxnLst/>
              <a:rect l="l" t="t" r="r" b="b"/>
              <a:pathLst>
                <a:path w="739" h="721" extrusionOk="0">
                  <a:moveTo>
                    <a:pt x="370" y="0"/>
                  </a:moveTo>
                  <a:cubicBezTo>
                    <a:pt x="272" y="0"/>
                    <a:pt x="176" y="21"/>
                    <a:pt x="117" y="98"/>
                  </a:cubicBezTo>
                  <a:cubicBezTo>
                    <a:pt x="39" y="156"/>
                    <a:pt x="0" y="254"/>
                    <a:pt x="0" y="350"/>
                  </a:cubicBezTo>
                  <a:cubicBezTo>
                    <a:pt x="0" y="448"/>
                    <a:pt x="39" y="545"/>
                    <a:pt x="117" y="604"/>
                  </a:cubicBezTo>
                  <a:cubicBezTo>
                    <a:pt x="176" y="682"/>
                    <a:pt x="272" y="720"/>
                    <a:pt x="370" y="720"/>
                  </a:cubicBezTo>
                  <a:cubicBezTo>
                    <a:pt x="467" y="720"/>
                    <a:pt x="565" y="682"/>
                    <a:pt x="622" y="604"/>
                  </a:cubicBezTo>
                  <a:cubicBezTo>
                    <a:pt x="700" y="545"/>
                    <a:pt x="739" y="448"/>
                    <a:pt x="739" y="350"/>
                  </a:cubicBezTo>
                  <a:cubicBezTo>
                    <a:pt x="739" y="254"/>
                    <a:pt x="700" y="156"/>
                    <a:pt x="622" y="98"/>
                  </a:cubicBezTo>
                  <a:cubicBezTo>
                    <a:pt x="565" y="21"/>
                    <a:pt x="467" y="0"/>
                    <a:pt x="37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latin typeface="+mj-lt"/>
              </a:endParaRPr>
            </a:p>
          </p:txBody>
        </p:sp>
      </p:grpSp>
      <p:grpSp>
        <p:nvGrpSpPr>
          <p:cNvPr id="1040" name="Google Shape;1040;p43"/>
          <p:cNvGrpSpPr/>
          <p:nvPr/>
        </p:nvGrpSpPr>
        <p:grpSpPr>
          <a:xfrm>
            <a:off x="1981200" y="2597106"/>
            <a:ext cx="615806" cy="615806"/>
            <a:chOff x="3646471" y="1389780"/>
            <a:chExt cx="350726" cy="350726"/>
          </a:xfrm>
        </p:grpSpPr>
        <p:sp>
          <p:nvSpPr>
            <p:cNvPr id="1041" name="Google Shape;1041;p43"/>
            <p:cNvSpPr/>
            <p:nvPr/>
          </p:nvSpPr>
          <p:spPr>
            <a:xfrm>
              <a:off x="3646471" y="1389780"/>
              <a:ext cx="350726" cy="350726"/>
            </a:xfrm>
            <a:custGeom>
              <a:avLst/>
              <a:gdLst/>
              <a:ahLst/>
              <a:cxnLst/>
              <a:rect l="l" t="t" r="r" b="b"/>
              <a:pathLst>
                <a:path w="18469" h="18469" extrusionOk="0">
                  <a:moveTo>
                    <a:pt x="14542" y="4568"/>
                  </a:moveTo>
                  <a:cubicBezTo>
                    <a:pt x="14951" y="4568"/>
                    <a:pt x="15301" y="4918"/>
                    <a:pt x="15301" y="5327"/>
                  </a:cubicBezTo>
                  <a:lnTo>
                    <a:pt x="15301" y="5618"/>
                  </a:lnTo>
                  <a:cubicBezTo>
                    <a:pt x="15301" y="6027"/>
                    <a:pt x="14951" y="6377"/>
                    <a:pt x="14542" y="6377"/>
                  </a:cubicBezTo>
                  <a:cubicBezTo>
                    <a:pt x="14114" y="6377"/>
                    <a:pt x="13784" y="6027"/>
                    <a:pt x="13784" y="5618"/>
                  </a:cubicBezTo>
                  <a:lnTo>
                    <a:pt x="13784" y="5327"/>
                  </a:lnTo>
                  <a:cubicBezTo>
                    <a:pt x="13784" y="4918"/>
                    <a:pt x="14114" y="4568"/>
                    <a:pt x="14542" y="4568"/>
                  </a:cubicBezTo>
                  <a:close/>
                  <a:moveTo>
                    <a:pt x="14542" y="2663"/>
                  </a:moveTo>
                  <a:cubicBezTo>
                    <a:pt x="16311" y="2663"/>
                    <a:pt x="17750" y="4101"/>
                    <a:pt x="17750" y="5871"/>
                  </a:cubicBezTo>
                  <a:cubicBezTo>
                    <a:pt x="17750" y="6629"/>
                    <a:pt x="17478" y="7328"/>
                    <a:pt x="17030" y="7893"/>
                  </a:cubicBezTo>
                  <a:cubicBezTo>
                    <a:pt x="16739" y="7310"/>
                    <a:pt x="16234" y="6862"/>
                    <a:pt x="15650" y="6610"/>
                  </a:cubicBezTo>
                  <a:cubicBezTo>
                    <a:pt x="15884" y="6338"/>
                    <a:pt x="16019" y="5988"/>
                    <a:pt x="16019" y="5618"/>
                  </a:cubicBezTo>
                  <a:lnTo>
                    <a:pt x="16019" y="5327"/>
                  </a:lnTo>
                  <a:cubicBezTo>
                    <a:pt x="16019" y="4510"/>
                    <a:pt x="15358" y="3849"/>
                    <a:pt x="14542" y="3849"/>
                  </a:cubicBezTo>
                  <a:cubicBezTo>
                    <a:pt x="13725" y="3849"/>
                    <a:pt x="13064" y="4510"/>
                    <a:pt x="13064" y="5327"/>
                  </a:cubicBezTo>
                  <a:lnTo>
                    <a:pt x="13064" y="5618"/>
                  </a:lnTo>
                  <a:cubicBezTo>
                    <a:pt x="13064" y="5988"/>
                    <a:pt x="13201" y="6338"/>
                    <a:pt x="13434" y="6610"/>
                  </a:cubicBezTo>
                  <a:cubicBezTo>
                    <a:pt x="12851" y="6862"/>
                    <a:pt x="12346" y="7310"/>
                    <a:pt x="12035" y="7893"/>
                  </a:cubicBezTo>
                  <a:cubicBezTo>
                    <a:pt x="11587" y="7328"/>
                    <a:pt x="11335" y="6629"/>
                    <a:pt x="11335" y="5871"/>
                  </a:cubicBezTo>
                  <a:cubicBezTo>
                    <a:pt x="11335" y="4101"/>
                    <a:pt x="12773" y="2663"/>
                    <a:pt x="14542" y="2663"/>
                  </a:cubicBezTo>
                  <a:close/>
                  <a:moveTo>
                    <a:pt x="14542" y="7095"/>
                  </a:moveTo>
                  <a:cubicBezTo>
                    <a:pt x="15397" y="7095"/>
                    <a:pt x="16175" y="7639"/>
                    <a:pt x="16486" y="8417"/>
                  </a:cubicBezTo>
                  <a:cubicBezTo>
                    <a:pt x="15941" y="8826"/>
                    <a:pt x="15262" y="9078"/>
                    <a:pt x="14542" y="9078"/>
                  </a:cubicBezTo>
                  <a:cubicBezTo>
                    <a:pt x="13803" y="9078"/>
                    <a:pt x="13142" y="8826"/>
                    <a:pt x="12598" y="8417"/>
                  </a:cubicBezTo>
                  <a:cubicBezTo>
                    <a:pt x="12909" y="7639"/>
                    <a:pt x="13668" y="7095"/>
                    <a:pt x="14542" y="7095"/>
                  </a:cubicBezTo>
                  <a:close/>
                  <a:moveTo>
                    <a:pt x="10615" y="2157"/>
                  </a:moveTo>
                  <a:lnTo>
                    <a:pt x="10615" y="12403"/>
                  </a:lnTo>
                  <a:lnTo>
                    <a:pt x="4122" y="12403"/>
                  </a:lnTo>
                  <a:lnTo>
                    <a:pt x="4122" y="2157"/>
                  </a:lnTo>
                  <a:close/>
                  <a:moveTo>
                    <a:pt x="11335" y="8145"/>
                  </a:moveTo>
                  <a:cubicBezTo>
                    <a:pt x="11490" y="8378"/>
                    <a:pt x="11685" y="8593"/>
                    <a:pt x="11898" y="8787"/>
                  </a:cubicBezTo>
                  <a:lnTo>
                    <a:pt x="11957" y="8845"/>
                  </a:lnTo>
                  <a:cubicBezTo>
                    <a:pt x="11996" y="8865"/>
                    <a:pt x="12014" y="8884"/>
                    <a:pt x="12053" y="8904"/>
                  </a:cubicBezTo>
                  <a:lnTo>
                    <a:pt x="12053" y="13549"/>
                  </a:lnTo>
                  <a:cubicBezTo>
                    <a:pt x="12053" y="13997"/>
                    <a:pt x="11685" y="14347"/>
                    <a:pt x="11257" y="14347"/>
                  </a:cubicBezTo>
                  <a:lnTo>
                    <a:pt x="4997" y="14347"/>
                  </a:lnTo>
                  <a:cubicBezTo>
                    <a:pt x="4919" y="13899"/>
                    <a:pt x="4744" y="13472"/>
                    <a:pt x="4492" y="13122"/>
                  </a:cubicBezTo>
                  <a:lnTo>
                    <a:pt x="10965" y="13122"/>
                  </a:lnTo>
                  <a:cubicBezTo>
                    <a:pt x="11159" y="13122"/>
                    <a:pt x="11335" y="12966"/>
                    <a:pt x="11335" y="12753"/>
                  </a:cubicBezTo>
                  <a:lnTo>
                    <a:pt x="11335" y="8145"/>
                  </a:lnTo>
                  <a:close/>
                  <a:moveTo>
                    <a:pt x="3461" y="0"/>
                  </a:moveTo>
                  <a:cubicBezTo>
                    <a:pt x="2625" y="0"/>
                    <a:pt x="1944" y="661"/>
                    <a:pt x="1944" y="1496"/>
                  </a:cubicBezTo>
                  <a:lnTo>
                    <a:pt x="1944" y="4024"/>
                  </a:lnTo>
                  <a:cubicBezTo>
                    <a:pt x="1944" y="4238"/>
                    <a:pt x="2120" y="4394"/>
                    <a:pt x="2314" y="4394"/>
                  </a:cubicBezTo>
                  <a:cubicBezTo>
                    <a:pt x="2509" y="4394"/>
                    <a:pt x="2664" y="4238"/>
                    <a:pt x="2664" y="4024"/>
                  </a:cubicBezTo>
                  <a:lnTo>
                    <a:pt x="2664" y="1496"/>
                  </a:lnTo>
                  <a:cubicBezTo>
                    <a:pt x="2664" y="1069"/>
                    <a:pt x="3033" y="719"/>
                    <a:pt x="3461" y="719"/>
                  </a:cubicBezTo>
                  <a:lnTo>
                    <a:pt x="11257" y="719"/>
                  </a:lnTo>
                  <a:cubicBezTo>
                    <a:pt x="11685" y="719"/>
                    <a:pt x="12053" y="1069"/>
                    <a:pt x="12053" y="1496"/>
                  </a:cubicBezTo>
                  <a:lnTo>
                    <a:pt x="12053" y="2838"/>
                  </a:lnTo>
                  <a:cubicBezTo>
                    <a:pt x="11781" y="3052"/>
                    <a:pt x="11529" y="3305"/>
                    <a:pt x="11335" y="3596"/>
                  </a:cubicBezTo>
                  <a:lnTo>
                    <a:pt x="11335" y="1789"/>
                  </a:lnTo>
                  <a:cubicBezTo>
                    <a:pt x="11335" y="1594"/>
                    <a:pt x="11159" y="1439"/>
                    <a:pt x="10965" y="1439"/>
                  </a:cubicBezTo>
                  <a:lnTo>
                    <a:pt x="3753" y="1439"/>
                  </a:lnTo>
                  <a:cubicBezTo>
                    <a:pt x="3559" y="1439"/>
                    <a:pt x="3383" y="1594"/>
                    <a:pt x="3383" y="1789"/>
                  </a:cubicBezTo>
                  <a:lnTo>
                    <a:pt x="3383" y="12248"/>
                  </a:lnTo>
                  <a:cubicBezTo>
                    <a:pt x="3170" y="12150"/>
                    <a:pt x="2916" y="12092"/>
                    <a:pt x="2664" y="12053"/>
                  </a:cubicBezTo>
                  <a:lnTo>
                    <a:pt x="2664" y="6921"/>
                  </a:lnTo>
                  <a:cubicBezTo>
                    <a:pt x="2664" y="6727"/>
                    <a:pt x="2509" y="6551"/>
                    <a:pt x="2314" y="6551"/>
                  </a:cubicBezTo>
                  <a:cubicBezTo>
                    <a:pt x="2120" y="6551"/>
                    <a:pt x="1944" y="6727"/>
                    <a:pt x="1944" y="6921"/>
                  </a:cubicBezTo>
                  <a:lnTo>
                    <a:pt x="1944" y="9215"/>
                  </a:lnTo>
                  <a:cubicBezTo>
                    <a:pt x="1692" y="9000"/>
                    <a:pt x="1361" y="8845"/>
                    <a:pt x="992" y="8767"/>
                  </a:cubicBezTo>
                  <a:cubicBezTo>
                    <a:pt x="947" y="8759"/>
                    <a:pt x="901" y="8756"/>
                    <a:pt x="854" y="8756"/>
                  </a:cubicBezTo>
                  <a:cubicBezTo>
                    <a:pt x="663" y="8756"/>
                    <a:pt x="468" y="8821"/>
                    <a:pt x="311" y="8961"/>
                  </a:cubicBezTo>
                  <a:cubicBezTo>
                    <a:pt x="117" y="9117"/>
                    <a:pt x="0" y="9350"/>
                    <a:pt x="0" y="9604"/>
                  </a:cubicBezTo>
                  <a:lnTo>
                    <a:pt x="0" y="13316"/>
                  </a:lnTo>
                  <a:cubicBezTo>
                    <a:pt x="0" y="14658"/>
                    <a:pt x="332" y="15980"/>
                    <a:pt x="972" y="17165"/>
                  </a:cubicBezTo>
                  <a:lnTo>
                    <a:pt x="972" y="18098"/>
                  </a:lnTo>
                  <a:cubicBezTo>
                    <a:pt x="972" y="18293"/>
                    <a:pt x="1128" y="18448"/>
                    <a:pt x="1342" y="18448"/>
                  </a:cubicBezTo>
                  <a:cubicBezTo>
                    <a:pt x="1537" y="18448"/>
                    <a:pt x="1692" y="18293"/>
                    <a:pt x="1692" y="18098"/>
                  </a:cubicBezTo>
                  <a:lnTo>
                    <a:pt x="1692" y="17069"/>
                  </a:lnTo>
                  <a:cubicBezTo>
                    <a:pt x="1692" y="17010"/>
                    <a:pt x="1672" y="16952"/>
                    <a:pt x="1653" y="16893"/>
                  </a:cubicBezTo>
                  <a:cubicBezTo>
                    <a:pt x="1050" y="15804"/>
                    <a:pt x="720" y="14560"/>
                    <a:pt x="720" y="13316"/>
                  </a:cubicBezTo>
                  <a:lnTo>
                    <a:pt x="720" y="9604"/>
                  </a:lnTo>
                  <a:cubicBezTo>
                    <a:pt x="720" y="9565"/>
                    <a:pt x="759" y="9526"/>
                    <a:pt x="759" y="9506"/>
                  </a:cubicBezTo>
                  <a:cubicBezTo>
                    <a:pt x="774" y="9506"/>
                    <a:pt x="802" y="9481"/>
                    <a:pt x="842" y="9481"/>
                  </a:cubicBezTo>
                  <a:cubicBezTo>
                    <a:pt x="852" y="9481"/>
                    <a:pt x="864" y="9483"/>
                    <a:pt x="876" y="9487"/>
                  </a:cubicBezTo>
                  <a:cubicBezTo>
                    <a:pt x="1498" y="9604"/>
                    <a:pt x="1944" y="10148"/>
                    <a:pt x="1944" y="10770"/>
                  </a:cubicBezTo>
                  <a:lnTo>
                    <a:pt x="1944" y="12286"/>
                  </a:lnTo>
                  <a:lnTo>
                    <a:pt x="1944" y="12344"/>
                  </a:lnTo>
                  <a:lnTo>
                    <a:pt x="1944" y="12383"/>
                  </a:lnTo>
                  <a:cubicBezTo>
                    <a:pt x="1944" y="12577"/>
                    <a:pt x="2120" y="12753"/>
                    <a:pt x="2314" y="12753"/>
                  </a:cubicBezTo>
                  <a:cubicBezTo>
                    <a:pt x="3403" y="12753"/>
                    <a:pt x="4297" y="13647"/>
                    <a:pt x="4297" y="14736"/>
                  </a:cubicBezTo>
                  <a:lnTo>
                    <a:pt x="4297" y="15397"/>
                  </a:lnTo>
                  <a:cubicBezTo>
                    <a:pt x="4297" y="15591"/>
                    <a:pt x="4453" y="15747"/>
                    <a:pt x="4666" y="15747"/>
                  </a:cubicBezTo>
                  <a:cubicBezTo>
                    <a:pt x="4860" y="15747"/>
                    <a:pt x="5016" y="15591"/>
                    <a:pt x="5016" y="15397"/>
                  </a:cubicBezTo>
                  <a:lnTo>
                    <a:pt x="5016" y="15066"/>
                  </a:lnTo>
                  <a:lnTo>
                    <a:pt x="9235" y="15066"/>
                  </a:lnTo>
                  <a:cubicBezTo>
                    <a:pt x="8904" y="16271"/>
                    <a:pt x="8049" y="17263"/>
                    <a:pt x="6902" y="17769"/>
                  </a:cubicBezTo>
                  <a:cubicBezTo>
                    <a:pt x="6708" y="17846"/>
                    <a:pt x="6630" y="18059"/>
                    <a:pt x="6708" y="18254"/>
                  </a:cubicBezTo>
                  <a:cubicBezTo>
                    <a:pt x="6765" y="18370"/>
                    <a:pt x="6902" y="18468"/>
                    <a:pt x="7038" y="18468"/>
                  </a:cubicBezTo>
                  <a:cubicBezTo>
                    <a:pt x="7097" y="18468"/>
                    <a:pt x="7136" y="18448"/>
                    <a:pt x="7193" y="18430"/>
                  </a:cubicBezTo>
                  <a:cubicBezTo>
                    <a:pt x="8593" y="17807"/>
                    <a:pt x="9624" y="16563"/>
                    <a:pt x="9993" y="15066"/>
                  </a:cubicBezTo>
                  <a:lnTo>
                    <a:pt x="11257" y="15066"/>
                  </a:lnTo>
                  <a:cubicBezTo>
                    <a:pt x="12092" y="15066"/>
                    <a:pt x="12773" y="14386"/>
                    <a:pt x="12773" y="13549"/>
                  </a:cubicBezTo>
                  <a:lnTo>
                    <a:pt x="12773" y="9389"/>
                  </a:lnTo>
                  <a:cubicBezTo>
                    <a:pt x="13297" y="9643"/>
                    <a:pt x="13901" y="9798"/>
                    <a:pt x="14542" y="9798"/>
                  </a:cubicBezTo>
                  <a:cubicBezTo>
                    <a:pt x="15534" y="9798"/>
                    <a:pt x="16428" y="9428"/>
                    <a:pt x="17108" y="8845"/>
                  </a:cubicBezTo>
                  <a:lnTo>
                    <a:pt x="17167" y="8787"/>
                  </a:lnTo>
                  <a:cubicBezTo>
                    <a:pt x="17963" y="8067"/>
                    <a:pt x="18469" y="7017"/>
                    <a:pt x="18469" y="5871"/>
                  </a:cubicBezTo>
                  <a:cubicBezTo>
                    <a:pt x="18469" y="3694"/>
                    <a:pt x="16700" y="1944"/>
                    <a:pt x="14542" y="1944"/>
                  </a:cubicBezTo>
                  <a:cubicBezTo>
                    <a:pt x="13901" y="1944"/>
                    <a:pt x="13297" y="2100"/>
                    <a:pt x="12773" y="2352"/>
                  </a:cubicBezTo>
                  <a:lnTo>
                    <a:pt x="12773" y="1496"/>
                  </a:lnTo>
                  <a:cubicBezTo>
                    <a:pt x="12773" y="661"/>
                    <a:pt x="12092" y="0"/>
                    <a:pt x="1125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latin typeface="+mj-lt"/>
              </a:endParaRPr>
            </a:p>
          </p:txBody>
        </p:sp>
        <p:sp>
          <p:nvSpPr>
            <p:cNvPr id="1042" name="Google Shape;1042;p43"/>
            <p:cNvSpPr/>
            <p:nvPr/>
          </p:nvSpPr>
          <p:spPr>
            <a:xfrm>
              <a:off x="3752799" y="1449201"/>
              <a:ext cx="67206" cy="67206"/>
            </a:xfrm>
            <a:custGeom>
              <a:avLst/>
              <a:gdLst/>
              <a:ahLst/>
              <a:cxnLst/>
              <a:rect l="l" t="t" r="r" b="b"/>
              <a:pathLst>
                <a:path w="3539" h="3539" extrusionOk="0">
                  <a:moveTo>
                    <a:pt x="1770" y="739"/>
                  </a:moveTo>
                  <a:cubicBezTo>
                    <a:pt x="2333" y="739"/>
                    <a:pt x="2799" y="1206"/>
                    <a:pt x="2799" y="1770"/>
                  </a:cubicBezTo>
                  <a:cubicBezTo>
                    <a:pt x="2799" y="2353"/>
                    <a:pt x="2333" y="2820"/>
                    <a:pt x="1770" y="2820"/>
                  </a:cubicBezTo>
                  <a:cubicBezTo>
                    <a:pt x="1187" y="2820"/>
                    <a:pt x="720" y="2353"/>
                    <a:pt x="720" y="1770"/>
                  </a:cubicBezTo>
                  <a:cubicBezTo>
                    <a:pt x="720" y="1206"/>
                    <a:pt x="1187" y="739"/>
                    <a:pt x="1770" y="739"/>
                  </a:cubicBezTo>
                  <a:close/>
                  <a:moveTo>
                    <a:pt x="1770" y="0"/>
                  </a:moveTo>
                  <a:cubicBezTo>
                    <a:pt x="778" y="0"/>
                    <a:pt x="0" y="798"/>
                    <a:pt x="0" y="1770"/>
                  </a:cubicBezTo>
                  <a:cubicBezTo>
                    <a:pt x="0" y="2742"/>
                    <a:pt x="778" y="3538"/>
                    <a:pt x="1770" y="3538"/>
                  </a:cubicBezTo>
                  <a:cubicBezTo>
                    <a:pt x="2742" y="3538"/>
                    <a:pt x="3538" y="2742"/>
                    <a:pt x="3538" y="1770"/>
                  </a:cubicBezTo>
                  <a:cubicBezTo>
                    <a:pt x="3538" y="798"/>
                    <a:pt x="2742" y="0"/>
                    <a:pt x="177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latin typeface="+mj-lt"/>
              </a:endParaRPr>
            </a:p>
          </p:txBody>
        </p:sp>
        <p:sp>
          <p:nvSpPr>
            <p:cNvPr id="1043" name="Google Shape;1043;p43"/>
            <p:cNvSpPr/>
            <p:nvPr/>
          </p:nvSpPr>
          <p:spPr>
            <a:xfrm>
              <a:off x="3739505" y="1531886"/>
              <a:ext cx="93431" cy="14053"/>
            </a:xfrm>
            <a:custGeom>
              <a:avLst/>
              <a:gdLst/>
              <a:ahLst/>
              <a:cxnLst/>
              <a:rect l="l" t="t" r="r" b="b"/>
              <a:pathLst>
                <a:path w="4920" h="740" extrusionOk="0">
                  <a:moveTo>
                    <a:pt x="370" y="1"/>
                  </a:moveTo>
                  <a:cubicBezTo>
                    <a:pt x="176" y="1"/>
                    <a:pt x="0" y="177"/>
                    <a:pt x="0" y="371"/>
                  </a:cubicBezTo>
                  <a:cubicBezTo>
                    <a:pt x="0" y="565"/>
                    <a:pt x="176" y="740"/>
                    <a:pt x="370" y="740"/>
                  </a:cubicBezTo>
                  <a:lnTo>
                    <a:pt x="4549" y="740"/>
                  </a:lnTo>
                  <a:cubicBezTo>
                    <a:pt x="4744" y="740"/>
                    <a:pt x="4919" y="565"/>
                    <a:pt x="4919" y="371"/>
                  </a:cubicBezTo>
                  <a:cubicBezTo>
                    <a:pt x="4919" y="177"/>
                    <a:pt x="4744" y="1"/>
                    <a:pt x="454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latin typeface="+mj-lt"/>
              </a:endParaRPr>
            </a:p>
          </p:txBody>
        </p:sp>
        <p:sp>
          <p:nvSpPr>
            <p:cNvPr id="1044" name="Google Shape;1044;p43"/>
            <p:cNvSpPr/>
            <p:nvPr/>
          </p:nvSpPr>
          <p:spPr>
            <a:xfrm>
              <a:off x="3739505" y="1563296"/>
              <a:ext cx="93431" cy="13654"/>
            </a:xfrm>
            <a:custGeom>
              <a:avLst/>
              <a:gdLst/>
              <a:ahLst/>
              <a:cxnLst/>
              <a:rect l="l" t="t" r="r" b="b"/>
              <a:pathLst>
                <a:path w="4920" h="719" extrusionOk="0">
                  <a:moveTo>
                    <a:pt x="370" y="0"/>
                  </a:moveTo>
                  <a:cubicBezTo>
                    <a:pt x="176" y="0"/>
                    <a:pt x="0" y="156"/>
                    <a:pt x="0" y="350"/>
                  </a:cubicBezTo>
                  <a:cubicBezTo>
                    <a:pt x="0" y="544"/>
                    <a:pt x="176" y="719"/>
                    <a:pt x="370" y="719"/>
                  </a:cubicBezTo>
                  <a:lnTo>
                    <a:pt x="4549" y="719"/>
                  </a:lnTo>
                  <a:cubicBezTo>
                    <a:pt x="4744" y="719"/>
                    <a:pt x="4919" y="544"/>
                    <a:pt x="4919" y="350"/>
                  </a:cubicBezTo>
                  <a:cubicBezTo>
                    <a:pt x="4919" y="156"/>
                    <a:pt x="4744" y="0"/>
                    <a:pt x="454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latin typeface="+mj-lt"/>
              </a:endParaRPr>
            </a:p>
          </p:txBody>
        </p:sp>
        <p:sp>
          <p:nvSpPr>
            <p:cNvPr id="1045" name="Google Shape;1045;p43"/>
            <p:cNvSpPr/>
            <p:nvPr/>
          </p:nvSpPr>
          <p:spPr>
            <a:xfrm>
              <a:off x="3739505" y="1594308"/>
              <a:ext cx="93431" cy="13654"/>
            </a:xfrm>
            <a:custGeom>
              <a:avLst/>
              <a:gdLst/>
              <a:ahLst/>
              <a:cxnLst/>
              <a:rect l="l" t="t" r="r" b="b"/>
              <a:pathLst>
                <a:path w="4920" h="719" extrusionOk="0">
                  <a:moveTo>
                    <a:pt x="370" y="0"/>
                  </a:moveTo>
                  <a:cubicBezTo>
                    <a:pt x="176" y="0"/>
                    <a:pt x="0" y="156"/>
                    <a:pt x="0" y="350"/>
                  </a:cubicBezTo>
                  <a:cubicBezTo>
                    <a:pt x="0" y="563"/>
                    <a:pt x="176" y="719"/>
                    <a:pt x="370" y="719"/>
                  </a:cubicBezTo>
                  <a:lnTo>
                    <a:pt x="4549" y="719"/>
                  </a:lnTo>
                  <a:cubicBezTo>
                    <a:pt x="4744" y="719"/>
                    <a:pt x="4919" y="563"/>
                    <a:pt x="4919" y="350"/>
                  </a:cubicBezTo>
                  <a:cubicBezTo>
                    <a:pt x="4919" y="156"/>
                    <a:pt x="4744" y="0"/>
                    <a:pt x="454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latin typeface="+mj-lt"/>
              </a:endParaRPr>
            </a:p>
          </p:txBody>
        </p:sp>
        <p:sp>
          <p:nvSpPr>
            <p:cNvPr id="1046" name="Google Shape;1046;p43"/>
            <p:cNvSpPr/>
            <p:nvPr/>
          </p:nvSpPr>
          <p:spPr>
            <a:xfrm>
              <a:off x="3779366" y="1643778"/>
              <a:ext cx="13692" cy="13654"/>
            </a:xfrm>
            <a:custGeom>
              <a:avLst/>
              <a:gdLst/>
              <a:ahLst/>
              <a:cxnLst/>
              <a:rect l="l" t="t" r="r" b="b"/>
              <a:pathLst>
                <a:path w="721" h="719" extrusionOk="0">
                  <a:moveTo>
                    <a:pt x="371" y="0"/>
                  </a:moveTo>
                  <a:cubicBezTo>
                    <a:pt x="273" y="0"/>
                    <a:pt x="176" y="39"/>
                    <a:pt x="99" y="97"/>
                  </a:cubicBezTo>
                  <a:cubicBezTo>
                    <a:pt x="40" y="174"/>
                    <a:pt x="1" y="272"/>
                    <a:pt x="1" y="350"/>
                  </a:cubicBezTo>
                  <a:cubicBezTo>
                    <a:pt x="1" y="446"/>
                    <a:pt x="40" y="544"/>
                    <a:pt x="99" y="622"/>
                  </a:cubicBezTo>
                  <a:cubicBezTo>
                    <a:pt x="176" y="680"/>
                    <a:pt x="273" y="719"/>
                    <a:pt x="371" y="719"/>
                  </a:cubicBezTo>
                  <a:cubicBezTo>
                    <a:pt x="449" y="719"/>
                    <a:pt x="545" y="680"/>
                    <a:pt x="623" y="622"/>
                  </a:cubicBezTo>
                  <a:cubicBezTo>
                    <a:pt x="682" y="544"/>
                    <a:pt x="721" y="446"/>
                    <a:pt x="721" y="350"/>
                  </a:cubicBezTo>
                  <a:cubicBezTo>
                    <a:pt x="721" y="272"/>
                    <a:pt x="682" y="174"/>
                    <a:pt x="623" y="97"/>
                  </a:cubicBezTo>
                  <a:cubicBezTo>
                    <a:pt x="545" y="39"/>
                    <a:pt x="449" y="0"/>
                    <a:pt x="3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latin typeface="+mj-lt"/>
              </a:endParaRPr>
            </a:p>
          </p:txBody>
        </p:sp>
        <p:sp>
          <p:nvSpPr>
            <p:cNvPr id="1047" name="Google Shape;1047;p43"/>
            <p:cNvSpPr/>
            <p:nvPr/>
          </p:nvSpPr>
          <p:spPr>
            <a:xfrm>
              <a:off x="3683388" y="1486859"/>
              <a:ext cx="13692" cy="13692"/>
            </a:xfrm>
            <a:custGeom>
              <a:avLst/>
              <a:gdLst/>
              <a:ahLst/>
              <a:cxnLst/>
              <a:rect l="l" t="t" r="r" b="b"/>
              <a:pathLst>
                <a:path w="721" h="721" extrusionOk="0">
                  <a:moveTo>
                    <a:pt x="370" y="0"/>
                  </a:moveTo>
                  <a:cubicBezTo>
                    <a:pt x="272" y="0"/>
                    <a:pt x="176" y="39"/>
                    <a:pt x="117" y="117"/>
                  </a:cubicBezTo>
                  <a:cubicBezTo>
                    <a:pt x="39" y="176"/>
                    <a:pt x="0" y="272"/>
                    <a:pt x="0" y="370"/>
                  </a:cubicBezTo>
                  <a:cubicBezTo>
                    <a:pt x="0" y="467"/>
                    <a:pt x="39" y="545"/>
                    <a:pt x="117" y="622"/>
                  </a:cubicBezTo>
                  <a:cubicBezTo>
                    <a:pt x="176" y="681"/>
                    <a:pt x="272" y="720"/>
                    <a:pt x="370" y="720"/>
                  </a:cubicBezTo>
                  <a:cubicBezTo>
                    <a:pt x="467" y="720"/>
                    <a:pt x="545" y="681"/>
                    <a:pt x="622" y="622"/>
                  </a:cubicBezTo>
                  <a:cubicBezTo>
                    <a:pt x="681" y="545"/>
                    <a:pt x="720" y="467"/>
                    <a:pt x="720" y="370"/>
                  </a:cubicBezTo>
                  <a:cubicBezTo>
                    <a:pt x="720" y="272"/>
                    <a:pt x="681" y="176"/>
                    <a:pt x="622" y="117"/>
                  </a:cubicBezTo>
                  <a:cubicBezTo>
                    <a:pt x="545" y="39"/>
                    <a:pt x="467" y="0"/>
                    <a:pt x="37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latin typeface="+mj-lt"/>
              </a:endParaRPr>
            </a:p>
          </p:txBody>
        </p:sp>
      </p:grpSp>
      <p:pic>
        <p:nvPicPr>
          <p:cNvPr id="14" name="Google Shape;1010;p43">
            <a:extLst>
              <a:ext uri="{FF2B5EF4-FFF2-40B4-BE49-F238E27FC236}">
                <a16:creationId xmlns:a16="http://schemas.microsoft.com/office/drawing/2014/main" id="{22BC88E2-527A-B6C4-869C-B222875F915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51062" y="8875749"/>
            <a:ext cx="1081200" cy="1081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" name="Google Shape;1037;p43">
            <a:extLst>
              <a:ext uri="{FF2B5EF4-FFF2-40B4-BE49-F238E27FC236}">
                <a16:creationId xmlns:a16="http://schemas.microsoft.com/office/drawing/2014/main" id="{2AA50682-530E-2319-2317-08080D9C77E7}"/>
              </a:ext>
            </a:extLst>
          </p:cNvPr>
          <p:cNvGrpSpPr/>
          <p:nvPr/>
        </p:nvGrpSpPr>
        <p:grpSpPr>
          <a:xfrm>
            <a:off x="1995763" y="9107629"/>
            <a:ext cx="591798" cy="617440"/>
            <a:chOff x="3653497" y="2054106"/>
            <a:chExt cx="337054" cy="351657"/>
          </a:xfrm>
        </p:grpSpPr>
        <p:sp>
          <p:nvSpPr>
            <p:cNvPr id="16" name="Google Shape;1038;p43">
              <a:extLst>
                <a:ext uri="{FF2B5EF4-FFF2-40B4-BE49-F238E27FC236}">
                  <a16:creationId xmlns:a16="http://schemas.microsoft.com/office/drawing/2014/main" id="{00AD8E0A-23E7-9861-D3B4-E76F8FF0F7A5}"/>
                </a:ext>
              </a:extLst>
            </p:cNvPr>
            <p:cNvSpPr/>
            <p:nvPr/>
          </p:nvSpPr>
          <p:spPr>
            <a:xfrm>
              <a:off x="3653497" y="2054106"/>
              <a:ext cx="337054" cy="351657"/>
            </a:xfrm>
            <a:custGeom>
              <a:avLst/>
              <a:gdLst/>
              <a:ahLst/>
              <a:cxnLst/>
              <a:rect l="l" t="t" r="r" b="b"/>
              <a:pathLst>
                <a:path w="17749" h="18518" extrusionOk="0">
                  <a:moveTo>
                    <a:pt x="8865" y="4793"/>
                  </a:moveTo>
                  <a:cubicBezTo>
                    <a:pt x="9254" y="4793"/>
                    <a:pt x="9584" y="5026"/>
                    <a:pt x="9584" y="5298"/>
                  </a:cubicBezTo>
                  <a:cubicBezTo>
                    <a:pt x="9584" y="5571"/>
                    <a:pt x="9254" y="5804"/>
                    <a:pt x="8865" y="5804"/>
                  </a:cubicBezTo>
                  <a:cubicBezTo>
                    <a:pt x="8476" y="5804"/>
                    <a:pt x="8145" y="5571"/>
                    <a:pt x="8145" y="5298"/>
                  </a:cubicBezTo>
                  <a:cubicBezTo>
                    <a:pt x="8145" y="5026"/>
                    <a:pt x="8476" y="4793"/>
                    <a:pt x="8865" y="4793"/>
                  </a:cubicBezTo>
                  <a:close/>
                  <a:moveTo>
                    <a:pt x="8865" y="729"/>
                  </a:moveTo>
                  <a:lnTo>
                    <a:pt x="17010" y="5298"/>
                  </a:lnTo>
                  <a:lnTo>
                    <a:pt x="14755" y="6561"/>
                  </a:lnTo>
                  <a:cubicBezTo>
                    <a:pt x="14736" y="6581"/>
                    <a:pt x="14716" y="6581"/>
                    <a:pt x="14697" y="6600"/>
                  </a:cubicBezTo>
                  <a:lnTo>
                    <a:pt x="8865" y="9866"/>
                  </a:lnTo>
                  <a:lnTo>
                    <a:pt x="5172" y="7805"/>
                  </a:lnTo>
                  <a:lnTo>
                    <a:pt x="7932" y="6232"/>
                  </a:lnTo>
                  <a:cubicBezTo>
                    <a:pt x="8184" y="6426"/>
                    <a:pt x="8515" y="6522"/>
                    <a:pt x="8865" y="6522"/>
                  </a:cubicBezTo>
                  <a:cubicBezTo>
                    <a:pt x="9661" y="6522"/>
                    <a:pt x="10304" y="5978"/>
                    <a:pt x="10304" y="5298"/>
                  </a:cubicBezTo>
                  <a:cubicBezTo>
                    <a:pt x="10304" y="4617"/>
                    <a:pt x="9661" y="4073"/>
                    <a:pt x="8865" y="4073"/>
                  </a:cubicBezTo>
                  <a:cubicBezTo>
                    <a:pt x="8067" y="4073"/>
                    <a:pt x="7406" y="4617"/>
                    <a:pt x="7406" y="5298"/>
                  </a:cubicBezTo>
                  <a:cubicBezTo>
                    <a:pt x="7406" y="5434"/>
                    <a:pt x="7445" y="5550"/>
                    <a:pt x="7484" y="5667"/>
                  </a:cubicBezTo>
                  <a:lnTo>
                    <a:pt x="4433" y="7378"/>
                  </a:lnTo>
                  <a:lnTo>
                    <a:pt x="3033" y="6600"/>
                  </a:lnTo>
                  <a:cubicBezTo>
                    <a:pt x="3013" y="6581"/>
                    <a:pt x="2994" y="6581"/>
                    <a:pt x="2974" y="6561"/>
                  </a:cubicBezTo>
                  <a:lnTo>
                    <a:pt x="719" y="5298"/>
                  </a:lnTo>
                  <a:lnTo>
                    <a:pt x="8865" y="729"/>
                  </a:lnTo>
                  <a:close/>
                  <a:moveTo>
                    <a:pt x="3189" y="7515"/>
                  </a:moveTo>
                  <a:lnTo>
                    <a:pt x="4044" y="8000"/>
                  </a:lnTo>
                  <a:lnTo>
                    <a:pt x="4044" y="11344"/>
                  </a:lnTo>
                  <a:cubicBezTo>
                    <a:pt x="3946" y="11382"/>
                    <a:pt x="3829" y="11421"/>
                    <a:pt x="3752" y="11480"/>
                  </a:cubicBezTo>
                  <a:lnTo>
                    <a:pt x="3189" y="11110"/>
                  </a:lnTo>
                  <a:lnTo>
                    <a:pt x="3189" y="7515"/>
                  </a:lnTo>
                  <a:close/>
                  <a:moveTo>
                    <a:pt x="4413" y="12025"/>
                  </a:moveTo>
                  <a:cubicBezTo>
                    <a:pt x="4762" y="12025"/>
                    <a:pt x="5055" y="12316"/>
                    <a:pt x="5055" y="12665"/>
                  </a:cubicBezTo>
                  <a:lnTo>
                    <a:pt x="5055" y="13036"/>
                  </a:lnTo>
                  <a:lnTo>
                    <a:pt x="5055" y="13619"/>
                  </a:lnTo>
                  <a:lnTo>
                    <a:pt x="3752" y="13619"/>
                  </a:lnTo>
                  <a:lnTo>
                    <a:pt x="3752" y="12665"/>
                  </a:lnTo>
                  <a:cubicBezTo>
                    <a:pt x="3752" y="12316"/>
                    <a:pt x="4044" y="12025"/>
                    <a:pt x="4413" y="12025"/>
                  </a:cubicBezTo>
                  <a:close/>
                  <a:moveTo>
                    <a:pt x="14542" y="7515"/>
                  </a:moveTo>
                  <a:lnTo>
                    <a:pt x="14542" y="11110"/>
                  </a:lnTo>
                  <a:lnTo>
                    <a:pt x="9234" y="14687"/>
                  </a:lnTo>
                  <a:lnTo>
                    <a:pt x="9234" y="13171"/>
                  </a:lnTo>
                  <a:cubicBezTo>
                    <a:pt x="9234" y="12976"/>
                    <a:pt x="9060" y="12821"/>
                    <a:pt x="8865" y="12821"/>
                  </a:cubicBezTo>
                  <a:cubicBezTo>
                    <a:pt x="8671" y="12821"/>
                    <a:pt x="8495" y="12976"/>
                    <a:pt x="8495" y="13171"/>
                  </a:cubicBezTo>
                  <a:lnTo>
                    <a:pt x="8495" y="14687"/>
                  </a:lnTo>
                  <a:lnTo>
                    <a:pt x="5794" y="12841"/>
                  </a:lnTo>
                  <a:lnTo>
                    <a:pt x="5794" y="12665"/>
                  </a:lnTo>
                  <a:cubicBezTo>
                    <a:pt x="5794" y="12043"/>
                    <a:pt x="5346" y="11499"/>
                    <a:pt x="4762" y="11344"/>
                  </a:cubicBezTo>
                  <a:lnTo>
                    <a:pt x="4762" y="8409"/>
                  </a:lnTo>
                  <a:lnTo>
                    <a:pt x="8515" y="10508"/>
                  </a:lnTo>
                  <a:cubicBezTo>
                    <a:pt x="8612" y="10566"/>
                    <a:pt x="8749" y="10605"/>
                    <a:pt x="8865" y="10605"/>
                  </a:cubicBezTo>
                  <a:cubicBezTo>
                    <a:pt x="8982" y="10605"/>
                    <a:pt x="9117" y="10566"/>
                    <a:pt x="9215" y="10508"/>
                  </a:cubicBezTo>
                  <a:lnTo>
                    <a:pt x="14542" y="7515"/>
                  </a:lnTo>
                  <a:close/>
                  <a:moveTo>
                    <a:pt x="5055" y="14358"/>
                  </a:moveTo>
                  <a:lnTo>
                    <a:pt x="5055" y="17779"/>
                  </a:lnTo>
                  <a:lnTo>
                    <a:pt x="3752" y="17779"/>
                  </a:lnTo>
                  <a:lnTo>
                    <a:pt x="3752" y="14358"/>
                  </a:lnTo>
                  <a:close/>
                  <a:moveTo>
                    <a:pt x="8865" y="1"/>
                  </a:moveTo>
                  <a:cubicBezTo>
                    <a:pt x="8743" y="1"/>
                    <a:pt x="8622" y="30"/>
                    <a:pt x="8515" y="88"/>
                  </a:cubicBezTo>
                  <a:lnTo>
                    <a:pt x="369" y="4676"/>
                  </a:lnTo>
                  <a:cubicBezTo>
                    <a:pt x="136" y="4793"/>
                    <a:pt x="0" y="5045"/>
                    <a:pt x="0" y="5298"/>
                  </a:cubicBezTo>
                  <a:cubicBezTo>
                    <a:pt x="0" y="5571"/>
                    <a:pt x="136" y="5804"/>
                    <a:pt x="369" y="5939"/>
                  </a:cubicBezTo>
                  <a:lnTo>
                    <a:pt x="2469" y="7106"/>
                  </a:lnTo>
                  <a:lnTo>
                    <a:pt x="2469" y="11110"/>
                  </a:lnTo>
                  <a:cubicBezTo>
                    <a:pt x="2469" y="11344"/>
                    <a:pt x="2585" y="11558"/>
                    <a:pt x="2780" y="11693"/>
                  </a:cubicBezTo>
                  <a:lnTo>
                    <a:pt x="3227" y="11986"/>
                  </a:lnTo>
                  <a:cubicBezTo>
                    <a:pt x="3111" y="12199"/>
                    <a:pt x="3033" y="12432"/>
                    <a:pt x="3033" y="12665"/>
                  </a:cubicBezTo>
                  <a:lnTo>
                    <a:pt x="3033" y="18148"/>
                  </a:lnTo>
                  <a:cubicBezTo>
                    <a:pt x="3033" y="18342"/>
                    <a:pt x="3207" y="18518"/>
                    <a:pt x="3402" y="18518"/>
                  </a:cubicBezTo>
                  <a:lnTo>
                    <a:pt x="5423" y="18518"/>
                  </a:lnTo>
                  <a:cubicBezTo>
                    <a:pt x="5618" y="18518"/>
                    <a:pt x="5794" y="18342"/>
                    <a:pt x="5794" y="18148"/>
                  </a:cubicBezTo>
                  <a:lnTo>
                    <a:pt x="5794" y="13715"/>
                  </a:lnTo>
                  <a:lnTo>
                    <a:pt x="8456" y="15524"/>
                  </a:lnTo>
                  <a:cubicBezTo>
                    <a:pt x="8593" y="15602"/>
                    <a:pt x="8728" y="15641"/>
                    <a:pt x="8865" y="15641"/>
                  </a:cubicBezTo>
                  <a:cubicBezTo>
                    <a:pt x="9000" y="15641"/>
                    <a:pt x="9156" y="15602"/>
                    <a:pt x="9273" y="15524"/>
                  </a:cubicBezTo>
                  <a:lnTo>
                    <a:pt x="14949" y="11693"/>
                  </a:lnTo>
                  <a:cubicBezTo>
                    <a:pt x="15144" y="11558"/>
                    <a:pt x="15260" y="11344"/>
                    <a:pt x="15260" y="11110"/>
                  </a:cubicBezTo>
                  <a:lnTo>
                    <a:pt x="15260" y="7106"/>
                  </a:lnTo>
                  <a:lnTo>
                    <a:pt x="17380" y="5939"/>
                  </a:lnTo>
                  <a:cubicBezTo>
                    <a:pt x="17593" y="5804"/>
                    <a:pt x="17749" y="5571"/>
                    <a:pt x="17749" y="5298"/>
                  </a:cubicBezTo>
                  <a:cubicBezTo>
                    <a:pt x="17749" y="5045"/>
                    <a:pt x="17593" y="4793"/>
                    <a:pt x="17380" y="4676"/>
                  </a:cubicBezTo>
                  <a:lnTo>
                    <a:pt x="9215" y="88"/>
                  </a:lnTo>
                  <a:cubicBezTo>
                    <a:pt x="9108" y="30"/>
                    <a:pt x="8986" y="1"/>
                    <a:pt x="88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latin typeface="+mj-lt"/>
              </a:endParaRPr>
            </a:p>
          </p:txBody>
        </p:sp>
        <p:sp>
          <p:nvSpPr>
            <p:cNvPr id="17" name="Google Shape;1039;p43">
              <a:extLst>
                <a:ext uri="{FF2B5EF4-FFF2-40B4-BE49-F238E27FC236}">
                  <a16:creationId xmlns:a16="http://schemas.microsoft.com/office/drawing/2014/main" id="{36782AFC-BC6A-8F57-D287-234134688E32}"/>
                </a:ext>
              </a:extLst>
            </p:cNvPr>
            <p:cNvSpPr/>
            <p:nvPr/>
          </p:nvSpPr>
          <p:spPr>
            <a:xfrm>
              <a:off x="3814822" y="2270257"/>
              <a:ext cx="14034" cy="13692"/>
            </a:xfrm>
            <a:custGeom>
              <a:avLst/>
              <a:gdLst/>
              <a:ahLst/>
              <a:cxnLst/>
              <a:rect l="l" t="t" r="r" b="b"/>
              <a:pathLst>
                <a:path w="739" h="721" extrusionOk="0">
                  <a:moveTo>
                    <a:pt x="370" y="0"/>
                  </a:moveTo>
                  <a:cubicBezTo>
                    <a:pt x="272" y="0"/>
                    <a:pt x="176" y="21"/>
                    <a:pt x="117" y="98"/>
                  </a:cubicBezTo>
                  <a:cubicBezTo>
                    <a:pt x="39" y="156"/>
                    <a:pt x="0" y="254"/>
                    <a:pt x="0" y="350"/>
                  </a:cubicBezTo>
                  <a:cubicBezTo>
                    <a:pt x="0" y="448"/>
                    <a:pt x="39" y="545"/>
                    <a:pt x="117" y="604"/>
                  </a:cubicBezTo>
                  <a:cubicBezTo>
                    <a:pt x="176" y="682"/>
                    <a:pt x="272" y="720"/>
                    <a:pt x="370" y="720"/>
                  </a:cubicBezTo>
                  <a:cubicBezTo>
                    <a:pt x="467" y="720"/>
                    <a:pt x="565" y="682"/>
                    <a:pt x="622" y="604"/>
                  </a:cubicBezTo>
                  <a:cubicBezTo>
                    <a:pt x="700" y="545"/>
                    <a:pt x="739" y="448"/>
                    <a:pt x="739" y="350"/>
                  </a:cubicBezTo>
                  <a:cubicBezTo>
                    <a:pt x="739" y="254"/>
                    <a:pt x="700" y="156"/>
                    <a:pt x="622" y="98"/>
                  </a:cubicBezTo>
                  <a:cubicBezTo>
                    <a:pt x="565" y="21"/>
                    <a:pt x="467" y="0"/>
                    <a:pt x="37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latin typeface="+mj-lt"/>
              </a:endParaRPr>
            </a:p>
          </p:txBody>
        </p:sp>
      </p:grpSp>
      <p:sp>
        <p:nvSpPr>
          <p:cNvPr id="18" name="Google Shape;1001;p43">
            <a:extLst>
              <a:ext uri="{FF2B5EF4-FFF2-40B4-BE49-F238E27FC236}">
                <a16:creationId xmlns:a16="http://schemas.microsoft.com/office/drawing/2014/main" id="{B3AAB788-BF44-1795-9723-BB3546C1C5C0}"/>
              </a:ext>
            </a:extLst>
          </p:cNvPr>
          <p:cNvSpPr txBox="1">
            <a:spLocks/>
          </p:cNvSpPr>
          <p:nvPr/>
        </p:nvSpPr>
        <p:spPr>
          <a:xfrm>
            <a:off x="10259944" y="2199838"/>
            <a:ext cx="4679400" cy="1003200"/>
          </a:xfrm>
          <a:prstGeom prst="rect">
            <a:avLst/>
          </a:prstGeom>
        </p:spPr>
        <p:txBody>
          <a:bodyPr spcFirstLastPara="1" vert="horz" wrap="square" lIns="182850" tIns="182850" rIns="182850" bIns="182850" rtlCol="0" anchor="t" anchorCtr="0">
            <a:noAutofit/>
          </a:bodyPr>
          <a:lstStyle>
            <a:lvl1pPr marL="342900" lvl="0" indent="-342900" algn="ctr" defTabSz="914400" rtl="0" eaLnBrk="1" latinLnBrk="0" hangingPunct="1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 kern="1200">
                <a:solidFill>
                  <a:schemeClr val="tx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marL="742950" lvl="1" indent="-285750" algn="ctr" defTabSz="914400" rtl="0" eaLnBrk="1" latinLnBrk="0" hangingPunct="1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 kern="1200">
                <a:solidFill>
                  <a:schemeClr val="tx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marL="1143000" lvl="2" indent="-228600" algn="ctr" defTabSz="914400" rtl="0" eaLnBrk="1" latinLnBrk="0" hangingPunct="1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 kern="1200">
                <a:solidFill>
                  <a:schemeClr val="tx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marL="1600200" lvl="3" indent="-228600" algn="ctr" defTabSz="914400" rtl="0" eaLnBrk="1" latinLnBrk="0" hangingPunct="1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 kern="1200">
                <a:solidFill>
                  <a:schemeClr val="tx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marL="2057400" lvl="4" indent="-228600" algn="ctr" defTabSz="914400" rtl="0" eaLnBrk="1" latinLnBrk="0" hangingPunct="1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 kern="1200">
                <a:solidFill>
                  <a:schemeClr val="tx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marL="2514600" lvl="5" indent="-228600" algn="ctr" defTabSz="914400" rtl="0" eaLnBrk="1" latinLnBrk="0" hangingPunct="1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 kern="1200">
                <a:solidFill>
                  <a:schemeClr val="tx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6pPr>
            <a:lvl7pPr marL="2971800" lvl="6" indent="-228600" algn="ctr" defTabSz="914400" rtl="0" eaLnBrk="1" latinLnBrk="0" hangingPunct="1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 kern="1200">
                <a:solidFill>
                  <a:schemeClr val="tx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7pPr>
            <a:lvl8pPr marL="3429000" lvl="7" indent="-228600" algn="ctr" defTabSz="914400" rtl="0" eaLnBrk="1" latinLnBrk="0" hangingPunct="1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 kern="1200">
                <a:solidFill>
                  <a:schemeClr val="tx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8pPr>
            <a:lvl9pPr marL="3886200" lvl="8" indent="-228600" algn="ctr" defTabSz="914400" rtl="0" eaLnBrk="1" latinLnBrk="0" hangingPunct="1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 kern="1200">
                <a:solidFill>
                  <a:schemeClr val="tx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9pPr>
          </a:lstStyle>
          <a:p>
            <a:pPr marL="0" indent="0">
              <a:spcAft>
                <a:spcPts val="2400"/>
              </a:spcAft>
            </a:pPr>
            <a:r>
              <a:rPr lang="en-US" b="1" dirty="0">
                <a:solidFill>
                  <a:schemeClr val="bg1"/>
                </a:solidFill>
                <a:latin typeface="+mj-lt"/>
              </a:rPr>
              <a:t>L</a:t>
            </a:r>
            <a:r>
              <a:rPr lang="en-IN" b="1" dirty="0" err="1">
                <a:solidFill>
                  <a:schemeClr val="bg1"/>
                </a:solidFill>
                <a:latin typeface="+mj-lt"/>
              </a:rPr>
              <a:t>ogging</a:t>
            </a:r>
            <a:r>
              <a:rPr lang="en-IN" b="1" dirty="0">
                <a:solidFill>
                  <a:schemeClr val="bg1"/>
                </a:solidFill>
                <a:latin typeface="+mj-lt"/>
              </a:rPr>
              <a:t> Module</a:t>
            </a:r>
          </a:p>
        </p:txBody>
      </p:sp>
      <p:sp>
        <p:nvSpPr>
          <p:cNvPr id="19" name="Google Shape;993;p43">
            <a:extLst>
              <a:ext uri="{FF2B5EF4-FFF2-40B4-BE49-F238E27FC236}">
                <a16:creationId xmlns:a16="http://schemas.microsoft.com/office/drawing/2014/main" id="{79EA26D1-19C1-9D31-A2B0-DDBF4ACAE758}"/>
              </a:ext>
            </a:extLst>
          </p:cNvPr>
          <p:cNvSpPr txBox="1">
            <a:spLocks/>
          </p:cNvSpPr>
          <p:nvPr/>
        </p:nvSpPr>
        <p:spPr>
          <a:xfrm>
            <a:off x="10272914" y="8657004"/>
            <a:ext cx="5465774" cy="1003200"/>
          </a:xfrm>
          <a:prstGeom prst="rect">
            <a:avLst/>
          </a:prstGeom>
        </p:spPr>
        <p:txBody>
          <a:bodyPr spcFirstLastPara="1" vert="horz" wrap="square" lIns="182850" tIns="182850" rIns="182850" bIns="182850" rtlCol="0" anchor="t" anchorCtr="0">
            <a:noAutofit/>
          </a:bodyPr>
          <a:lstStyle>
            <a:lvl1pPr marL="342900" lvl="0" indent="-342900" algn="ctr" defTabSz="914400" rtl="0" eaLnBrk="1" latinLnBrk="0" hangingPunct="1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 kern="1200">
                <a:solidFill>
                  <a:schemeClr val="tx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marL="742950" lvl="1" indent="-285750" algn="ctr" defTabSz="914400" rtl="0" eaLnBrk="1" latinLnBrk="0" hangingPunct="1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 kern="1200">
                <a:solidFill>
                  <a:schemeClr val="tx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marL="1143000" lvl="2" indent="-228600" algn="ctr" defTabSz="914400" rtl="0" eaLnBrk="1" latinLnBrk="0" hangingPunct="1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 kern="1200">
                <a:solidFill>
                  <a:schemeClr val="tx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marL="1600200" lvl="3" indent="-228600" algn="ctr" defTabSz="914400" rtl="0" eaLnBrk="1" latinLnBrk="0" hangingPunct="1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 kern="1200">
                <a:solidFill>
                  <a:schemeClr val="tx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marL="2057400" lvl="4" indent="-228600" algn="ctr" defTabSz="914400" rtl="0" eaLnBrk="1" latinLnBrk="0" hangingPunct="1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 kern="1200">
                <a:solidFill>
                  <a:schemeClr val="tx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marL="2514600" lvl="5" indent="-228600" algn="ctr" defTabSz="914400" rtl="0" eaLnBrk="1" latinLnBrk="0" hangingPunct="1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 kern="1200">
                <a:solidFill>
                  <a:schemeClr val="tx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6pPr>
            <a:lvl7pPr marL="2971800" lvl="6" indent="-228600" algn="ctr" defTabSz="914400" rtl="0" eaLnBrk="1" latinLnBrk="0" hangingPunct="1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 kern="1200">
                <a:solidFill>
                  <a:schemeClr val="tx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7pPr>
            <a:lvl8pPr marL="3429000" lvl="7" indent="-228600" algn="ctr" defTabSz="914400" rtl="0" eaLnBrk="1" latinLnBrk="0" hangingPunct="1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 kern="1200">
                <a:solidFill>
                  <a:schemeClr val="tx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8pPr>
            <a:lvl9pPr marL="3886200" lvl="8" indent="-228600" algn="ctr" defTabSz="914400" rtl="0" eaLnBrk="1" latinLnBrk="0" hangingPunct="1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 kern="1200">
                <a:solidFill>
                  <a:schemeClr val="tx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9pPr>
          </a:lstStyle>
          <a:p>
            <a:pPr marL="0" indent="0">
              <a:spcAft>
                <a:spcPts val="2400"/>
              </a:spcAft>
            </a:pPr>
            <a:r>
              <a:rPr lang="en-US" b="1" dirty="0">
                <a:solidFill>
                  <a:schemeClr val="bg1"/>
                </a:solidFill>
                <a:latin typeface="+mj-lt"/>
              </a:rPr>
              <a:t>Exception Handling</a:t>
            </a:r>
          </a:p>
        </p:txBody>
      </p:sp>
      <p:sp>
        <p:nvSpPr>
          <p:cNvPr id="20" name="Google Shape;995;p43">
            <a:extLst>
              <a:ext uri="{FF2B5EF4-FFF2-40B4-BE49-F238E27FC236}">
                <a16:creationId xmlns:a16="http://schemas.microsoft.com/office/drawing/2014/main" id="{07AA094D-9674-ADE5-AD60-2AADBC293B9A}"/>
              </a:ext>
            </a:extLst>
          </p:cNvPr>
          <p:cNvSpPr txBox="1">
            <a:spLocks/>
          </p:cNvSpPr>
          <p:nvPr/>
        </p:nvSpPr>
        <p:spPr>
          <a:xfrm>
            <a:off x="10344136" y="5378738"/>
            <a:ext cx="4679400" cy="1003200"/>
          </a:xfrm>
          <a:prstGeom prst="rect">
            <a:avLst/>
          </a:prstGeom>
        </p:spPr>
        <p:txBody>
          <a:bodyPr spcFirstLastPara="1" vert="horz" wrap="square" lIns="182850" tIns="182850" rIns="182850" bIns="182850" rtlCol="0" anchor="t" anchorCtr="0">
            <a:noAutofit/>
          </a:bodyPr>
          <a:lstStyle>
            <a:lvl1pPr marL="342900" lvl="0" indent="-342900" algn="ctr" defTabSz="914400" rtl="0" eaLnBrk="1" latinLnBrk="0" hangingPunct="1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 kern="1200">
                <a:solidFill>
                  <a:schemeClr val="tx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marL="742950" lvl="1" indent="-285750" algn="ctr" defTabSz="914400" rtl="0" eaLnBrk="1" latinLnBrk="0" hangingPunct="1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 kern="1200">
                <a:solidFill>
                  <a:schemeClr val="tx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marL="1143000" lvl="2" indent="-228600" algn="ctr" defTabSz="914400" rtl="0" eaLnBrk="1" latinLnBrk="0" hangingPunct="1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 kern="1200">
                <a:solidFill>
                  <a:schemeClr val="tx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marL="1600200" lvl="3" indent="-228600" algn="ctr" defTabSz="914400" rtl="0" eaLnBrk="1" latinLnBrk="0" hangingPunct="1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 kern="1200">
                <a:solidFill>
                  <a:schemeClr val="tx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marL="2057400" lvl="4" indent="-228600" algn="ctr" defTabSz="914400" rtl="0" eaLnBrk="1" latinLnBrk="0" hangingPunct="1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 kern="1200">
                <a:solidFill>
                  <a:schemeClr val="tx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marL="2514600" lvl="5" indent="-228600" algn="ctr" defTabSz="914400" rtl="0" eaLnBrk="1" latinLnBrk="0" hangingPunct="1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 kern="1200">
                <a:solidFill>
                  <a:schemeClr val="tx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6pPr>
            <a:lvl7pPr marL="2971800" lvl="6" indent="-228600" algn="ctr" defTabSz="914400" rtl="0" eaLnBrk="1" latinLnBrk="0" hangingPunct="1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 kern="1200">
                <a:solidFill>
                  <a:schemeClr val="tx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7pPr>
            <a:lvl8pPr marL="3429000" lvl="7" indent="-228600" algn="ctr" defTabSz="914400" rtl="0" eaLnBrk="1" latinLnBrk="0" hangingPunct="1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 kern="1200">
                <a:solidFill>
                  <a:schemeClr val="tx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8pPr>
            <a:lvl9pPr marL="3886200" lvl="8" indent="-228600" algn="ctr" defTabSz="914400" rtl="0" eaLnBrk="1" latinLnBrk="0" hangingPunct="1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 kern="1200">
                <a:solidFill>
                  <a:schemeClr val="tx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9pPr>
          </a:lstStyle>
          <a:p>
            <a:pPr marL="0" indent="0">
              <a:spcAft>
                <a:spcPts val="2400"/>
              </a:spcAft>
            </a:pPr>
            <a:r>
              <a:rPr lang="en-US" b="1" dirty="0">
                <a:solidFill>
                  <a:schemeClr val="bg1"/>
                </a:solidFill>
                <a:latin typeface="+mj-lt"/>
              </a:rPr>
              <a:t>A</a:t>
            </a:r>
            <a:r>
              <a:rPr lang="en-IN" b="1" dirty="0" err="1">
                <a:solidFill>
                  <a:schemeClr val="bg1"/>
                </a:solidFill>
                <a:latin typeface="+mj-lt"/>
              </a:rPr>
              <a:t>xios</a:t>
            </a:r>
            <a:r>
              <a:rPr lang="en-IN" b="1" dirty="0">
                <a:solidFill>
                  <a:schemeClr val="bg1"/>
                </a:solidFill>
                <a:latin typeface="+mj-lt"/>
              </a:rPr>
              <a:t> Integration</a:t>
            </a:r>
          </a:p>
        </p:txBody>
      </p:sp>
      <p:sp>
        <p:nvSpPr>
          <p:cNvPr id="21" name="Google Shape;999;p43">
            <a:extLst>
              <a:ext uri="{FF2B5EF4-FFF2-40B4-BE49-F238E27FC236}">
                <a16:creationId xmlns:a16="http://schemas.microsoft.com/office/drawing/2014/main" id="{CB6F34A5-7FEE-61C3-174F-93CB304FABDE}"/>
              </a:ext>
            </a:extLst>
          </p:cNvPr>
          <p:cNvSpPr txBox="1">
            <a:spLocks/>
          </p:cNvSpPr>
          <p:nvPr/>
        </p:nvSpPr>
        <p:spPr>
          <a:xfrm>
            <a:off x="10261711" y="7104228"/>
            <a:ext cx="4679400" cy="1003200"/>
          </a:xfrm>
          <a:prstGeom prst="rect">
            <a:avLst/>
          </a:prstGeom>
        </p:spPr>
        <p:txBody>
          <a:bodyPr spcFirstLastPara="1" vert="horz" wrap="square" lIns="182850" tIns="182850" rIns="182850" bIns="182850" rtlCol="0" anchor="t" anchorCtr="0">
            <a:noAutofit/>
          </a:bodyPr>
          <a:lstStyle>
            <a:lvl1pPr marL="342900" lvl="0" indent="-342900" algn="ctr" defTabSz="914400" rtl="0" eaLnBrk="1" latinLnBrk="0" hangingPunct="1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 kern="1200">
                <a:solidFill>
                  <a:schemeClr val="tx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marL="742950" lvl="1" indent="-285750" algn="ctr" defTabSz="914400" rtl="0" eaLnBrk="1" latinLnBrk="0" hangingPunct="1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 kern="1200">
                <a:solidFill>
                  <a:schemeClr val="tx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marL="1143000" lvl="2" indent="-228600" algn="ctr" defTabSz="914400" rtl="0" eaLnBrk="1" latinLnBrk="0" hangingPunct="1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 kern="1200">
                <a:solidFill>
                  <a:schemeClr val="tx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marL="1600200" lvl="3" indent="-228600" algn="ctr" defTabSz="914400" rtl="0" eaLnBrk="1" latinLnBrk="0" hangingPunct="1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 kern="1200">
                <a:solidFill>
                  <a:schemeClr val="tx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marL="2057400" lvl="4" indent="-228600" algn="ctr" defTabSz="914400" rtl="0" eaLnBrk="1" latinLnBrk="0" hangingPunct="1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 kern="1200">
                <a:solidFill>
                  <a:schemeClr val="tx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marL="2514600" lvl="5" indent="-228600" algn="ctr" defTabSz="914400" rtl="0" eaLnBrk="1" latinLnBrk="0" hangingPunct="1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 kern="1200">
                <a:solidFill>
                  <a:schemeClr val="tx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6pPr>
            <a:lvl7pPr marL="2971800" lvl="6" indent="-228600" algn="ctr" defTabSz="914400" rtl="0" eaLnBrk="1" latinLnBrk="0" hangingPunct="1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 kern="1200">
                <a:solidFill>
                  <a:schemeClr val="tx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7pPr>
            <a:lvl8pPr marL="3429000" lvl="7" indent="-228600" algn="ctr" defTabSz="914400" rtl="0" eaLnBrk="1" latinLnBrk="0" hangingPunct="1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 kern="1200">
                <a:solidFill>
                  <a:schemeClr val="tx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8pPr>
            <a:lvl9pPr marL="3886200" lvl="8" indent="-228600" algn="ctr" defTabSz="914400" rtl="0" eaLnBrk="1" latinLnBrk="0" hangingPunct="1">
              <a:spcBef>
                <a:spcPts val="0"/>
              </a:spcBef>
              <a:spcAft>
                <a:spcPts val="0"/>
              </a:spcAft>
              <a:buSzPts val="2200"/>
              <a:buFont typeface="Poppins ExtraBold"/>
              <a:buNone/>
              <a:defRPr sz="4400" kern="1200">
                <a:solidFill>
                  <a:schemeClr val="tx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9pPr>
          </a:lstStyle>
          <a:p>
            <a:pPr marL="0" indent="0">
              <a:spcAft>
                <a:spcPts val="2400"/>
              </a:spcAft>
            </a:pPr>
            <a:r>
              <a:rPr lang="en-US" b="1" dirty="0">
                <a:solidFill>
                  <a:schemeClr val="bg1"/>
                </a:solidFill>
                <a:latin typeface="+mj-lt"/>
              </a:rPr>
              <a:t>F</a:t>
            </a:r>
            <a:r>
              <a:rPr lang="en-IN" b="1" dirty="0" err="1">
                <a:solidFill>
                  <a:schemeClr val="bg1"/>
                </a:solidFill>
                <a:latin typeface="+mj-lt"/>
              </a:rPr>
              <a:t>ine</a:t>
            </a:r>
            <a:r>
              <a:rPr lang="en-IN" b="1" dirty="0">
                <a:solidFill>
                  <a:schemeClr val="bg1"/>
                </a:solidFill>
                <a:latin typeface="+mj-lt"/>
              </a:rPr>
              <a:t> Calculation</a:t>
            </a:r>
          </a:p>
        </p:txBody>
      </p:sp>
      <p:pic>
        <p:nvPicPr>
          <p:cNvPr id="22" name="Google Shape;1011;p43">
            <a:extLst>
              <a:ext uri="{FF2B5EF4-FFF2-40B4-BE49-F238E27FC236}">
                <a16:creationId xmlns:a16="http://schemas.microsoft.com/office/drawing/2014/main" id="{64B7E474-4A9B-B312-3E91-59F99D04A42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10723" y="5416994"/>
            <a:ext cx="1081200" cy="1081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1012;p43">
            <a:extLst>
              <a:ext uri="{FF2B5EF4-FFF2-40B4-BE49-F238E27FC236}">
                <a16:creationId xmlns:a16="http://schemas.microsoft.com/office/drawing/2014/main" id="{C2677BBA-B4DF-F9B6-B753-1E0F84A2143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10723" y="7124208"/>
            <a:ext cx="1081200" cy="1081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4" name="Google Shape;1023;p43">
            <a:extLst>
              <a:ext uri="{FF2B5EF4-FFF2-40B4-BE49-F238E27FC236}">
                <a16:creationId xmlns:a16="http://schemas.microsoft.com/office/drawing/2014/main" id="{C114ABD0-4947-9E47-4E9C-70DA71C0A35A}"/>
              </a:ext>
            </a:extLst>
          </p:cNvPr>
          <p:cNvGrpSpPr/>
          <p:nvPr/>
        </p:nvGrpSpPr>
        <p:grpSpPr>
          <a:xfrm>
            <a:off x="9242772" y="7416539"/>
            <a:ext cx="617106" cy="496538"/>
            <a:chOff x="3082358" y="3418405"/>
            <a:chExt cx="351467" cy="282799"/>
          </a:xfrm>
        </p:grpSpPr>
        <p:sp>
          <p:nvSpPr>
            <p:cNvPr id="25" name="Google Shape;1024;p43">
              <a:extLst>
                <a:ext uri="{FF2B5EF4-FFF2-40B4-BE49-F238E27FC236}">
                  <a16:creationId xmlns:a16="http://schemas.microsoft.com/office/drawing/2014/main" id="{E6A7C2E8-29B2-F638-B3C8-9607BD399B98}"/>
                </a:ext>
              </a:extLst>
            </p:cNvPr>
            <p:cNvSpPr/>
            <p:nvPr/>
          </p:nvSpPr>
          <p:spPr>
            <a:xfrm>
              <a:off x="3082358" y="3418405"/>
              <a:ext cx="351467" cy="282799"/>
            </a:xfrm>
            <a:custGeom>
              <a:avLst/>
              <a:gdLst/>
              <a:ahLst/>
              <a:cxnLst/>
              <a:rect l="l" t="t" r="r" b="b"/>
              <a:pathLst>
                <a:path w="18508" h="14892" extrusionOk="0">
                  <a:moveTo>
                    <a:pt x="7738" y="2450"/>
                  </a:moveTo>
                  <a:lnTo>
                    <a:pt x="7738" y="8380"/>
                  </a:lnTo>
                  <a:lnTo>
                    <a:pt x="3403" y="8380"/>
                  </a:lnTo>
                  <a:cubicBezTo>
                    <a:pt x="3287" y="7932"/>
                    <a:pt x="2917" y="7564"/>
                    <a:pt x="2470" y="7447"/>
                  </a:cubicBezTo>
                  <a:lnTo>
                    <a:pt x="2470" y="3403"/>
                  </a:lnTo>
                  <a:cubicBezTo>
                    <a:pt x="2917" y="3287"/>
                    <a:pt x="3287" y="2917"/>
                    <a:pt x="3403" y="2450"/>
                  </a:cubicBezTo>
                  <a:close/>
                  <a:moveTo>
                    <a:pt x="15106" y="2450"/>
                  </a:moveTo>
                  <a:cubicBezTo>
                    <a:pt x="15242" y="2917"/>
                    <a:pt x="15592" y="3287"/>
                    <a:pt x="16058" y="3403"/>
                  </a:cubicBezTo>
                  <a:lnTo>
                    <a:pt x="16058" y="7447"/>
                  </a:lnTo>
                  <a:cubicBezTo>
                    <a:pt x="15592" y="7564"/>
                    <a:pt x="15242" y="7932"/>
                    <a:pt x="15106" y="8380"/>
                  </a:cubicBezTo>
                  <a:lnTo>
                    <a:pt x="10770" y="8380"/>
                  </a:lnTo>
                  <a:lnTo>
                    <a:pt x="10770" y="2450"/>
                  </a:lnTo>
                  <a:close/>
                  <a:moveTo>
                    <a:pt x="10052" y="721"/>
                  </a:moveTo>
                  <a:lnTo>
                    <a:pt x="10052" y="10130"/>
                  </a:lnTo>
                  <a:lnTo>
                    <a:pt x="8458" y="10130"/>
                  </a:lnTo>
                  <a:lnTo>
                    <a:pt x="8458" y="721"/>
                  </a:lnTo>
                  <a:close/>
                  <a:moveTo>
                    <a:pt x="17789" y="721"/>
                  </a:moveTo>
                  <a:lnTo>
                    <a:pt x="17789" y="10130"/>
                  </a:lnTo>
                  <a:lnTo>
                    <a:pt x="10770" y="10130"/>
                  </a:lnTo>
                  <a:lnTo>
                    <a:pt x="10770" y="9119"/>
                  </a:lnTo>
                  <a:lnTo>
                    <a:pt x="15417" y="9119"/>
                  </a:lnTo>
                  <a:cubicBezTo>
                    <a:pt x="15612" y="9119"/>
                    <a:pt x="15786" y="8943"/>
                    <a:pt x="15786" y="8749"/>
                  </a:cubicBezTo>
                  <a:cubicBezTo>
                    <a:pt x="15786" y="8399"/>
                    <a:pt x="16058" y="8108"/>
                    <a:pt x="16408" y="8108"/>
                  </a:cubicBezTo>
                  <a:cubicBezTo>
                    <a:pt x="16603" y="8108"/>
                    <a:pt x="16778" y="7952"/>
                    <a:pt x="16778" y="7758"/>
                  </a:cubicBezTo>
                  <a:lnTo>
                    <a:pt x="16778" y="3092"/>
                  </a:lnTo>
                  <a:cubicBezTo>
                    <a:pt x="16778" y="2898"/>
                    <a:pt x="16603" y="2722"/>
                    <a:pt x="16408" y="2722"/>
                  </a:cubicBezTo>
                  <a:cubicBezTo>
                    <a:pt x="16058" y="2722"/>
                    <a:pt x="15786" y="2450"/>
                    <a:pt x="15786" y="2100"/>
                  </a:cubicBezTo>
                  <a:cubicBezTo>
                    <a:pt x="15786" y="1906"/>
                    <a:pt x="15612" y="1731"/>
                    <a:pt x="15417" y="1731"/>
                  </a:cubicBezTo>
                  <a:lnTo>
                    <a:pt x="10770" y="1731"/>
                  </a:lnTo>
                  <a:lnTo>
                    <a:pt x="10770" y="721"/>
                  </a:lnTo>
                  <a:close/>
                  <a:moveTo>
                    <a:pt x="7738" y="10848"/>
                  </a:moveTo>
                  <a:lnTo>
                    <a:pt x="7738" y="12151"/>
                  </a:lnTo>
                  <a:lnTo>
                    <a:pt x="721" y="12151"/>
                  </a:lnTo>
                  <a:lnTo>
                    <a:pt x="721" y="10848"/>
                  </a:lnTo>
                  <a:close/>
                  <a:moveTo>
                    <a:pt x="17789" y="10848"/>
                  </a:moveTo>
                  <a:lnTo>
                    <a:pt x="17789" y="12151"/>
                  </a:lnTo>
                  <a:lnTo>
                    <a:pt x="10770" y="12151"/>
                  </a:lnTo>
                  <a:lnTo>
                    <a:pt x="10770" y="10848"/>
                  </a:lnTo>
                  <a:close/>
                  <a:moveTo>
                    <a:pt x="7738" y="12870"/>
                  </a:moveTo>
                  <a:lnTo>
                    <a:pt x="7738" y="14173"/>
                  </a:lnTo>
                  <a:lnTo>
                    <a:pt x="721" y="14173"/>
                  </a:lnTo>
                  <a:lnTo>
                    <a:pt x="721" y="12870"/>
                  </a:lnTo>
                  <a:close/>
                  <a:moveTo>
                    <a:pt x="10052" y="10848"/>
                  </a:moveTo>
                  <a:lnTo>
                    <a:pt x="10052" y="14173"/>
                  </a:lnTo>
                  <a:lnTo>
                    <a:pt x="8458" y="14173"/>
                  </a:lnTo>
                  <a:lnTo>
                    <a:pt x="8458" y="10848"/>
                  </a:lnTo>
                  <a:close/>
                  <a:moveTo>
                    <a:pt x="17789" y="12870"/>
                  </a:moveTo>
                  <a:lnTo>
                    <a:pt x="17789" y="14173"/>
                  </a:lnTo>
                  <a:lnTo>
                    <a:pt x="10770" y="14173"/>
                  </a:lnTo>
                  <a:lnTo>
                    <a:pt x="10770" y="12870"/>
                  </a:lnTo>
                  <a:close/>
                  <a:moveTo>
                    <a:pt x="371" y="1"/>
                  </a:moveTo>
                  <a:cubicBezTo>
                    <a:pt x="176" y="1"/>
                    <a:pt x="1" y="156"/>
                    <a:pt x="1" y="371"/>
                  </a:cubicBezTo>
                  <a:lnTo>
                    <a:pt x="1" y="14523"/>
                  </a:lnTo>
                  <a:cubicBezTo>
                    <a:pt x="1" y="14736"/>
                    <a:pt x="176" y="14892"/>
                    <a:pt x="371" y="14892"/>
                  </a:cubicBezTo>
                  <a:lnTo>
                    <a:pt x="18139" y="14892"/>
                  </a:lnTo>
                  <a:cubicBezTo>
                    <a:pt x="18352" y="14892"/>
                    <a:pt x="18508" y="14736"/>
                    <a:pt x="18508" y="14523"/>
                  </a:cubicBezTo>
                  <a:lnTo>
                    <a:pt x="18508" y="371"/>
                  </a:lnTo>
                  <a:cubicBezTo>
                    <a:pt x="18508" y="156"/>
                    <a:pt x="18352" y="1"/>
                    <a:pt x="18139" y="1"/>
                  </a:cubicBezTo>
                  <a:lnTo>
                    <a:pt x="5755" y="1"/>
                  </a:lnTo>
                  <a:cubicBezTo>
                    <a:pt x="5560" y="1"/>
                    <a:pt x="5405" y="156"/>
                    <a:pt x="5405" y="371"/>
                  </a:cubicBezTo>
                  <a:cubicBezTo>
                    <a:pt x="5405" y="565"/>
                    <a:pt x="5560" y="721"/>
                    <a:pt x="5755" y="721"/>
                  </a:cubicBezTo>
                  <a:lnTo>
                    <a:pt x="7738" y="721"/>
                  </a:lnTo>
                  <a:lnTo>
                    <a:pt x="7738" y="1731"/>
                  </a:lnTo>
                  <a:lnTo>
                    <a:pt x="3092" y="1731"/>
                  </a:lnTo>
                  <a:cubicBezTo>
                    <a:pt x="2898" y="1731"/>
                    <a:pt x="2742" y="1906"/>
                    <a:pt x="2742" y="2100"/>
                  </a:cubicBezTo>
                  <a:cubicBezTo>
                    <a:pt x="2742" y="2450"/>
                    <a:pt x="2450" y="2722"/>
                    <a:pt x="2100" y="2722"/>
                  </a:cubicBezTo>
                  <a:cubicBezTo>
                    <a:pt x="1906" y="2722"/>
                    <a:pt x="1732" y="2898"/>
                    <a:pt x="1732" y="3092"/>
                  </a:cubicBezTo>
                  <a:lnTo>
                    <a:pt x="1732" y="7758"/>
                  </a:lnTo>
                  <a:cubicBezTo>
                    <a:pt x="1732" y="7952"/>
                    <a:pt x="1906" y="8108"/>
                    <a:pt x="2100" y="8108"/>
                  </a:cubicBezTo>
                  <a:cubicBezTo>
                    <a:pt x="2450" y="8108"/>
                    <a:pt x="2742" y="8399"/>
                    <a:pt x="2742" y="8749"/>
                  </a:cubicBezTo>
                  <a:cubicBezTo>
                    <a:pt x="2742" y="8943"/>
                    <a:pt x="2898" y="9119"/>
                    <a:pt x="3092" y="9119"/>
                  </a:cubicBezTo>
                  <a:lnTo>
                    <a:pt x="7738" y="9119"/>
                  </a:lnTo>
                  <a:lnTo>
                    <a:pt x="7738" y="10130"/>
                  </a:lnTo>
                  <a:lnTo>
                    <a:pt x="721" y="10130"/>
                  </a:lnTo>
                  <a:lnTo>
                    <a:pt x="721" y="721"/>
                  </a:lnTo>
                  <a:lnTo>
                    <a:pt x="2859" y="721"/>
                  </a:lnTo>
                  <a:cubicBezTo>
                    <a:pt x="3072" y="721"/>
                    <a:pt x="3228" y="565"/>
                    <a:pt x="3228" y="371"/>
                  </a:cubicBezTo>
                  <a:cubicBezTo>
                    <a:pt x="3228" y="156"/>
                    <a:pt x="3072" y="1"/>
                    <a:pt x="285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latin typeface="+mj-lt"/>
              </a:endParaRPr>
            </a:p>
          </p:txBody>
        </p:sp>
        <p:sp>
          <p:nvSpPr>
            <p:cNvPr id="26" name="Google Shape;1025;p43">
              <a:extLst>
                <a:ext uri="{FF2B5EF4-FFF2-40B4-BE49-F238E27FC236}">
                  <a16:creationId xmlns:a16="http://schemas.microsoft.com/office/drawing/2014/main" id="{FB253241-B8D4-9E72-3E49-806CC4898F4B}"/>
                </a:ext>
              </a:extLst>
            </p:cNvPr>
            <p:cNvSpPr/>
            <p:nvPr/>
          </p:nvSpPr>
          <p:spPr>
            <a:xfrm>
              <a:off x="3310149" y="3515124"/>
              <a:ext cx="42860" cy="13692"/>
            </a:xfrm>
            <a:custGeom>
              <a:avLst/>
              <a:gdLst/>
              <a:ahLst/>
              <a:cxnLst/>
              <a:rect l="l" t="t" r="r" b="b"/>
              <a:pathLst>
                <a:path w="2257" h="721" extrusionOk="0">
                  <a:moveTo>
                    <a:pt x="370" y="1"/>
                  </a:moveTo>
                  <a:cubicBezTo>
                    <a:pt x="175" y="1"/>
                    <a:pt x="1" y="156"/>
                    <a:pt x="1" y="351"/>
                  </a:cubicBezTo>
                  <a:cubicBezTo>
                    <a:pt x="1" y="565"/>
                    <a:pt x="175" y="721"/>
                    <a:pt x="370" y="721"/>
                  </a:cubicBezTo>
                  <a:lnTo>
                    <a:pt x="1886" y="721"/>
                  </a:lnTo>
                  <a:cubicBezTo>
                    <a:pt x="2080" y="721"/>
                    <a:pt x="2256" y="565"/>
                    <a:pt x="2256" y="351"/>
                  </a:cubicBezTo>
                  <a:cubicBezTo>
                    <a:pt x="2256" y="156"/>
                    <a:pt x="2080" y="1"/>
                    <a:pt x="188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latin typeface="+mj-lt"/>
              </a:endParaRPr>
            </a:p>
          </p:txBody>
        </p:sp>
        <p:sp>
          <p:nvSpPr>
            <p:cNvPr id="27" name="Google Shape;1026;p43">
              <a:extLst>
                <a:ext uri="{FF2B5EF4-FFF2-40B4-BE49-F238E27FC236}">
                  <a16:creationId xmlns:a16="http://schemas.microsoft.com/office/drawing/2014/main" id="{689FBA40-0F3B-A9FF-7B40-43BEA5D92D64}"/>
                </a:ext>
              </a:extLst>
            </p:cNvPr>
            <p:cNvSpPr/>
            <p:nvPr/>
          </p:nvSpPr>
          <p:spPr>
            <a:xfrm>
              <a:off x="3163580" y="3515124"/>
              <a:ext cx="42481" cy="13692"/>
            </a:xfrm>
            <a:custGeom>
              <a:avLst/>
              <a:gdLst/>
              <a:ahLst/>
              <a:cxnLst/>
              <a:rect l="l" t="t" r="r" b="b"/>
              <a:pathLst>
                <a:path w="2237" h="721" extrusionOk="0">
                  <a:moveTo>
                    <a:pt x="350" y="1"/>
                  </a:moveTo>
                  <a:cubicBezTo>
                    <a:pt x="156" y="1"/>
                    <a:pt x="0" y="156"/>
                    <a:pt x="0" y="351"/>
                  </a:cubicBezTo>
                  <a:cubicBezTo>
                    <a:pt x="0" y="565"/>
                    <a:pt x="156" y="721"/>
                    <a:pt x="350" y="721"/>
                  </a:cubicBezTo>
                  <a:lnTo>
                    <a:pt x="1867" y="721"/>
                  </a:lnTo>
                  <a:cubicBezTo>
                    <a:pt x="2081" y="721"/>
                    <a:pt x="2237" y="565"/>
                    <a:pt x="2237" y="351"/>
                  </a:cubicBezTo>
                  <a:cubicBezTo>
                    <a:pt x="2237" y="156"/>
                    <a:pt x="2081" y="1"/>
                    <a:pt x="186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latin typeface="+mj-lt"/>
              </a:endParaRPr>
            </a:p>
          </p:txBody>
        </p:sp>
        <p:sp>
          <p:nvSpPr>
            <p:cNvPr id="28" name="Google Shape;1027;p43">
              <a:extLst>
                <a:ext uri="{FF2B5EF4-FFF2-40B4-BE49-F238E27FC236}">
                  <a16:creationId xmlns:a16="http://schemas.microsoft.com/office/drawing/2014/main" id="{E88F9688-E4D3-95F4-3F19-9FC84330661B}"/>
                </a:ext>
              </a:extLst>
            </p:cNvPr>
            <p:cNvSpPr/>
            <p:nvPr/>
          </p:nvSpPr>
          <p:spPr>
            <a:xfrm>
              <a:off x="3157313" y="3418405"/>
              <a:ext cx="13673" cy="13692"/>
            </a:xfrm>
            <a:custGeom>
              <a:avLst/>
              <a:gdLst/>
              <a:ahLst/>
              <a:cxnLst/>
              <a:rect l="l" t="t" r="r" b="b"/>
              <a:pathLst>
                <a:path w="720" h="721" extrusionOk="0">
                  <a:moveTo>
                    <a:pt x="369" y="1"/>
                  </a:moveTo>
                  <a:cubicBezTo>
                    <a:pt x="273" y="1"/>
                    <a:pt x="175" y="39"/>
                    <a:pt x="117" y="98"/>
                  </a:cubicBezTo>
                  <a:cubicBezTo>
                    <a:pt x="40" y="176"/>
                    <a:pt x="1" y="273"/>
                    <a:pt x="1" y="371"/>
                  </a:cubicBezTo>
                  <a:cubicBezTo>
                    <a:pt x="1" y="448"/>
                    <a:pt x="40" y="545"/>
                    <a:pt x="117" y="623"/>
                  </a:cubicBezTo>
                  <a:cubicBezTo>
                    <a:pt x="175" y="682"/>
                    <a:pt x="273" y="721"/>
                    <a:pt x="369" y="721"/>
                  </a:cubicBezTo>
                  <a:cubicBezTo>
                    <a:pt x="467" y="721"/>
                    <a:pt x="545" y="682"/>
                    <a:pt x="623" y="623"/>
                  </a:cubicBezTo>
                  <a:cubicBezTo>
                    <a:pt x="680" y="545"/>
                    <a:pt x="719" y="448"/>
                    <a:pt x="719" y="371"/>
                  </a:cubicBezTo>
                  <a:cubicBezTo>
                    <a:pt x="719" y="273"/>
                    <a:pt x="680" y="176"/>
                    <a:pt x="623" y="98"/>
                  </a:cubicBezTo>
                  <a:cubicBezTo>
                    <a:pt x="545" y="39"/>
                    <a:pt x="467" y="1"/>
                    <a:pt x="36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latin typeface="+mj-lt"/>
              </a:endParaRPr>
            </a:p>
          </p:txBody>
        </p:sp>
      </p:grpSp>
      <p:grpSp>
        <p:nvGrpSpPr>
          <p:cNvPr id="29" name="Google Shape;1028;p43">
            <a:extLst>
              <a:ext uri="{FF2B5EF4-FFF2-40B4-BE49-F238E27FC236}">
                <a16:creationId xmlns:a16="http://schemas.microsoft.com/office/drawing/2014/main" id="{CCAE9FFB-F561-0B0D-C648-257CC6721D69}"/>
              </a:ext>
            </a:extLst>
          </p:cNvPr>
          <p:cNvGrpSpPr/>
          <p:nvPr/>
        </p:nvGrpSpPr>
        <p:grpSpPr>
          <a:xfrm>
            <a:off x="9241787" y="5649122"/>
            <a:ext cx="619072" cy="616944"/>
            <a:chOff x="3081617" y="2719269"/>
            <a:chExt cx="352587" cy="351375"/>
          </a:xfrm>
        </p:grpSpPr>
        <p:sp>
          <p:nvSpPr>
            <p:cNvPr id="30" name="Google Shape;1029;p43">
              <a:extLst>
                <a:ext uri="{FF2B5EF4-FFF2-40B4-BE49-F238E27FC236}">
                  <a16:creationId xmlns:a16="http://schemas.microsoft.com/office/drawing/2014/main" id="{D642065A-21F6-A46E-8522-65F54545355A}"/>
                </a:ext>
              </a:extLst>
            </p:cNvPr>
            <p:cNvSpPr/>
            <p:nvPr/>
          </p:nvSpPr>
          <p:spPr>
            <a:xfrm>
              <a:off x="3081617" y="2719269"/>
              <a:ext cx="352587" cy="216999"/>
            </a:xfrm>
            <a:custGeom>
              <a:avLst/>
              <a:gdLst/>
              <a:ahLst/>
              <a:cxnLst/>
              <a:rect l="l" t="t" r="r" b="b"/>
              <a:pathLst>
                <a:path w="18567" h="11427" extrusionOk="0">
                  <a:moveTo>
                    <a:pt x="18197" y="1"/>
                  </a:moveTo>
                  <a:cubicBezTo>
                    <a:pt x="18164" y="1"/>
                    <a:pt x="18132" y="6"/>
                    <a:pt x="18100" y="16"/>
                  </a:cubicBezTo>
                  <a:lnTo>
                    <a:pt x="14757" y="910"/>
                  </a:lnTo>
                  <a:cubicBezTo>
                    <a:pt x="14620" y="929"/>
                    <a:pt x="14523" y="1027"/>
                    <a:pt x="14503" y="1162"/>
                  </a:cubicBezTo>
                  <a:cubicBezTo>
                    <a:pt x="14464" y="1279"/>
                    <a:pt x="14503" y="1416"/>
                    <a:pt x="14581" y="1512"/>
                  </a:cubicBezTo>
                  <a:lnTo>
                    <a:pt x="14912" y="1823"/>
                  </a:lnTo>
                  <a:lnTo>
                    <a:pt x="11063" y="5672"/>
                  </a:lnTo>
                  <a:lnTo>
                    <a:pt x="7738" y="2367"/>
                  </a:lnTo>
                  <a:cubicBezTo>
                    <a:pt x="7670" y="2300"/>
                    <a:pt x="7578" y="2266"/>
                    <a:pt x="7486" y="2266"/>
                  </a:cubicBezTo>
                  <a:cubicBezTo>
                    <a:pt x="7393" y="2266"/>
                    <a:pt x="7301" y="2300"/>
                    <a:pt x="7232" y="2367"/>
                  </a:cubicBezTo>
                  <a:lnTo>
                    <a:pt x="156" y="9444"/>
                  </a:lnTo>
                  <a:cubicBezTo>
                    <a:pt x="1" y="9599"/>
                    <a:pt x="1" y="9814"/>
                    <a:pt x="156" y="9969"/>
                  </a:cubicBezTo>
                  <a:lnTo>
                    <a:pt x="1498" y="11310"/>
                  </a:lnTo>
                  <a:cubicBezTo>
                    <a:pt x="1576" y="11388"/>
                    <a:pt x="1673" y="11427"/>
                    <a:pt x="1771" y="11427"/>
                  </a:cubicBezTo>
                  <a:cubicBezTo>
                    <a:pt x="1848" y="11427"/>
                    <a:pt x="1945" y="11388"/>
                    <a:pt x="2022" y="11310"/>
                  </a:cubicBezTo>
                  <a:lnTo>
                    <a:pt x="7486" y="5848"/>
                  </a:lnTo>
                  <a:lnTo>
                    <a:pt x="10791" y="9153"/>
                  </a:lnTo>
                  <a:cubicBezTo>
                    <a:pt x="10869" y="9231"/>
                    <a:pt x="10965" y="9269"/>
                    <a:pt x="11063" y="9269"/>
                  </a:cubicBezTo>
                  <a:cubicBezTo>
                    <a:pt x="11159" y="9269"/>
                    <a:pt x="11237" y="9231"/>
                    <a:pt x="11315" y="9153"/>
                  </a:cubicBezTo>
                  <a:lnTo>
                    <a:pt x="13240" y="7248"/>
                  </a:lnTo>
                  <a:cubicBezTo>
                    <a:pt x="13376" y="7092"/>
                    <a:pt x="13376" y="6878"/>
                    <a:pt x="13240" y="6722"/>
                  </a:cubicBezTo>
                  <a:cubicBezTo>
                    <a:pt x="13162" y="6654"/>
                    <a:pt x="13070" y="6621"/>
                    <a:pt x="12977" y="6621"/>
                  </a:cubicBezTo>
                  <a:cubicBezTo>
                    <a:pt x="12885" y="6621"/>
                    <a:pt x="12792" y="6654"/>
                    <a:pt x="12715" y="6722"/>
                  </a:cubicBezTo>
                  <a:lnTo>
                    <a:pt x="11063" y="8394"/>
                  </a:lnTo>
                  <a:lnTo>
                    <a:pt x="7738" y="5089"/>
                  </a:lnTo>
                  <a:cubicBezTo>
                    <a:pt x="7680" y="5011"/>
                    <a:pt x="7582" y="4972"/>
                    <a:pt x="7486" y="4972"/>
                  </a:cubicBezTo>
                  <a:cubicBezTo>
                    <a:pt x="7388" y="4972"/>
                    <a:pt x="7292" y="5011"/>
                    <a:pt x="7232" y="5089"/>
                  </a:cubicBezTo>
                  <a:lnTo>
                    <a:pt x="1771" y="10553"/>
                  </a:lnTo>
                  <a:lnTo>
                    <a:pt x="915" y="9716"/>
                  </a:lnTo>
                  <a:lnTo>
                    <a:pt x="7486" y="3145"/>
                  </a:lnTo>
                  <a:lnTo>
                    <a:pt x="10791" y="6450"/>
                  </a:lnTo>
                  <a:cubicBezTo>
                    <a:pt x="10869" y="6509"/>
                    <a:pt x="10965" y="6548"/>
                    <a:pt x="11063" y="6548"/>
                  </a:cubicBezTo>
                  <a:cubicBezTo>
                    <a:pt x="11159" y="6548"/>
                    <a:pt x="11237" y="6509"/>
                    <a:pt x="11315" y="6450"/>
                  </a:cubicBezTo>
                  <a:lnTo>
                    <a:pt x="15670" y="2077"/>
                  </a:lnTo>
                  <a:cubicBezTo>
                    <a:pt x="15825" y="1940"/>
                    <a:pt x="15825" y="1706"/>
                    <a:pt x="15670" y="1571"/>
                  </a:cubicBezTo>
                  <a:lnTo>
                    <a:pt x="15534" y="1434"/>
                  </a:lnTo>
                  <a:lnTo>
                    <a:pt x="17673" y="871"/>
                  </a:lnTo>
                  <a:lnTo>
                    <a:pt x="17108" y="3010"/>
                  </a:lnTo>
                  <a:lnTo>
                    <a:pt x="17030" y="2932"/>
                  </a:lnTo>
                  <a:cubicBezTo>
                    <a:pt x="16973" y="2854"/>
                    <a:pt x="16875" y="2815"/>
                    <a:pt x="16778" y="2815"/>
                  </a:cubicBezTo>
                  <a:cubicBezTo>
                    <a:pt x="16680" y="2815"/>
                    <a:pt x="16584" y="2854"/>
                    <a:pt x="16525" y="2932"/>
                  </a:cubicBezTo>
                  <a:lnTo>
                    <a:pt x="14757" y="4682"/>
                  </a:lnTo>
                  <a:cubicBezTo>
                    <a:pt x="14620" y="4817"/>
                    <a:pt x="14620" y="5050"/>
                    <a:pt x="14757" y="5187"/>
                  </a:cubicBezTo>
                  <a:cubicBezTo>
                    <a:pt x="14834" y="5265"/>
                    <a:pt x="14927" y="5304"/>
                    <a:pt x="15019" y="5304"/>
                  </a:cubicBezTo>
                  <a:cubicBezTo>
                    <a:pt x="15111" y="5304"/>
                    <a:pt x="15203" y="5265"/>
                    <a:pt x="15281" y="5187"/>
                  </a:cubicBezTo>
                  <a:lnTo>
                    <a:pt x="16778" y="3689"/>
                  </a:lnTo>
                  <a:lnTo>
                    <a:pt x="17030" y="3962"/>
                  </a:lnTo>
                  <a:cubicBezTo>
                    <a:pt x="17102" y="4018"/>
                    <a:pt x="17194" y="4055"/>
                    <a:pt x="17284" y="4055"/>
                  </a:cubicBezTo>
                  <a:cubicBezTo>
                    <a:pt x="17316" y="4055"/>
                    <a:pt x="17349" y="4050"/>
                    <a:pt x="17380" y="4039"/>
                  </a:cubicBezTo>
                  <a:cubicBezTo>
                    <a:pt x="17517" y="4021"/>
                    <a:pt x="17614" y="3923"/>
                    <a:pt x="17634" y="3787"/>
                  </a:cubicBezTo>
                  <a:lnTo>
                    <a:pt x="18528" y="444"/>
                  </a:lnTo>
                  <a:cubicBezTo>
                    <a:pt x="18567" y="327"/>
                    <a:pt x="18528" y="190"/>
                    <a:pt x="18450" y="94"/>
                  </a:cubicBezTo>
                  <a:cubicBezTo>
                    <a:pt x="18379" y="37"/>
                    <a:pt x="18287" y="1"/>
                    <a:pt x="1819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latin typeface="+mj-lt"/>
              </a:endParaRPr>
            </a:p>
          </p:txBody>
        </p:sp>
        <p:sp>
          <p:nvSpPr>
            <p:cNvPr id="31" name="Google Shape;1030;p43">
              <a:extLst>
                <a:ext uri="{FF2B5EF4-FFF2-40B4-BE49-F238E27FC236}">
                  <a16:creationId xmlns:a16="http://schemas.microsoft.com/office/drawing/2014/main" id="{AE3EA6BE-53C3-AA2A-5039-1B8AC2E25A6C}"/>
                </a:ext>
              </a:extLst>
            </p:cNvPr>
            <p:cNvSpPr/>
            <p:nvPr/>
          </p:nvSpPr>
          <p:spPr>
            <a:xfrm>
              <a:off x="3082358" y="2842479"/>
              <a:ext cx="351467" cy="228165"/>
            </a:xfrm>
            <a:custGeom>
              <a:avLst/>
              <a:gdLst/>
              <a:ahLst/>
              <a:cxnLst/>
              <a:rect l="l" t="t" r="r" b="b"/>
              <a:pathLst>
                <a:path w="18508" h="12015" extrusionOk="0">
                  <a:moveTo>
                    <a:pt x="2742" y="8341"/>
                  </a:moveTo>
                  <a:lnTo>
                    <a:pt x="2742" y="11296"/>
                  </a:lnTo>
                  <a:lnTo>
                    <a:pt x="1459" y="11296"/>
                  </a:lnTo>
                  <a:lnTo>
                    <a:pt x="1459" y="8341"/>
                  </a:lnTo>
                  <a:close/>
                  <a:moveTo>
                    <a:pt x="6338" y="5037"/>
                  </a:moveTo>
                  <a:lnTo>
                    <a:pt x="6338" y="11296"/>
                  </a:lnTo>
                  <a:lnTo>
                    <a:pt x="5036" y="11296"/>
                  </a:lnTo>
                  <a:lnTo>
                    <a:pt x="5036" y="5037"/>
                  </a:lnTo>
                  <a:close/>
                  <a:moveTo>
                    <a:pt x="9915" y="6960"/>
                  </a:moveTo>
                  <a:lnTo>
                    <a:pt x="9915" y="11296"/>
                  </a:lnTo>
                  <a:lnTo>
                    <a:pt x="8613" y="11296"/>
                  </a:lnTo>
                  <a:lnTo>
                    <a:pt x="8613" y="6960"/>
                  </a:lnTo>
                  <a:close/>
                  <a:moveTo>
                    <a:pt x="13492" y="5037"/>
                  </a:moveTo>
                  <a:lnTo>
                    <a:pt x="13492" y="11296"/>
                  </a:lnTo>
                  <a:lnTo>
                    <a:pt x="12190" y="11296"/>
                  </a:lnTo>
                  <a:lnTo>
                    <a:pt x="12190" y="5037"/>
                  </a:lnTo>
                  <a:close/>
                  <a:moveTo>
                    <a:pt x="17069" y="721"/>
                  </a:moveTo>
                  <a:lnTo>
                    <a:pt x="17069" y="11296"/>
                  </a:lnTo>
                  <a:lnTo>
                    <a:pt x="15767" y="11296"/>
                  </a:lnTo>
                  <a:lnTo>
                    <a:pt x="15767" y="721"/>
                  </a:lnTo>
                  <a:close/>
                  <a:moveTo>
                    <a:pt x="15397" y="1"/>
                  </a:moveTo>
                  <a:cubicBezTo>
                    <a:pt x="15203" y="1"/>
                    <a:pt x="15047" y="156"/>
                    <a:pt x="15047" y="371"/>
                  </a:cubicBezTo>
                  <a:lnTo>
                    <a:pt x="15047" y="11296"/>
                  </a:lnTo>
                  <a:lnTo>
                    <a:pt x="14212" y="11296"/>
                  </a:lnTo>
                  <a:lnTo>
                    <a:pt x="14212" y="4666"/>
                  </a:lnTo>
                  <a:cubicBezTo>
                    <a:pt x="14212" y="4472"/>
                    <a:pt x="14036" y="4316"/>
                    <a:pt x="13842" y="4316"/>
                  </a:cubicBezTo>
                  <a:lnTo>
                    <a:pt x="11820" y="4316"/>
                  </a:lnTo>
                  <a:cubicBezTo>
                    <a:pt x="11626" y="4316"/>
                    <a:pt x="11470" y="4472"/>
                    <a:pt x="11470" y="4666"/>
                  </a:cubicBezTo>
                  <a:lnTo>
                    <a:pt x="11470" y="11296"/>
                  </a:lnTo>
                  <a:lnTo>
                    <a:pt x="10635" y="11296"/>
                  </a:lnTo>
                  <a:lnTo>
                    <a:pt x="10635" y="6592"/>
                  </a:lnTo>
                  <a:cubicBezTo>
                    <a:pt x="10635" y="6397"/>
                    <a:pt x="10459" y="6222"/>
                    <a:pt x="10265" y="6222"/>
                  </a:cubicBezTo>
                  <a:lnTo>
                    <a:pt x="8243" y="6222"/>
                  </a:lnTo>
                  <a:cubicBezTo>
                    <a:pt x="8049" y="6222"/>
                    <a:pt x="7875" y="6397"/>
                    <a:pt x="7875" y="6592"/>
                  </a:cubicBezTo>
                  <a:lnTo>
                    <a:pt x="7875" y="11296"/>
                  </a:lnTo>
                  <a:lnTo>
                    <a:pt x="7058" y="11296"/>
                  </a:lnTo>
                  <a:lnTo>
                    <a:pt x="7058" y="4666"/>
                  </a:lnTo>
                  <a:cubicBezTo>
                    <a:pt x="7058" y="4472"/>
                    <a:pt x="6882" y="4316"/>
                    <a:pt x="6688" y="4316"/>
                  </a:cubicBezTo>
                  <a:lnTo>
                    <a:pt x="4666" y="4316"/>
                  </a:lnTo>
                  <a:cubicBezTo>
                    <a:pt x="4472" y="4316"/>
                    <a:pt x="4298" y="4472"/>
                    <a:pt x="4298" y="4666"/>
                  </a:cubicBezTo>
                  <a:lnTo>
                    <a:pt x="4298" y="11296"/>
                  </a:lnTo>
                  <a:lnTo>
                    <a:pt x="3481" y="11296"/>
                  </a:lnTo>
                  <a:lnTo>
                    <a:pt x="3481" y="7971"/>
                  </a:lnTo>
                  <a:cubicBezTo>
                    <a:pt x="3481" y="7777"/>
                    <a:pt x="3305" y="7621"/>
                    <a:pt x="3111" y="7621"/>
                  </a:cubicBezTo>
                  <a:lnTo>
                    <a:pt x="1089" y="7621"/>
                  </a:lnTo>
                  <a:cubicBezTo>
                    <a:pt x="895" y="7621"/>
                    <a:pt x="721" y="7777"/>
                    <a:pt x="721" y="7971"/>
                  </a:cubicBezTo>
                  <a:lnTo>
                    <a:pt x="721" y="11296"/>
                  </a:lnTo>
                  <a:lnTo>
                    <a:pt x="371" y="11296"/>
                  </a:lnTo>
                  <a:cubicBezTo>
                    <a:pt x="176" y="11296"/>
                    <a:pt x="1" y="11452"/>
                    <a:pt x="1" y="11646"/>
                  </a:cubicBezTo>
                  <a:cubicBezTo>
                    <a:pt x="1" y="11841"/>
                    <a:pt x="176" y="12015"/>
                    <a:pt x="371" y="12015"/>
                  </a:cubicBezTo>
                  <a:lnTo>
                    <a:pt x="18139" y="12015"/>
                  </a:lnTo>
                  <a:cubicBezTo>
                    <a:pt x="18352" y="12015"/>
                    <a:pt x="18508" y="11841"/>
                    <a:pt x="18508" y="11646"/>
                  </a:cubicBezTo>
                  <a:cubicBezTo>
                    <a:pt x="18508" y="11452"/>
                    <a:pt x="18352" y="11296"/>
                    <a:pt x="18139" y="11296"/>
                  </a:cubicBezTo>
                  <a:lnTo>
                    <a:pt x="17789" y="11296"/>
                  </a:lnTo>
                  <a:lnTo>
                    <a:pt x="17789" y="371"/>
                  </a:lnTo>
                  <a:cubicBezTo>
                    <a:pt x="17789" y="156"/>
                    <a:pt x="17634" y="1"/>
                    <a:pt x="1741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latin typeface="+mj-lt"/>
              </a:endParaRPr>
            </a:p>
          </p:txBody>
        </p:sp>
        <p:sp>
          <p:nvSpPr>
            <p:cNvPr id="32" name="Google Shape;1031;p43">
              <a:extLst>
                <a:ext uri="{FF2B5EF4-FFF2-40B4-BE49-F238E27FC236}">
                  <a16:creationId xmlns:a16="http://schemas.microsoft.com/office/drawing/2014/main" id="{AFA006C7-2A5A-800A-6C39-DB0AA0BC640E}"/>
                </a:ext>
              </a:extLst>
            </p:cNvPr>
            <p:cNvSpPr/>
            <p:nvPr/>
          </p:nvSpPr>
          <p:spPr>
            <a:xfrm>
              <a:off x="3340439" y="2825502"/>
              <a:ext cx="14034" cy="13692"/>
            </a:xfrm>
            <a:custGeom>
              <a:avLst/>
              <a:gdLst/>
              <a:ahLst/>
              <a:cxnLst/>
              <a:rect l="l" t="t" r="r" b="b"/>
              <a:pathLst>
                <a:path w="739" h="721" extrusionOk="0">
                  <a:moveTo>
                    <a:pt x="369" y="0"/>
                  </a:moveTo>
                  <a:cubicBezTo>
                    <a:pt x="272" y="0"/>
                    <a:pt x="174" y="39"/>
                    <a:pt x="117" y="117"/>
                  </a:cubicBezTo>
                  <a:cubicBezTo>
                    <a:pt x="39" y="176"/>
                    <a:pt x="0" y="273"/>
                    <a:pt x="0" y="371"/>
                  </a:cubicBezTo>
                  <a:cubicBezTo>
                    <a:pt x="0" y="467"/>
                    <a:pt x="39" y="565"/>
                    <a:pt x="117" y="623"/>
                  </a:cubicBezTo>
                  <a:cubicBezTo>
                    <a:pt x="174" y="682"/>
                    <a:pt x="272" y="721"/>
                    <a:pt x="369" y="721"/>
                  </a:cubicBezTo>
                  <a:cubicBezTo>
                    <a:pt x="467" y="721"/>
                    <a:pt x="563" y="682"/>
                    <a:pt x="622" y="623"/>
                  </a:cubicBezTo>
                  <a:cubicBezTo>
                    <a:pt x="700" y="565"/>
                    <a:pt x="739" y="467"/>
                    <a:pt x="739" y="371"/>
                  </a:cubicBezTo>
                  <a:cubicBezTo>
                    <a:pt x="739" y="273"/>
                    <a:pt x="700" y="176"/>
                    <a:pt x="622" y="117"/>
                  </a:cubicBezTo>
                  <a:cubicBezTo>
                    <a:pt x="563" y="39"/>
                    <a:pt x="467" y="0"/>
                    <a:pt x="36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latin typeface="+mj-lt"/>
              </a:endParaRPr>
            </a:p>
          </p:txBody>
        </p:sp>
      </p:grpSp>
      <p:pic>
        <p:nvPicPr>
          <p:cNvPr id="33" name="Google Shape;1010;p43">
            <a:extLst>
              <a:ext uri="{FF2B5EF4-FFF2-40B4-BE49-F238E27FC236}">
                <a16:creationId xmlns:a16="http://schemas.microsoft.com/office/drawing/2014/main" id="{9E72ED5F-3844-0DB8-135A-DCC6A264FF2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991600" y="8710500"/>
            <a:ext cx="1081200" cy="1081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4" name="Google Shape;1037;p43">
            <a:extLst>
              <a:ext uri="{FF2B5EF4-FFF2-40B4-BE49-F238E27FC236}">
                <a16:creationId xmlns:a16="http://schemas.microsoft.com/office/drawing/2014/main" id="{70CB369D-CB56-A2C4-BF76-ACA4352DFC96}"/>
              </a:ext>
            </a:extLst>
          </p:cNvPr>
          <p:cNvGrpSpPr/>
          <p:nvPr/>
        </p:nvGrpSpPr>
        <p:grpSpPr>
          <a:xfrm>
            <a:off x="9236301" y="8942380"/>
            <a:ext cx="591798" cy="617440"/>
            <a:chOff x="3653497" y="2054106"/>
            <a:chExt cx="337054" cy="351657"/>
          </a:xfrm>
        </p:grpSpPr>
        <p:sp>
          <p:nvSpPr>
            <p:cNvPr id="35" name="Google Shape;1038;p43">
              <a:extLst>
                <a:ext uri="{FF2B5EF4-FFF2-40B4-BE49-F238E27FC236}">
                  <a16:creationId xmlns:a16="http://schemas.microsoft.com/office/drawing/2014/main" id="{1B65DBD5-9218-116C-C4D1-41B3B50E7386}"/>
                </a:ext>
              </a:extLst>
            </p:cNvPr>
            <p:cNvSpPr/>
            <p:nvPr/>
          </p:nvSpPr>
          <p:spPr>
            <a:xfrm>
              <a:off x="3653497" y="2054106"/>
              <a:ext cx="337054" cy="351657"/>
            </a:xfrm>
            <a:custGeom>
              <a:avLst/>
              <a:gdLst/>
              <a:ahLst/>
              <a:cxnLst/>
              <a:rect l="l" t="t" r="r" b="b"/>
              <a:pathLst>
                <a:path w="17749" h="18518" extrusionOk="0">
                  <a:moveTo>
                    <a:pt x="8865" y="4793"/>
                  </a:moveTo>
                  <a:cubicBezTo>
                    <a:pt x="9254" y="4793"/>
                    <a:pt x="9584" y="5026"/>
                    <a:pt x="9584" y="5298"/>
                  </a:cubicBezTo>
                  <a:cubicBezTo>
                    <a:pt x="9584" y="5571"/>
                    <a:pt x="9254" y="5804"/>
                    <a:pt x="8865" y="5804"/>
                  </a:cubicBezTo>
                  <a:cubicBezTo>
                    <a:pt x="8476" y="5804"/>
                    <a:pt x="8145" y="5571"/>
                    <a:pt x="8145" y="5298"/>
                  </a:cubicBezTo>
                  <a:cubicBezTo>
                    <a:pt x="8145" y="5026"/>
                    <a:pt x="8476" y="4793"/>
                    <a:pt x="8865" y="4793"/>
                  </a:cubicBezTo>
                  <a:close/>
                  <a:moveTo>
                    <a:pt x="8865" y="729"/>
                  </a:moveTo>
                  <a:lnTo>
                    <a:pt x="17010" y="5298"/>
                  </a:lnTo>
                  <a:lnTo>
                    <a:pt x="14755" y="6561"/>
                  </a:lnTo>
                  <a:cubicBezTo>
                    <a:pt x="14736" y="6581"/>
                    <a:pt x="14716" y="6581"/>
                    <a:pt x="14697" y="6600"/>
                  </a:cubicBezTo>
                  <a:lnTo>
                    <a:pt x="8865" y="9866"/>
                  </a:lnTo>
                  <a:lnTo>
                    <a:pt x="5172" y="7805"/>
                  </a:lnTo>
                  <a:lnTo>
                    <a:pt x="7932" y="6232"/>
                  </a:lnTo>
                  <a:cubicBezTo>
                    <a:pt x="8184" y="6426"/>
                    <a:pt x="8515" y="6522"/>
                    <a:pt x="8865" y="6522"/>
                  </a:cubicBezTo>
                  <a:cubicBezTo>
                    <a:pt x="9661" y="6522"/>
                    <a:pt x="10304" y="5978"/>
                    <a:pt x="10304" y="5298"/>
                  </a:cubicBezTo>
                  <a:cubicBezTo>
                    <a:pt x="10304" y="4617"/>
                    <a:pt x="9661" y="4073"/>
                    <a:pt x="8865" y="4073"/>
                  </a:cubicBezTo>
                  <a:cubicBezTo>
                    <a:pt x="8067" y="4073"/>
                    <a:pt x="7406" y="4617"/>
                    <a:pt x="7406" y="5298"/>
                  </a:cubicBezTo>
                  <a:cubicBezTo>
                    <a:pt x="7406" y="5434"/>
                    <a:pt x="7445" y="5550"/>
                    <a:pt x="7484" y="5667"/>
                  </a:cubicBezTo>
                  <a:lnTo>
                    <a:pt x="4433" y="7378"/>
                  </a:lnTo>
                  <a:lnTo>
                    <a:pt x="3033" y="6600"/>
                  </a:lnTo>
                  <a:cubicBezTo>
                    <a:pt x="3013" y="6581"/>
                    <a:pt x="2994" y="6581"/>
                    <a:pt x="2974" y="6561"/>
                  </a:cubicBezTo>
                  <a:lnTo>
                    <a:pt x="719" y="5298"/>
                  </a:lnTo>
                  <a:lnTo>
                    <a:pt x="8865" y="729"/>
                  </a:lnTo>
                  <a:close/>
                  <a:moveTo>
                    <a:pt x="3189" y="7515"/>
                  </a:moveTo>
                  <a:lnTo>
                    <a:pt x="4044" y="8000"/>
                  </a:lnTo>
                  <a:lnTo>
                    <a:pt x="4044" y="11344"/>
                  </a:lnTo>
                  <a:cubicBezTo>
                    <a:pt x="3946" y="11382"/>
                    <a:pt x="3829" y="11421"/>
                    <a:pt x="3752" y="11480"/>
                  </a:cubicBezTo>
                  <a:lnTo>
                    <a:pt x="3189" y="11110"/>
                  </a:lnTo>
                  <a:lnTo>
                    <a:pt x="3189" y="7515"/>
                  </a:lnTo>
                  <a:close/>
                  <a:moveTo>
                    <a:pt x="4413" y="12025"/>
                  </a:moveTo>
                  <a:cubicBezTo>
                    <a:pt x="4762" y="12025"/>
                    <a:pt x="5055" y="12316"/>
                    <a:pt x="5055" y="12665"/>
                  </a:cubicBezTo>
                  <a:lnTo>
                    <a:pt x="5055" y="13036"/>
                  </a:lnTo>
                  <a:lnTo>
                    <a:pt x="5055" y="13619"/>
                  </a:lnTo>
                  <a:lnTo>
                    <a:pt x="3752" y="13619"/>
                  </a:lnTo>
                  <a:lnTo>
                    <a:pt x="3752" y="12665"/>
                  </a:lnTo>
                  <a:cubicBezTo>
                    <a:pt x="3752" y="12316"/>
                    <a:pt x="4044" y="12025"/>
                    <a:pt x="4413" y="12025"/>
                  </a:cubicBezTo>
                  <a:close/>
                  <a:moveTo>
                    <a:pt x="14542" y="7515"/>
                  </a:moveTo>
                  <a:lnTo>
                    <a:pt x="14542" y="11110"/>
                  </a:lnTo>
                  <a:lnTo>
                    <a:pt x="9234" y="14687"/>
                  </a:lnTo>
                  <a:lnTo>
                    <a:pt x="9234" y="13171"/>
                  </a:lnTo>
                  <a:cubicBezTo>
                    <a:pt x="9234" y="12976"/>
                    <a:pt x="9060" y="12821"/>
                    <a:pt x="8865" y="12821"/>
                  </a:cubicBezTo>
                  <a:cubicBezTo>
                    <a:pt x="8671" y="12821"/>
                    <a:pt x="8495" y="12976"/>
                    <a:pt x="8495" y="13171"/>
                  </a:cubicBezTo>
                  <a:lnTo>
                    <a:pt x="8495" y="14687"/>
                  </a:lnTo>
                  <a:lnTo>
                    <a:pt x="5794" y="12841"/>
                  </a:lnTo>
                  <a:lnTo>
                    <a:pt x="5794" y="12665"/>
                  </a:lnTo>
                  <a:cubicBezTo>
                    <a:pt x="5794" y="12043"/>
                    <a:pt x="5346" y="11499"/>
                    <a:pt x="4762" y="11344"/>
                  </a:cubicBezTo>
                  <a:lnTo>
                    <a:pt x="4762" y="8409"/>
                  </a:lnTo>
                  <a:lnTo>
                    <a:pt x="8515" y="10508"/>
                  </a:lnTo>
                  <a:cubicBezTo>
                    <a:pt x="8612" y="10566"/>
                    <a:pt x="8749" y="10605"/>
                    <a:pt x="8865" y="10605"/>
                  </a:cubicBezTo>
                  <a:cubicBezTo>
                    <a:pt x="8982" y="10605"/>
                    <a:pt x="9117" y="10566"/>
                    <a:pt x="9215" y="10508"/>
                  </a:cubicBezTo>
                  <a:lnTo>
                    <a:pt x="14542" y="7515"/>
                  </a:lnTo>
                  <a:close/>
                  <a:moveTo>
                    <a:pt x="5055" y="14358"/>
                  </a:moveTo>
                  <a:lnTo>
                    <a:pt x="5055" y="17779"/>
                  </a:lnTo>
                  <a:lnTo>
                    <a:pt x="3752" y="17779"/>
                  </a:lnTo>
                  <a:lnTo>
                    <a:pt x="3752" y="14358"/>
                  </a:lnTo>
                  <a:close/>
                  <a:moveTo>
                    <a:pt x="8865" y="1"/>
                  </a:moveTo>
                  <a:cubicBezTo>
                    <a:pt x="8743" y="1"/>
                    <a:pt x="8622" y="30"/>
                    <a:pt x="8515" y="88"/>
                  </a:cubicBezTo>
                  <a:lnTo>
                    <a:pt x="369" y="4676"/>
                  </a:lnTo>
                  <a:cubicBezTo>
                    <a:pt x="136" y="4793"/>
                    <a:pt x="0" y="5045"/>
                    <a:pt x="0" y="5298"/>
                  </a:cubicBezTo>
                  <a:cubicBezTo>
                    <a:pt x="0" y="5571"/>
                    <a:pt x="136" y="5804"/>
                    <a:pt x="369" y="5939"/>
                  </a:cubicBezTo>
                  <a:lnTo>
                    <a:pt x="2469" y="7106"/>
                  </a:lnTo>
                  <a:lnTo>
                    <a:pt x="2469" y="11110"/>
                  </a:lnTo>
                  <a:cubicBezTo>
                    <a:pt x="2469" y="11344"/>
                    <a:pt x="2585" y="11558"/>
                    <a:pt x="2780" y="11693"/>
                  </a:cubicBezTo>
                  <a:lnTo>
                    <a:pt x="3227" y="11986"/>
                  </a:lnTo>
                  <a:cubicBezTo>
                    <a:pt x="3111" y="12199"/>
                    <a:pt x="3033" y="12432"/>
                    <a:pt x="3033" y="12665"/>
                  </a:cubicBezTo>
                  <a:lnTo>
                    <a:pt x="3033" y="18148"/>
                  </a:lnTo>
                  <a:cubicBezTo>
                    <a:pt x="3033" y="18342"/>
                    <a:pt x="3207" y="18518"/>
                    <a:pt x="3402" y="18518"/>
                  </a:cubicBezTo>
                  <a:lnTo>
                    <a:pt x="5423" y="18518"/>
                  </a:lnTo>
                  <a:cubicBezTo>
                    <a:pt x="5618" y="18518"/>
                    <a:pt x="5794" y="18342"/>
                    <a:pt x="5794" y="18148"/>
                  </a:cubicBezTo>
                  <a:lnTo>
                    <a:pt x="5794" y="13715"/>
                  </a:lnTo>
                  <a:lnTo>
                    <a:pt x="8456" y="15524"/>
                  </a:lnTo>
                  <a:cubicBezTo>
                    <a:pt x="8593" y="15602"/>
                    <a:pt x="8728" y="15641"/>
                    <a:pt x="8865" y="15641"/>
                  </a:cubicBezTo>
                  <a:cubicBezTo>
                    <a:pt x="9000" y="15641"/>
                    <a:pt x="9156" y="15602"/>
                    <a:pt x="9273" y="15524"/>
                  </a:cubicBezTo>
                  <a:lnTo>
                    <a:pt x="14949" y="11693"/>
                  </a:lnTo>
                  <a:cubicBezTo>
                    <a:pt x="15144" y="11558"/>
                    <a:pt x="15260" y="11344"/>
                    <a:pt x="15260" y="11110"/>
                  </a:cubicBezTo>
                  <a:lnTo>
                    <a:pt x="15260" y="7106"/>
                  </a:lnTo>
                  <a:lnTo>
                    <a:pt x="17380" y="5939"/>
                  </a:lnTo>
                  <a:cubicBezTo>
                    <a:pt x="17593" y="5804"/>
                    <a:pt x="17749" y="5571"/>
                    <a:pt x="17749" y="5298"/>
                  </a:cubicBezTo>
                  <a:cubicBezTo>
                    <a:pt x="17749" y="5045"/>
                    <a:pt x="17593" y="4793"/>
                    <a:pt x="17380" y="4676"/>
                  </a:cubicBezTo>
                  <a:lnTo>
                    <a:pt x="9215" y="88"/>
                  </a:lnTo>
                  <a:cubicBezTo>
                    <a:pt x="9108" y="30"/>
                    <a:pt x="8986" y="1"/>
                    <a:pt x="88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latin typeface="+mj-lt"/>
              </a:endParaRPr>
            </a:p>
          </p:txBody>
        </p:sp>
        <p:sp>
          <p:nvSpPr>
            <p:cNvPr id="36" name="Google Shape;1039;p43">
              <a:extLst>
                <a:ext uri="{FF2B5EF4-FFF2-40B4-BE49-F238E27FC236}">
                  <a16:creationId xmlns:a16="http://schemas.microsoft.com/office/drawing/2014/main" id="{A44FAB12-333D-2CBF-13D3-1997483995FD}"/>
                </a:ext>
              </a:extLst>
            </p:cNvPr>
            <p:cNvSpPr/>
            <p:nvPr/>
          </p:nvSpPr>
          <p:spPr>
            <a:xfrm>
              <a:off x="3814822" y="2270257"/>
              <a:ext cx="14034" cy="13692"/>
            </a:xfrm>
            <a:custGeom>
              <a:avLst/>
              <a:gdLst/>
              <a:ahLst/>
              <a:cxnLst/>
              <a:rect l="l" t="t" r="r" b="b"/>
              <a:pathLst>
                <a:path w="739" h="721" extrusionOk="0">
                  <a:moveTo>
                    <a:pt x="370" y="0"/>
                  </a:moveTo>
                  <a:cubicBezTo>
                    <a:pt x="272" y="0"/>
                    <a:pt x="176" y="21"/>
                    <a:pt x="117" y="98"/>
                  </a:cubicBezTo>
                  <a:cubicBezTo>
                    <a:pt x="39" y="156"/>
                    <a:pt x="0" y="254"/>
                    <a:pt x="0" y="350"/>
                  </a:cubicBezTo>
                  <a:cubicBezTo>
                    <a:pt x="0" y="448"/>
                    <a:pt x="39" y="545"/>
                    <a:pt x="117" y="604"/>
                  </a:cubicBezTo>
                  <a:cubicBezTo>
                    <a:pt x="176" y="682"/>
                    <a:pt x="272" y="720"/>
                    <a:pt x="370" y="720"/>
                  </a:cubicBezTo>
                  <a:cubicBezTo>
                    <a:pt x="467" y="720"/>
                    <a:pt x="565" y="682"/>
                    <a:pt x="622" y="604"/>
                  </a:cubicBezTo>
                  <a:cubicBezTo>
                    <a:pt x="700" y="545"/>
                    <a:pt x="739" y="448"/>
                    <a:pt x="739" y="350"/>
                  </a:cubicBezTo>
                  <a:cubicBezTo>
                    <a:pt x="739" y="254"/>
                    <a:pt x="700" y="156"/>
                    <a:pt x="622" y="98"/>
                  </a:cubicBezTo>
                  <a:cubicBezTo>
                    <a:pt x="565" y="21"/>
                    <a:pt x="467" y="0"/>
                    <a:pt x="37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latin typeface="+mj-lt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51329">
                <a:alpha val="100000"/>
              </a:srgbClr>
            </a:gs>
            <a:gs pos="50000">
              <a:srgbClr val="2E295A">
                <a:alpha val="100000"/>
              </a:srgbClr>
            </a:gs>
            <a:gs pos="100000">
              <a:srgbClr val="151329">
                <a:alpha val="100000"/>
              </a:srgbClr>
            </a:gs>
          </a:gsLst>
          <a:lin ang="2700006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4991100" y="952500"/>
            <a:ext cx="9882177" cy="7321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520"/>
              </a:lnSpc>
            </a:pPr>
            <a:r>
              <a:rPr lang="en-US" sz="6000" b="1" dirty="0">
                <a:solidFill>
                  <a:srgbClr val="FFFFFF"/>
                </a:solidFill>
                <a:latin typeface="+mj-lt"/>
                <a:ea typeface="Calibri (MS) Bold"/>
                <a:cs typeface="Calibri (MS) Bold"/>
                <a:sym typeface="Calibri (MS) Bold"/>
              </a:rPr>
              <a:t>FUNCTIONAL REQUIREMENTS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210800" y="2324100"/>
            <a:ext cx="5831205" cy="59963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90877" lvl="1" indent="-345439" algn="l">
              <a:lnSpc>
                <a:spcPts val="7999"/>
              </a:lnSpc>
              <a:buAutoNum type="arabicPeriod"/>
            </a:pPr>
            <a:r>
              <a:rPr lang="en-US" sz="35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User Management </a:t>
            </a:r>
          </a:p>
          <a:p>
            <a:pPr marL="690877" lvl="1" indent="-345439" algn="l">
              <a:lnSpc>
                <a:spcPts val="7999"/>
              </a:lnSpc>
              <a:buAutoNum type="arabicPeriod"/>
            </a:pPr>
            <a:r>
              <a:rPr lang="en-US" sz="35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Book Management </a:t>
            </a:r>
          </a:p>
          <a:p>
            <a:pPr marL="690877" lvl="1" indent="-345439" algn="l">
              <a:lnSpc>
                <a:spcPts val="7999"/>
              </a:lnSpc>
              <a:buAutoNum type="arabicPeriod"/>
            </a:pPr>
            <a:r>
              <a:rPr lang="en-US" sz="35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Transaction Management </a:t>
            </a:r>
          </a:p>
          <a:p>
            <a:pPr marL="690877" lvl="1" indent="-345439" algn="l">
              <a:lnSpc>
                <a:spcPts val="7999"/>
              </a:lnSpc>
              <a:buAutoNum type="arabicPeriod"/>
            </a:pPr>
            <a:r>
              <a:rPr lang="en-US" sz="35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Fine Calculation </a:t>
            </a:r>
          </a:p>
          <a:p>
            <a:pPr marL="690877" lvl="1" indent="-345439" algn="l">
              <a:lnSpc>
                <a:spcPts val="7999"/>
              </a:lnSpc>
              <a:buAutoNum type="arabicPeriod"/>
            </a:pPr>
            <a:r>
              <a:rPr lang="en-US" sz="35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Search &amp; Retrieval </a:t>
            </a:r>
          </a:p>
          <a:p>
            <a:pPr marL="690877" lvl="1" indent="-345439" algn="l">
              <a:lnSpc>
                <a:spcPts val="7999"/>
              </a:lnSpc>
              <a:buAutoNum type="arabicPeriod"/>
            </a:pPr>
            <a:r>
              <a:rPr lang="en-US" sz="35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API Communication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AF7603C-3E46-8C7E-A5F3-C21E35A707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0" y="1943100"/>
            <a:ext cx="7848600" cy="7848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51329">
                <a:alpha val="100000"/>
              </a:srgbClr>
            </a:gs>
            <a:gs pos="50000">
              <a:srgbClr val="2E295A">
                <a:alpha val="100000"/>
              </a:srgbClr>
            </a:gs>
            <a:gs pos="100000">
              <a:srgbClr val="151329">
                <a:alpha val="100000"/>
              </a:srgbClr>
            </a:gs>
          </a:gsLst>
          <a:lin ang="2700006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810000" y="696834"/>
            <a:ext cx="13804748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7200"/>
              </a:lnSpc>
            </a:pPr>
            <a:r>
              <a:rPr lang="en-US" sz="6000" b="1" dirty="0">
                <a:solidFill>
                  <a:srgbClr val="FFFFFF"/>
                </a:solidFill>
                <a:latin typeface="+mj-lt"/>
                <a:ea typeface="Calibri (MS) Bold"/>
                <a:cs typeface="Calibri (MS) Bold"/>
                <a:sym typeface="Calibri (MS) Bold"/>
              </a:rPr>
              <a:t>NON-FUNCTIONAL REQUIREMENTS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997211" y="2435858"/>
            <a:ext cx="4623789" cy="65563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55649" lvl="1" indent="-377824" algn="l">
              <a:lnSpc>
                <a:spcPts val="8749"/>
              </a:lnSpc>
              <a:buAutoNum type="arabicPeriod"/>
            </a:pPr>
            <a:r>
              <a:rPr lang="en-US" sz="3499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Performance</a:t>
            </a:r>
          </a:p>
          <a:p>
            <a:pPr marL="755649" lvl="1" indent="-377824" algn="l">
              <a:lnSpc>
                <a:spcPts val="8749"/>
              </a:lnSpc>
              <a:buAutoNum type="arabicPeriod"/>
            </a:pPr>
            <a:r>
              <a:rPr lang="en-US" sz="3499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Scalability </a:t>
            </a:r>
          </a:p>
          <a:p>
            <a:pPr marL="755649" lvl="1" indent="-377824" algn="l">
              <a:lnSpc>
                <a:spcPts val="8749"/>
              </a:lnSpc>
              <a:buAutoNum type="arabicPeriod"/>
            </a:pPr>
            <a:r>
              <a:rPr lang="en-US" sz="3499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Usability </a:t>
            </a:r>
          </a:p>
          <a:p>
            <a:pPr marL="755649" lvl="1" indent="-377824" algn="l">
              <a:lnSpc>
                <a:spcPts val="8749"/>
              </a:lnSpc>
              <a:buAutoNum type="arabicPeriod"/>
            </a:pPr>
            <a:r>
              <a:rPr lang="en-US" sz="3499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Reliability </a:t>
            </a:r>
          </a:p>
          <a:p>
            <a:pPr marL="755649" lvl="1" indent="-377824" algn="l">
              <a:lnSpc>
                <a:spcPts val="8749"/>
              </a:lnSpc>
              <a:buAutoNum type="arabicPeriod"/>
            </a:pPr>
            <a:r>
              <a:rPr lang="en-US" sz="3499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Security</a:t>
            </a:r>
          </a:p>
          <a:p>
            <a:pPr marL="755649" lvl="1" indent="-377824" algn="l">
              <a:lnSpc>
                <a:spcPts val="8749"/>
              </a:lnSpc>
              <a:buAutoNum type="arabicPeriod"/>
            </a:pPr>
            <a:r>
              <a:rPr lang="en-US" sz="3499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Maintainability </a:t>
            </a:r>
          </a:p>
        </p:txBody>
      </p:sp>
      <p:sp>
        <p:nvSpPr>
          <p:cNvPr id="6" name="Freeform 6"/>
          <p:cNvSpPr/>
          <p:nvPr/>
        </p:nvSpPr>
        <p:spPr>
          <a:xfrm rot="-10800000">
            <a:off x="54100" y="121808"/>
            <a:ext cx="2905879" cy="2270236"/>
          </a:xfrm>
          <a:custGeom>
            <a:avLst/>
            <a:gdLst/>
            <a:ahLst/>
            <a:cxnLst/>
            <a:rect l="l" t="t" r="r" b="b"/>
            <a:pathLst>
              <a:path w="2905879" h="2270236">
                <a:moveTo>
                  <a:pt x="0" y="0"/>
                </a:moveTo>
                <a:lnTo>
                  <a:pt x="2905879" y="0"/>
                </a:lnTo>
                <a:lnTo>
                  <a:pt x="2905879" y="2270236"/>
                </a:lnTo>
                <a:lnTo>
                  <a:pt x="0" y="227023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-10800000">
            <a:off x="15382121" y="0"/>
            <a:ext cx="2905879" cy="2270236"/>
          </a:xfrm>
          <a:custGeom>
            <a:avLst/>
            <a:gdLst/>
            <a:ahLst/>
            <a:cxnLst/>
            <a:rect l="l" t="t" r="r" b="b"/>
            <a:pathLst>
              <a:path w="2905879" h="2270236">
                <a:moveTo>
                  <a:pt x="0" y="0"/>
                </a:moveTo>
                <a:lnTo>
                  <a:pt x="2905879" y="0"/>
                </a:lnTo>
                <a:lnTo>
                  <a:pt x="2905879" y="2270236"/>
                </a:lnTo>
                <a:lnTo>
                  <a:pt x="0" y="227023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 rot="-10800000">
            <a:off x="15621000" y="8237741"/>
            <a:ext cx="2905879" cy="2270236"/>
          </a:xfrm>
          <a:custGeom>
            <a:avLst/>
            <a:gdLst/>
            <a:ahLst/>
            <a:cxnLst/>
            <a:rect l="l" t="t" r="r" b="b"/>
            <a:pathLst>
              <a:path w="2905879" h="2270236">
                <a:moveTo>
                  <a:pt x="0" y="0"/>
                </a:moveTo>
                <a:lnTo>
                  <a:pt x="2905879" y="0"/>
                </a:lnTo>
                <a:lnTo>
                  <a:pt x="2905879" y="2270236"/>
                </a:lnTo>
                <a:lnTo>
                  <a:pt x="0" y="227023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rot="-10800000">
            <a:off x="0" y="8992234"/>
            <a:ext cx="2905879" cy="1294766"/>
          </a:xfrm>
          <a:custGeom>
            <a:avLst/>
            <a:gdLst/>
            <a:ahLst/>
            <a:cxnLst/>
            <a:rect l="l" t="t" r="r" b="b"/>
            <a:pathLst>
              <a:path w="2905879" h="1294766">
                <a:moveTo>
                  <a:pt x="0" y="0"/>
                </a:moveTo>
                <a:lnTo>
                  <a:pt x="2905879" y="0"/>
                </a:lnTo>
                <a:lnTo>
                  <a:pt x="2905879" y="1294766"/>
                </a:lnTo>
                <a:lnTo>
                  <a:pt x="0" y="12947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75339"/>
            </a:stretch>
          </a:blipFill>
        </p:spPr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4235BD5-DAB4-F5B7-9F42-060A8DA7B9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1" y="2320472"/>
            <a:ext cx="8382000" cy="726969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51329">
                <a:alpha val="100000"/>
              </a:srgbClr>
            </a:gs>
            <a:gs pos="50000">
              <a:srgbClr val="2E295A">
                <a:alpha val="100000"/>
              </a:srgbClr>
            </a:gs>
            <a:gs pos="100000">
              <a:srgbClr val="151329">
                <a:alpha val="100000"/>
              </a:srgbClr>
            </a:gs>
          </a:gsLst>
          <a:lin ang="2700006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4431550" y="6560171"/>
            <a:ext cx="3727000" cy="2911742"/>
          </a:xfrm>
          <a:custGeom>
            <a:avLst/>
            <a:gdLst/>
            <a:ahLst/>
            <a:cxnLst/>
            <a:rect l="l" t="t" r="r" b="b"/>
            <a:pathLst>
              <a:path w="3727000" h="2911742">
                <a:moveTo>
                  <a:pt x="0" y="0"/>
                </a:moveTo>
                <a:lnTo>
                  <a:pt x="3727000" y="0"/>
                </a:lnTo>
                <a:lnTo>
                  <a:pt x="3727000" y="2911742"/>
                </a:lnTo>
                <a:lnTo>
                  <a:pt x="0" y="291174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10800000">
            <a:off x="54100" y="121808"/>
            <a:ext cx="3727000" cy="2911742"/>
          </a:xfrm>
          <a:custGeom>
            <a:avLst/>
            <a:gdLst/>
            <a:ahLst/>
            <a:cxnLst/>
            <a:rect l="l" t="t" r="r" b="b"/>
            <a:pathLst>
              <a:path w="3727000" h="2911742">
                <a:moveTo>
                  <a:pt x="0" y="0"/>
                </a:moveTo>
                <a:lnTo>
                  <a:pt x="3727000" y="0"/>
                </a:lnTo>
                <a:lnTo>
                  <a:pt x="3727000" y="2911742"/>
                </a:lnTo>
                <a:lnTo>
                  <a:pt x="0" y="291174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1531425" y="410699"/>
            <a:ext cx="15225150" cy="8463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599"/>
              </a:lnSpc>
            </a:pPr>
            <a:r>
              <a:rPr lang="en-US" sz="6000" b="1" dirty="0">
                <a:solidFill>
                  <a:srgbClr val="FFFFFF"/>
                </a:solidFill>
                <a:latin typeface="+mj-lt"/>
                <a:ea typeface="Calibri (MS) Bold"/>
                <a:cs typeface="Calibri (MS) Bold"/>
                <a:sym typeface="Calibri (MS) Bold"/>
              </a:rPr>
              <a:t> SOFTWARE REQUIREMENTS</a:t>
            </a:r>
          </a:p>
        </p:txBody>
      </p:sp>
      <p:sp>
        <p:nvSpPr>
          <p:cNvPr id="5" name="Freeform 5"/>
          <p:cNvSpPr/>
          <p:nvPr/>
        </p:nvSpPr>
        <p:spPr>
          <a:xfrm>
            <a:off x="14561000" y="-687583"/>
            <a:ext cx="3727000" cy="2911742"/>
          </a:xfrm>
          <a:custGeom>
            <a:avLst/>
            <a:gdLst/>
            <a:ahLst/>
            <a:cxnLst/>
            <a:rect l="l" t="t" r="r" b="b"/>
            <a:pathLst>
              <a:path w="3727000" h="2911742">
                <a:moveTo>
                  <a:pt x="0" y="0"/>
                </a:moveTo>
                <a:lnTo>
                  <a:pt x="3727000" y="0"/>
                </a:lnTo>
                <a:lnTo>
                  <a:pt x="3727000" y="2911742"/>
                </a:lnTo>
                <a:lnTo>
                  <a:pt x="0" y="291174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607605" y="1353674"/>
            <a:ext cx="8433995" cy="860389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647700" lvl="1" indent="-323850" algn="l">
              <a:lnSpc>
                <a:spcPts val="5160"/>
              </a:lnSpc>
              <a:buAutoNum type="arabicPeriod"/>
            </a:pPr>
            <a:r>
              <a:rPr lang="en-US" sz="30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Backend:  </a:t>
            </a:r>
            <a:br>
              <a:rPr lang="en-US" sz="30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</a:br>
            <a:r>
              <a:rPr lang="en-US" sz="30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Python 3.10+, Django 4.x, Django REST Framework, </a:t>
            </a:r>
            <a:r>
              <a:rPr lang="en-US" sz="3000" dirty="0" err="1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django</a:t>
            </a:r>
            <a:r>
              <a:rPr lang="en-US" sz="30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, </a:t>
            </a:r>
            <a:r>
              <a:rPr lang="en-US" sz="3000" dirty="0" err="1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cors</a:t>
            </a:r>
            <a:r>
              <a:rPr lang="en-US" sz="30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-headers</a:t>
            </a:r>
          </a:p>
          <a:p>
            <a:pPr marL="647700" lvl="1" indent="-323850" algn="l">
              <a:lnSpc>
                <a:spcPts val="5160"/>
              </a:lnSpc>
              <a:buAutoNum type="arabicPeriod"/>
            </a:pPr>
            <a:r>
              <a:rPr lang="en-US" sz="30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Database: </a:t>
            </a:r>
            <a:br>
              <a:rPr lang="en-US" sz="30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</a:br>
            <a:r>
              <a:rPr lang="en-US" sz="30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SQLite </a:t>
            </a:r>
          </a:p>
          <a:p>
            <a:pPr marL="647700" lvl="1" indent="-323850" algn="l">
              <a:lnSpc>
                <a:spcPts val="5160"/>
              </a:lnSpc>
              <a:buAutoNum type="arabicPeriod"/>
            </a:pPr>
            <a:r>
              <a:rPr lang="en-US" sz="30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Frontend: </a:t>
            </a:r>
            <a:br>
              <a:rPr lang="en-US" sz="30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</a:br>
            <a:r>
              <a:rPr lang="en-US" sz="30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React 18+, Axios for API calls</a:t>
            </a:r>
          </a:p>
          <a:p>
            <a:pPr marL="647700" lvl="1" indent="-323850" algn="l">
              <a:lnSpc>
                <a:spcPts val="5160"/>
              </a:lnSpc>
              <a:buAutoNum type="arabicPeriod"/>
            </a:pPr>
            <a:r>
              <a:rPr lang="en-US" sz="30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Other Libraries &amp; Tools:</a:t>
            </a:r>
          </a:p>
          <a:p>
            <a:pPr marL="895350" lvl="1" indent="-571500" algn="l">
              <a:lnSpc>
                <a:spcPts val="5160"/>
              </a:lnSpc>
              <a:buFont typeface="+mj-lt"/>
              <a:buAutoNum type="romanUcPeriod"/>
            </a:pPr>
            <a:r>
              <a:rPr lang="en-US" sz="30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Python standard libraries</a:t>
            </a:r>
          </a:p>
          <a:p>
            <a:pPr marL="895350" lvl="1" indent="-571500" algn="l">
              <a:lnSpc>
                <a:spcPts val="5160"/>
              </a:lnSpc>
              <a:buFont typeface="+mj-lt"/>
              <a:buAutoNum type="romanUcPeriod"/>
            </a:pPr>
            <a:r>
              <a:rPr lang="en-US" sz="30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 Django logging for server-side logs</a:t>
            </a:r>
          </a:p>
          <a:p>
            <a:pPr marL="895350" lvl="1" indent="-571500" algn="l">
              <a:lnSpc>
                <a:spcPts val="5160"/>
              </a:lnSpc>
              <a:buFont typeface="+mj-lt"/>
              <a:buAutoNum type="romanUcPeriod"/>
            </a:pPr>
            <a:r>
              <a:rPr lang="en-US" sz="30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IDE: PyCharm</a:t>
            </a:r>
          </a:p>
          <a:p>
            <a:pPr marL="895350" lvl="1" indent="-571500" algn="l">
              <a:lnSpc>
                <a:spcPts val="5160"/>
              </a:lnSpc>
              <a:buFont typeface="+mj-lt"/>
              <a:buAutoNum type="romanUcPeriod"/>
            </a:pPr>
            <a:r>
              <a:rPr lang="en-US" sz="30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 Browser: Chrome / Edge / Firefox</a:t>
            </a:r>
          </a:p>
          <a:p>
            <a:pPr marL="895350" lvl="1" indent="-571500" algn="l">
              <a:lnSpc>
                <a:spcPts val="5160"/>
              </a:lnSpc>
              <a:buFont typeface="+mj-lt"/>
              <a:buAutoNum type="romanUcPeriod"/>
            </a:pPr>
            <a:r>
              <a:rPr lang="en-US" sz="30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 Version Control: Git + GitHub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D0180C2-1997-6719-480D-D4D62FD645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31161" y="1556371"/>
            <a:ext cx="8153400" cy="81534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51329">
                <a:alpha val="100000"/>
              </a:srgbClr>
            </a:gs>
            <a:gs pos="50000">
              <a:srgbClr val="2E295A">
                <a:alpha val="100000"/>
              </a:srgbClr>
            </a:gs>
            <a:gs pos="100000">
              <a:srgbClr val="151329">
                <a:alpha val="100000"/>
              </a:srgbClr>
            </a:gs>
          </a:gsLst>
          <a:lin ang="2700006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4431550" y="7230558"/>
            <a:ext cx="3727000" cy="2911742"/>
          </a:xfrm>
          <a:custGeom>
            <a:avLst/>
            <a:gdLst/>
            <a:ahLst/>
            <a:cxnLst/>
            <a:rect l="l" t="t" r="r" b="b"/>
            <a:pathLst>
              <a:path w="3727000" h="2911742">
                <a:moveTo>
                  <a:pt x="0" y="0"/>
                </a:moveTo>
                <a:lnTo>
                  <a:pt x="3727000" y="0"/>
                </a:lnTo>
                <a:lnTo>
                  <a:pt x="3727000" y="2911742"/>
                </a:lnTo>
                <a:lnTo>
                  <a:pt x="0" y="29117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10800000">
            <a:off x="0" y="-17196"/>
            <a:ext cx="6013000" cy="1316867"/>
          </a:xfrm>
          <a:custGeom>
            <a:avLst/>
            <a:gdLst/>
            <a:ahLst/>
            <a:cxnLst/>
            <a:rect l="l" t="t" r="r" b="b"/>
            <a:pathLst>
              <a:path w="6013000" h="1316867">
                <a:moveTo>
                  <a:pt x="0" y="0"/>
                </a:moveTo>
                <a:lnTo>
                  <a:pt x="6013000" y="0"/>
                </a:lnTo>
                <a:lnTo>
                  <a:pt x="6013000" y="1316867"/>
                </a:lnTo>
                <a:lnTo>
                  <a:pt x="0" y="131686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188921" b="-67809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4119259" y="8686429"/>
            <a:ext cx="5836643" cy="1600571"/>
          </a:xfrm>
          <a:custGeom>
            <a:avLst/>
            <a:gdLst/>
            <a:ahLst/>
            <a:cxnLst/>
            <a:rect l="l" t="t" r="r" b="b"/>
            <a:pathLst>
              <a:path w="5836643" h="1600571">
                <a:moveTo>
                  <a:pt x="0" y="0"/>
                </a:moveTo>
                <a:lnTo>
                  <a:pt x="5836643" y="0"/>
                </a:lnTo>
                <a:lnTo>
                  <a:pt x="5836643" y="1600571"/>
                </a:lnTo>
                <a:lnTo>
                  <a:pt x="0" y="160057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91061" b="-42146"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7467566" y="437379"/>
            <a:ext cx="3352867" cy="923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sz="6000" b="1" dirty="0">
                <a:solidFill>
                  <a:srgbClr val="FFFFFF"/>
                </a:solidFill>
                <a:latin typeface="+mj-lt"/>
                <a:ea typeface="Calibri (MS) Bold"/>
                <a:cs typeface="Calibri (MS) Bold"/>
                <a:sym typeface="Calibri (MS) Bold"/>
              </a:rPr>
              <a:t>FEATURES</a:t>
            </a:r>
          </a:p>
        </p:txBody>
      </p:sp>
      <p:sp>
        <p:nvSpPr>
          <p:cNvPr id="6" name="Freeform 6"/>
          <p:cNvSpPr/>
          <p:nvPr/>
        </p:nvSpPr>
        <p:spPr>
          <a:xfrm>
            <a:off x="14561000" y="-17196"/>
            <a:ext cx="3727000" cy="2911742"/>
          </a:xfrm>
          <a:custGeom>
            <a:avLst/>
            <a:gdLst/>
            <a:ahLst/>
            <a:cxnLst/>
            <a:rect l="l" t="t" r="r" b="b"/>
            <a:pathLst>
              <a:path w="3727000" h="2911742">
                <a:moveTo>
                  <a:pt x="0" y="0"/>
                </a:moveTo>
                <a:lnTo>
                  <a:pt x="3727000" y="0"/>
                </a:lnTo>
                <a:lnTo>
                  <a:pt x="3727000" y="2911742"/>
                </a:lnTo>
                <a:lnTo>
                  <a:pt x="0" y="29117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10403047" y="2682626"/>
            <a:ext cx="6433199" cy="59867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90881" lvl="1" indent="-345440" algn="l">
              <a:lnSpc>
                <a:spcPts val="8000"/>
              </a:lnSpc>
              <a:buAutoNum type="arabicPeriod"/>
            </a:pPr>
            <a:r>
              <a:rPr lang="en-US" sz="35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Book &amp; User Management</a:t>
            </a:r>
          </a:p>
          <a:p>
            <a:pPr marL="690881" lvl="1" indent="-345440" algn="l">
              <a:lnSpc>
                <a:spcPts val="8000"/>
              </a:lnSpc>
              <a:buAutoNum type="arabicPeriod"/>
            </a:pPr>
            <a:r>
              <a:rPr lang="en-US" sz="35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Issue &amp; Return System</a:t>
            </a:r>
          </a:p>
          <a:p>
            <a:pPr marL="690881" lvl="1" indent="-345440" algn="l">
              <a:lnSpc>
                <a:spcPts val="8000"/>
              </a:lnSpc>
              <a:buAutoNum type="arabicPeriod"/>
            </a:pPr>
            <a:r>
              <a:rPr lang="en-US" sz="35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Automated Fine Calculation </a:t>
            </a:r>
          </a:p>
          <a:p>
            <a:pPr marL="690881" lvl="1" indent="-345440" algn="l">
              <a:lnSpc>
                <a:spcPts val="8000"/>
              </a:lnSpc>
              <a:buAutoNum type="arabicPeriod"/>
            </a:pPr>
            <a:r>
              <a:rPr lang="en-US" sz="35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React Frontend</a:t>
            </a:r>
          </a:p>
          <a:p>
            <a:pPr marL="690881" lvl="1" indent="-345440" algn="l">
              <a:lnSpc>
                <a:spcPts val="8000"/>
              </a:lnSpc>
              <a:buAutoNum type="arabicPeriod"/>
            </a:pPr>
            <a:r>
              <a:rPr lang="en-US" sz="35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Django REST APIs </a:t>
            </a:r>
          </a:p>
          <a:p>
            <a:pPr marL="690881" lvl="1" indent="-345440" algn="l">
              <a:lnSpc>
                <a:spcPts val="8000"/>
              </a:lnSpc>
              <a:buAutoNum type="arabicPeriod"/>
            </a:pPr>
            <a:r>
              <a:rPr lang="en-US" sz="35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Scalability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517AB0F-EC45-D325-0B24-DF572652F0A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051523"/>
            <a:ext cx="8647420" cy="77980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CF7CBD-C6CA-D8F4-7810-B38C56617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7AB614C-3FEC-F286-D1D4-576B98DA864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9000"/>
                    </a14:imgEffect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877800" cy="10287000"/>
          </a:xfrm>
          <a:prstGeom prst="rect">
            <a:avLst/>
          </a:prstGeom>
        </p:spPr>
      </p:pic>
      <p:sp>
        <p:nvSpPr>
          <p:cNvPr id="3" name="TextBox 3">
            <a:extLst>
              <a:ext uri="{FF2B5EF4-FFF2-40B4-BE49-F238E27FC236}">
                <a16:creationId xmlns:a16="http://schemas.microsoft.com/office/drawing/2014/main" id="{D0A5EE01-46CC-D9EB-EA62-3EF5681DA24E}"/>
              </a:ext>
            </a:extLst>
          </p:cNvPr>
          <p:cNvSpPr txBox="1"/>
          <p:nvPr/>
        </p:nvSpPr>
        <p:spPr>
          <a:xfrm>
            <a:off x="8991600" y="4099368"/>
            <a:ext cx="12487085" cy="20882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b="1" dirty="0">
                <a:solidFill>
                  <a:srgbClr val="AB0DD2"/>
                </a:solidFill>
                <a:latin typeface="+mj-lt"/>
                <a:ea typeface="Arimo Bold"/>
                <a:cs typeface="Arimo Bold"/>
                <a:sym typeface="Arimo Bold"/>
              </a:rPr>
              <a:t>FRONTEND </a:t>
            </a:r>
          </a:p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b="1" dirty="0">
                <a:solidFill>
                  <a:srgbClr val="AB0DD2"/>
                </a:solidFill>
                <a:latin typeface="+mj-lt"/>
                <a:ea typeface="Arimo Bold"/>
                <a:cs typeface="Arimo Bold"/>
                <a:sym typeface="Arimo Bold"/>
              </a:rPr>
              <a:t>SECTION</a:t>
            </a:r>
          </a:p>
        </p:txBody>
      </p:sp>
    </p:spTree>
    <p:extLst>
      <p:ext uri="{BB962C8B-B14F-4D97-AF65-F5344CB8AC3E}">
        <p14:creationId xmlns:p14="http://schemas.microsoft.com/office/powerpoint/2010/main" val="30678069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51329">
                <a:alpha val="100000"/>
              </a:srgbClr>
            </a:gs>
            <a:gs pos="50000">
              <a:srgbClr val="2E295A">
                <a:alpha val="100000"/>
              </a:srgbClr>
            </a:gs>
            <a:gs pos="100000">
              <a:srgbClr val="151329">
                <a:alpha val="100000"/>
              </a:srgbClr>
            </a:gs>
          </a:gsLst>
          <a:lin ang="2700006" scaled="0"/>
        </a:gradFill>
        <a:effectLst/>
      </p:bgPr>
    </p:bg>
    <p:spTree>
      <p:nvGrpSpPr>
        <p:cNvPr id="1" name="Shape 1085">
          <a:extLst>
            <a:ext uri="{FF2B5EF4-FFF2-40B4-BE49-F238E27FC236}">
              <a16:creationId xmlns:a16="http://schemas.microsoft.com/office/drawing/2014/main" id="{8FB1F8F2-FBA1-BDDC-97C6-57808D23B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6" name="Google Shape;1086;p46">
            <a:extLst>
              <a:ext uri="{FF2B5EF4-FFF2-40B4-BE49-F238E27FC236}">
                <a16:creationId xmlns:a16="http://schemas.microsoft.com/office/drawing/2014/main" id="{6026C1B7-F4E9-C191-1B17-8C392C558FC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440000" y="890050"/>
            <a:ext cx="15408000" cy="1145400"/>
          </a:xfrm>
          <a:prstGeom prst="rect">
            <a:avLst/>
          </a:prstGeom>
        </p:spPr>
        <p:txBody>
          <a:bodyPr spcFirstLastPara="1" vert="horz" wrap="square" lIns="182850" tIns="182850" rIns="182850" bIns="182850" rtlCol="0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6000" b="1" dirty="0">
                <a:solidFill>
                  <a:schemeClr val="bg1"/>
                </a:solidFill>
              </a:rPr>
              <a:t>SETUP (FRONTEND)</a:t>
            </a:r>
            <a:endParaRPr sz="6000" b="1" dirty="0">
              <a:solidFill>
                <a:schemeClr val="bg1"/>
              </a:solidFill>
            </a:endParaRPr>
          </a:p>
        </p:txBody>
      </p:sp>
      <p:graphicFrame>
        <p:nvGraphicFramePr>
          <p:cNvPr id="1087" name="Google Shape;1087;p46">
            <a:extLst>
              <a:ext uri="{FF2B5EF4-FFF2-40B4-BE49-F238E27FC236}">
                <a16:creationId xmlns:a16="http://schemas.microsoft.com/office/drawing/2014/main" id="{B657FC45-68DF-275C-E064-4472186828A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03984263"/>
              </p:ext>
            </p:extLst>
          </p:nvPr>
        </p:nvGraphicFramePr>
        <p:xfrm>
          <a:off x="5394850" y="2518805"/>
          <a:ext cx="10577800" cy="626055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288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88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318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3500" dirty="0">
                          <a:solidFill>
                            <a:schemeClr val="bg1"/>
                          </a:solidFill>
                        </a:rPr>
                        <a:t>Create React App</a:t>
                      </a:r>
                      <a:endParaRPr sz="3500" dirty="0">
                        <a:solidFill>
                          <a:schemeClr val="bg1"/>
                        </a:solidFill>
                        <a:latin typeface="Poppins ExtraBold"/>
                        <a:ea typeface="Poppins ExtraBold"/>
                        <a:cs typeface="Poppins ExtraBold"/>
                        <a:sym typeface="Poppins ExtraBold"/>
                      </a:endParaRPr>
                    </a:p>
                  </a:txBody>
                  <a:tcPr marL="182850" marR="182850" marT="182850" marB="1828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3500" dirty="0" err="1">
                          <a:solidFill>
                            <a:schemeClr val="bg1"/>
                          </a:solidFill>
                        </a:rPr>
                        <a:t>npx</a:t>
                      </a:r>
                      <a:r>
                        <a:rPr lang="en-IN" sz="3500" dirty="0">
                          <a:solidFill>
                            <a:schemeClr val="bg1"/>
                          </a:solidFill>
                        </a:rPr>
                        <a:t> create-react-app frontend</a:t>
                      </a:r>
                      <a:endParaRPr sz="3500" dirty="0">
                        <a:solidFill>
                          <a:schemeClr val="bg1"/>
                        </a:solidFill>
                        <a:latin typeface="Baloo Thambi 2"/>
                        <a:ea typeface="Baloo Thambi 2"/>
                        <a:cs typeface="Baloo Thambi 2"/>
                        <a:sym typeface="Baloo Thambi 2"/>
                      </a:endParaRPr>
                    </a:p>
                  </a:txBody>
                  <a:tcPr marL="182850" marR="182850" marT="182850" marB="182850" anchor="ctr">
                    <a:lnL w="9525" cap="flat" cmpd="sng" algn="ctr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318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3500" dirty="0">
                          <a:solidFill>
                            <a:schemeClr val="bg1"/>
                          </a:solidFill>
                        </a:rPr>
                        <a:t>Install Axios</a:t>
                      </a:r>
                      <a:endParaRPr sz="3500" dirty="0">
                        <a:solidFill>
                          <a:schemeClr val="bg1"/>
                        </a:solidFill>
                        <a:latin typeface="Poppins ExtraBold"/>
                        <a:ea typeface="Poppins ExtraBold"/>
                        <a:cs typeface="Poppins ExtraBold"/>
                        <a:sym typeface="Poppins ExtraBold"/>
                      </a:endParaRPr>
                    </a:p>
                  </a:txBody>
                  <a:tcPr marL="182850" marR="182850" marT="182850" marB="1828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3500" dirty="0" err="1">
                          <a:solidFill>
                            <a:schemeClr val="bg1"/>
                          </a:solidFill>
                        </a:rPr>
                        <a:t>npm</a:t>
                      </a:r>
                      <a:r>
                        <a:rPr lang="en-IN" sz="3500" dirty="0">
                          <a:solidFill>
                            <a:schemeClr val="bg1"/>
                          </a:solidFill>
                        </a:rPr>
                        <a:t> install </a:t>
                      </a:r>
                      <a:r>
                        <a:rPr lang="en-IN" sz="3500" dirty="0" err="1">
                          <a:solidFill>
                            <a:schemeClr val="bg1"/>
                          </a:solidFill>
                        </a:rPr>
                        <a:t>axios</a:t>
                      </a:r>
                      <a:endParaRPr sz="3500" dirty="0">
                        <a:solidFill>
                          <a:schemeClr val="bg1"/>
                        </a:solidFill>
                        <a:latin typeface="Baloo Thambi 2"/>
                        <a:ea typeface="Baloo Thambi 2"/>
                        <a:cs typeface="Baloo Thambi 2"/>
                        <a:sym typeface="Baloo Thambi 2"/>
                      </a:endParaRPr>
                    </a:p>
                  </a:txBody>
                  <a:tcPr marL="182850" marR="182850" marT="182850" marB="182850" anchor="ctr">
                    <a:lnL w="9525" cap="flat" cmpd="sng" algn="ctr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9767280"/>
                  </a:ext>
                </a:extLst>
              </a:tr>
              <a:tr h="11318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3500" dirty="0">
                          <a:solidFill>
                            <a:schemeClr val="bg1"/>
                          </a:solidFill>
                        </a:rPr>
                        <a:t>Configure API</a:t>
                      </a:r>
                      <a:endParaRPr sz="3500" dirty="0">
                        <a:solidFill>
                          <a:schemeClr val="bg1"/>
                        </a:solidFill>
                        <a:latin typeface="Poppins ExtraBold"/>
                        <a:ea typeface="Poppins ExtraBold"/>
                        <a:cs typeface="Poppins ExtraBold"/>
                        <a:sym typeface="Poppins ExtraBold"/>
                      </a:endParaRPr>
                    </a:p>
                  </a:txBody>
                  <a:tcPr marL="182850" marR="182850" marT="182850" marB="1828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3500" kern="1200" dirty="0" err="1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src</a:t>
                      </a:r>
                      <a:r>
                        <a:rPr lang="en-IN" sz="3500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/api.js</a:t>
                      </a:r>
                      <a:r>
                        <a:rPr lang="en-IN" sz="3500" dirty="0">
                          <a:solidFill>
                            <a:schemeClr val="bg1"/>
                          </a:solidFill>
                        </a:rPr>
                        <a:t> → set </a:t>
                      </a:r>
                      <a:r>
                        <a:rPr lang="en-IN" sz="3500" dirty="0" err="1">
                          <a:solidFill>
                            <a:schemeClr val="bg1"/>
                          </a:solidFill>
                        </a:rPr>
                        <a:t>baseURL</a:t>
                      </a:r>
                      <a:endParaRPr sz="3500" dirty="0">
                        <a:solidFill>
                          <a:schemeClr val="bg1"/>
                        </a:solidFill>
                        <a:latin typeface="Baloo Thambi 2"/>
                        <a:ea typeface="Baloo Thambi 2"/>
                        <a:cs typeface="Baloo Thambi 2"/>
                        <a:sym typeface="Baloo Thambi 2"/>
                      </a:endParaRPr>
                    </a:p>
                  </a:txBody>
                  <a:tcPr marL="182850" marR="182850" marT="182850" marB="1828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318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3500" dirty="0">
                          <a:solidFill>
                            <a:schemeClr val="bg1"/>
                          </a:solidFill>
                        </a:rPr>
                        <a:t>Create Components</a:t>
                      </a:r>
                      <a:endParaRPr sz="3500" dirty="0">
                        <a:solidFill>
                          <a:schemeClr val="bg1"/>
                        </a:solidFill>
                        <a:latin typeface="Poppins ExtraBold"/>
                        <a:ea typeface="Poppins ExtraBold"/>
                        <a:cs typeface="Poppins ExtraBold"/>
                        <a:sym typeface="Poppins ExtraBold"/>
                      </a:endParaRPr>
                    </a:p>
                  </a:txBody>
                  <a:tcPr marL="182850" marR="182850" marT="182850" marB="1828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500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Books.js</a:t>
                      </a:r>
                      <a:r>
                        <a:rPr lang="en-US" sz="3500" dirty="0">
                          <a:solidFill>
                            <a:schemeClr val="bg1"/>
                          </a:solidFill>
                        </a:rPr>
                        <a:t>, </a:t>
                      </a:r>
                      <a:r>
                        <a:rPr lang="en-US" sz="3500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Users.js</a:t>
                      </a:r>
                      <a:r>
                        <a:rPr lang="en-US" sz="3500" dirty="0">
                          <a:solidFill>
                            <a:schemeClr val="bg1"/>
                          </a:solidFill>
                        </a:rPr>
                        <a:t>, </a:t>
                      </a:r>
                      <a:r>
                        <a:rPr lang="en-US" sz="3500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Transactions.js</a:t>
                      </a:r>
                      <a:endParaRPr sz="3500" dirty="0">
                        <a:solidFill>
                          <a:schemeClr val="bg1"/>
                        </a:solidFill>
                        <a:latin typeface="Baloo Thambi 2"/>
                        <a:ea typeface="Baloo Thambi 2"/>
                        <a:cs typeface="Baloo Thambi 2"/>
                        <a:sym typeface="Baloo Thambi 2"/>
                      </a:endParaRPr>
                    </a:p>
                  </a:txBody>
                  <a:tcPr marL="182850" marR="182850" marT="182850" marB="1828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318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3500" dirty="0">
                          <a:solidFill>
                            <a:schemeClr val="bg1"/>
                          </a:solidFill>
                        </a:rPr>
                        <a:t>Run Frontend</a:t>
                      </a:r>
                      <a:endParaRPr sz="3500" dirty="0">
                        <a:solidFill>
                          <a:schemeClr val="bg1"/>
                        </a:solidFill>
                        <a:latin typeface="Poppins ExtraBold"/>
                        <a:ea typeface="Poppins ExtraBold"/>
                        <a:cs typeface="Poppins ExtraBold"/>
                        <a:sym typeface="Poppins ExtraBold"/>
                      </a:endParaRPr>
                    </a:p>
                  </a:txBody>
                  <a:tcPr marL="182850" marR="182850" marT="182850" marB="1828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3500" dirty="0" err="1">
                          <a:solidFill>
                            <a:schemeClr val="bg1"/>
                          </a:solidFill>
                        </a:rPr>
                        <a:t>npm</a:t>
                      </a:r>
                      <a:r>
                        <a:rPr lang="en-IN" sz="3500" dirty="0">
                          <a:solidFill>
                            <a:schemeClr val="bg1"/>
                          </a:solidFill>
                        </a:rPr>
                        <a:t> start</a:t>
                      </a:r>
                      <a:endParaRPr sz="3500" dirty="0">
                        <a:solidFill>
                          <a:schemeClr val="bg1"/>
                        </a:solidFill>
                        <a:latin typeface="Baloo Thambi 2"/>
                        <a:ea typeface="Baloo Thambi 2"/>
                        <a:cs typeface="Baloo Thambi 2"/>
                        <a:sym typeface="Baloo Thambi 2"/>
                      </a:endParaRPr>
                    </a:p>
                  </a:txBody>
                  <a:tcPr marL="182850" marR="182850" marT="182850" marB="1828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1088" name="Google Shape;1088;p46">
            <a:extLst>
              <a:ext uri="{FF2B5EF4-FFF2-40B4-BE49-F238E27FC236}">
                <a16:creationId xmlns:a16="http://schemas.microsoft.com/office/drawing/2014/main" id="{3315762F-BA58-9066-79F7-823D0DE95CA8}"/>
              </a:ext>
            </a:extLst>
          </p:cNvPr>
          <p:cNvPicPr preferRelativeResize="0"/>
          <p:nvPr/>
        </p:nvPicPr>
        <p:blipFill>
          <a:blip r:embed="rId3">
            <a:alphaModFix amt="40000"/>
          </a:blip>
          <a:stretch>
            <a:fillRect/>
          </a:stretch>
        </p:blipFill>
        <p:spPr>
          <a:xfrm>
            <a:off x="2315350" y="6025100"/>
            <a:ext cx="1936300" cy="193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9" name="Google Shape;1089;p46">
            <a:extLst>
              <a:ext uri="{FF2B5EF4-FFF2-40B4-BE49-F238E27FC236}">
                <a16:creationId xmlns:a16="http://schemas.microsoft.com/office/drawing/2014/main" id="{9175B3BC-D80A-AA68-99B3-F9C108193B09}"/>
              </a:ext>
            </a:extLst>
          </p:cNvPr>
          <p:cNvPicPr preferRelativeResize="0"/>
          <p:nvPr/>
        </p:nvPicPr>
        <p:blipFill>
          <a:blip r:embed="rId3">
            <a:alphaModFix amt="40000"/>
          </a:blip>
          <a:stretch>
            <a:fillRect/>
          </a:stretch>
        </p:blipFill>
        <p:spPr>
          <a:xfrm>
            <a:off x="2315350" y="6961350"/>
            <a:ext cx="1936300" cy="193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0" name="Google Shape;1090;p46">
            <a:extLst>
              <a:ext uri="{FF2B5EF4-FFF2-40B4-BE49-F238E27FC236}">
                <a16:creationId xmlns:a16="http://schemas.microsoft.com/office/drawing/2014/main" id="{12FC5AD8-F6C1-AE01-AFA0-0E6E7C60B906}"/>
              </a:ext>
            </a:extLst>
          </p:cNvPr>
          <p:cNvPicPr preferRelativeResize="0"/>
          <p:nvPr/>
        </p:nvPicPr>
        <p:blipFill>
          <a:blip r:embed="rId3">
            <a:alphaModFix amt="40000"/>
          </a:blip>
          <a:stretch>
            <a:fillRect/>
          </a:stretch>
        </p:blipFill>
        <p:spPr>
          <a:xfrm>
            <a:off x="2315350" y="2736150"/>
            <a:ext cx="1936300" cy="193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1" name="Google Shape;1091;p46">
            <a:extLst>
              <a:ext uri="{FF2B5EF4-FFF2-40B4-BE49-F238E27FC236}">
                <a16:creationId xmlns:a16="http://schemas.microsoft.com/office/drawing/2014/main" id="{909D7B33-671D-10E1-991C-AAA326F37269}"/>
              </a:ext>
            </a:extLst>
          </p:cNvPr>
          <p:cNvPicPr preferRelativeResize="0"/>
          <p:nvPr/>
        </p:nvPicPr>
        <p:blipFill>
          <a:blip r:embed="rId3">
            <a:alphaModFix amt="40000"/>
          </a:blip>
          <a:stretch>
            <a:fillRect/>
          </a:stretch>
        </p:blipFill>
        <p:spPr>
          <a:xfrm>
            <a:off x="2315350" y="3672400"/>
            <a:ext cx="1936300" cy="193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2" name="Google Shape;1092;p46">
            <a:extLst>
              <a:ext uri="{FF2B5EF4-FFF2-40B4-BE49-F238E27FC236}">
                <a16:creationId xmlns:a16="http://schemas.microsoft.com/office/drawing/2014/main" id="{98D418B4-4173-BEE3-308A-70AFD9D8F28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61549" y="4370350"/>
            <a:ext cx="2843954" cy="28441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93" name="Google Shape;1093;p46">
            <a:extLst>
              <a:ext uri="{FF2B5EF4-FFF2-40B4-BE49-F238E27FC236}">
                <a16:creationId xmlns:a16="http://schemas.microsoft.com/office/drawing/2014/main" id="{1B68E1A2-2A53-86B5-C3BE-0186C3ABDDD9}"/>
              </a:ext>
            </a:extLst>
          </p:cNvPr>
          <p:cNvGrpSpPr/>
          <p:nvPr/>
        </p:nvGrpSpPr>
        <p:grpSpPr>
          <a:xfrm>
            <a:off x="2782438" y="5292344"/>
            <a:ext cx="1002172" cy="1000116"/>
            <a:chOff x="5901424" y="3384431"/>
            <a:chExt cx="351467" cy="350745"/>
          </a:xfrm>
        </p:grpSpPr>
        <p:sp>
          <p:nvSpPr>
            <p:cNvPr id="1094" name="Google Shape;1094;p46">
              <a:extLst>
                <a:ext uri="{FF2B5EF4-FFF2-40B4-BE49-F238E27FC236}">
                  <a16:creationId xmlns:a16="http://schemas.microsoft.com/office/drawing/2014/main" id="{0694627A-920D-F52D-40EF-ACE5B03C213A}"/>
                </a:ext>
              </a:extLst>
            </p:cNvPr>
            <p:cNvSpPr/>
            <p:nvPr/>
          </p:nvSpPr>
          <p:spPr>
            <a:xfrm>
              <a:off x="5934296" y="3564993"/>
              <a:ext cx="128847" cy="46525"/>
            </a:xfrm>
            <a:custGeom>
              <a:avLst/>
              <a:gdLst/>
              <a:ahLst/>
              <a:cxnLst/>
              <a:rect l="l" t="t" r="r" b="b"/>
              <a:pathLst>
                <a:path w="6785" h="2450" extrusionOk="0">
                  <a:moveTo>
                    <a:pt x="6066" y="719"/>
                  </a:moveTo>
                  <a:lnTo>
                    <a:pt x="6066" y="1729"/>
                  </a:lnTo>
                  <a:lnTo>
                    <a:pt x="719" y="1729"/>
                  </a:lnTo>
                  <a:lnTo>
                    <a:pt x="719" y="719"/>
                  </a:lnTo>
                  <a:close/>
                  <a:moveTo>
                    <a:pt x="350" y="0"/>
                  </a:moveTo>
                  <a:cubicBezTo>
                    <a:pt x="156" y="0"/>
                    <a:pt x="0" y="156"/>
                    <a:pt x="0" y="350"/>
                  </a:cubicBezTo>
                  <a:lnTo>
                    <a:pt x="0" y="2079"/>
                  </a:lnTo>
                  <a:cubicBezTo>
                    <a:pt x="0" y="2274"/>
                    <a:pt x="156" y="2450"/>
                    <a:pt x="350" y="2450"/>
                  </a:cubicBezTo>
                  <a:lnTo>
                    <a:pt x="6416" y="2450"/>
                  </a:lnTo>
                  <a:cubicBezTo>
                    <a:pt x="6610" y="2450"/>
                    <a:pt x="6784" y="2274"/>
                    <a:pt x="6784" y="2079"/>
                  </a:cubicBezTo>
                  <a:lnTo>
                    <a:pt x="6784" y="350"/>
                  </a:lnTo>
                  <a:cubicBezTo>
                    <a:pt x="6784" y="156"/>
                    <a:pt x="6610" y="0"/>
                    <a:pt x="641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latin typeface="+mj-lt"/>
              </a:endParaRPr>
            </a:p>
          </p:txBody>
        </p:sp>
        <p:sp>
          <p:nvSpPr>
            <p:cNvPr id="1095" name="Google Shape;1095;p46">
              <a:extLst>
                <a:ext uri="{FF2B5EF4-FFF2-40B4-BE49-F238E27FC236}">
                  <a16:creationId xmlns:a16="http://schemas.microsoft.com/office/drawing/2014/main" id="{6A03A746-C2C7-B4C5-EB92-4716597329D9}"/>
                </a:ext>
              </a:extLst>
            </p:cNvPr>
            <p:cNvSpPr/>
            <p:nvPr/>
          </p:nvSpPr>
          <p:spPr>
            <a:xfrm>
              <a:off x="5934296" y="3630700"/>
              <a:ext cx="128847" cy="13654"/>
            </a:xfrm>
            <a:custGeom>
              <a:avLst/>
              <a:gdLst/>
              <a:ahLst/>
              <a:cxnLst/>
              <a:rect l="l" t="t" r="r" b="b"/>
              <a:pathLst>
                <a:path w="6785" h="719" extrusionOk="0">
                  <a:moveTo>
                    <a:pt x="350" y="0"/>
                  </a:moveTo>
                  <a:cubicBezTo>
                    <a:pt x="156" y="0"/>
                    <a:pt x="0" y="156"/>
                    <a:pt x="0" y="350"/>
                  </a:cubicBezTo>
                  <a:cubicBezTo>
                    <a:pt x="0" y="563"/>
                    <a:pt x="156" y="719"/>
                    <a:pt x="350" y="719"/>
                  </a:cubicBezTo>
                  <a:lnTo>
                    <a:pt x="6416" y="719"/>
                  </a:lnTo>
                  <a:cubicBezTo>
                    <a:pt x="6610" y="719"/>
                    <a:pt x="6784" y="563"/>
                    <a:pt x="6784" y="350"/>
                  </a:cubicBezTo>
                  <a:cubicBezTo>
                    <a:pt x="6784" y="156"/>
                    <a:pt x="6610" y="0"/>
                    <a:pt x="641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latin typeface="+mj-lt"/>
              </a:endParaRPr>
            </a:p>
          </p:txBody>
        </p:sp>
        <p:sp>
          <p:nvSpPr>
            <p:cNvPr id="1096" name="Google Shape;1096;p46">
              <a:extLst>
                <a:ext uri="{FF2B5EF4-FFF2-40B4-BE49-F238E27FC236}">
                  <a16:creationId xmlns:a16="http://schemas.microsoft.com/office/drawing/2014/main" id="{016C4634-7526-C7D7-2E74-A8F2AF142B43}"/>
                </a:ext>
              </a:extLst>
            </p:cNvPr>
            <p:cNvSpPr/>
            <p:nvPr/>
          </p:nvSpPr>
          <p:spPr>
            <a:xfrm>
              <a:off x="5934296" y="3663535"/>
              <a:ext cx="97836" cy="13692"/>
            </a:xfrm>
            <a:custGeom>
              <a:avLst/>
              <a:gdLst/>
              <a:ahLst/>
              <a:cxnLst/>
              <a:rect l="l" t="t" r="r" b="b"/>
              <a:pathLst>
                <a:path w="5152" h="721" extrusionOk="0">
                  <a:moveTo>
                    <a:pt x="350" y="1"/>
                  </a:moveTo>
                  <a:cubicBezTo>
                    <a:pt x="156" y="1"/>
                    <a:pt x="0" y="156"/>
                    <a:pt x="0" y="351"/>
                  </a:cubicBezTo>
                  <a:cubicBezTo>
                    <a:pt x="0" y="565"/>
                    <a:pt x="156" y="721"/>
                    <a:pt x="350" y="721"/>
                  </a:cubicBezTo>
                  <a:lnTo>
                    <a:pt x="4801" y="721"/>
                  </a:lnTo>
                  <a:cubicBezTo>
                    <a:pt x="4996" y="721"/>
                    <a:pt x="5151" y="565"/>
                    <a:pt x="5151" y="351"/>
                  </a:cubicBezTo>
                  <a:cubicBezTo>
                    <a:pt x="5151" y="156"/>
                    <a:pt x="4996" y="1"/>
                    <a:pt x="480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latin typeface="+mj-lt"/>
              </a:endParaRPr>
            </a:p>
          </p:txBody>
        </p:sp>
        <p:sp>
          <p:nvSpPr>
            <p:cNvPr id="1097" name="Google Shape;1097;p46">
              <a:extLst>
                <a:ext uri="{FF2B5EF4-FFF2-40B4-BE49-F238E27FC236}">
                  <a16:creationId xmlns:a16="http://schemas.microsoft.com/office/drawing/2014/main" id="{406276A8-C76B-AD88-B23D-EA1CECCF5093}"/>
                </a:ext>
              </a:extLst>
            </p:cNvPr>
            <p:cNvSpPr/>
            <p:nvPr/>
          </p:nvSpPr>
          <p:spPr>
            <a:xfrm>
              <a:off x="5933555" y="3421367"/>
              <a:ext cx="41721" cy="31751"/>
            </a:xfrm>
            <a:custGeom>
              <a:avLst/>
              <a:gdLst/>
              <a:ahLst/>
              <a:cxnLst/>
              <a:rect l="l" t="t" r="r" b="b"/>
              <a:pathLst>
                <a:path w="2197" h="1672" extrusionOk="0">
                  <a:moveTo>
                    <a:pt x="1808" y="0"/>
                  </a:moveTo>
                  <a:cubicBezTo>
                    <a:pt x="1715" y="0"/>
                    <a:pt x="1623" y="39"/>
                    <a:pt x="1556" y="117"/>
                  </a:cubicBezTo>
                  <a:lnTo>
                    <a:pt x="856" y="798"/>
                  </a:lnTo>
                  <a:lnTo>
                    <a:pt x="661" y="603"/>
                  </a:lnTo>
                  <a:cubicBezTo>
                    <a:pt x="584" y="526"/>
                    <a:pt x="491" y="487"/>
                    <a:pt x="399" y="487"/>
                  </a:cubicBezTo>
                  <a:cubicBezTo>
                    <a:pt x="306" y="487"/>
                    <a:pt x="213" y="526"/>
                    <a:pt x="136" y="603"/>
                  </a:cubicBezTo>
                  <a:cubicBezTo>
                    <a:pt x="0" y="739"/>
                    <a:pt x="0" y="972"/>
                    <a:pt x="136" y="1109"/>
                  </a:cubicBezTo>
                  <a:lnTo>
                    <a:pt x="602" y="1575"/>
                  </a:lnTo>
                  <a:cubicBezTo>
                    <a:pt x="680" y="1633"/>
                    <a:pt x="758" y="1672"/>
                    <a:pt x="856" y="1672"/>
                  </a:cubicBezTo>
                  <a:cubicBezTo>
                    <a:pt x="952" y="1672"/>
                    <a:pt x="1050" y="1633"/>
                    <a:pt x="1108" y="1575"/>
                  </a:cubicBezTo>
                  <a:lnTo>
                    <a:pt x="2061" y="622"/>
                  </a:lnTo>
                  <a:cubicBezTo>
                    <a:pt x="2196" y="487"/>
                    <a:pt x="2196" y="254"/>
                    <a:pt x="2061" y="117"/>
                  </a:cubicBezTo>
                  <a:cubicBezTo>
                    <a:pt x="1993" y="39"/>
                    <a:pt x="1900" y="0"/>
                    <a:pt x="180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latin typeface="+mj-lt"/>
              </a:endParaRPr>
            </a:p>
          </p:txBody>
        </p:sp>
        <p:sp>
          <p:nvSpPr>
            <p:cNvPr id="1098" name="Google Shape;1098;p46">
              <a:extLst>
                <a:ext uri="{FF2B5EF4-FFF2-40B4-BE49-F238E27FC236}">
                  <a16:creationId xmlns:a16="http://schemas.microsoft.com/office/drawing/2014/main" id="{509E084A-BDB1-AD47-E6A6-51740D77F440}"/>
                </a:ext>
              </a:extLst>
            </p:cNvPr>
            <p:cNvSpPr/>
            <p:nvPr/>
          </p:nvSpPr>
          <p:spPr>
            <a:xfrm>
              <a:off x="5987071" y="3430597"/>
              <a:ext cx="41759" cy="13673"/>
            </a:xfrm>
            <a:custGeom>
              <a:avLst/>
              <a:gdLst/>
              <a:ahLst/>
              <a:cxnLst/>
              <a:rect l="l" t="t" r="r" b="b"/>
              <a:pathLst>
                <a:path w="2199" h="720" extrusionOk="0">
                  <a:moveTo>
                    <a:pt x="350" y="1"/>
                  </a:moveTo>
                  <a:cubicBezTo>
                    <a:pt x="156" y="1"/>
                    <a:pt x="0" y="156"/>
                    <a:pt x="0" y="351"/>
                  </a:cubicBezTo>
                  <a:cubicBezTo>
                    <a:pt x="0" y="545"/>
                    <a:pt x="156" y="719"/>
                    <a:pt x="350" y="719"/>
                  </a:cubicBezTo>
                  <a:lnTo>
                    <a:pt x="1828" y="719"/>
                  </a:lnTo>
                  <a:cubicBezTo>
                    <a:pt x="2042" y="719"/>
                    <a:pt x="2198" y="545"/>
                    <a:pt x="2198" y="351"/>
                  </a:cubicBezTo>
                  <a:cubicBezTo>
                    <a:pt x="2198" y="156"/>
                    <a:pt x="2042" y="1"/>
                    <a:pt x="18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latin typeface="+mj-lt"/>
              </a:endParaRPr>
            </a:p>
          </p:txBody>
        </p:sp>
        <p:sp>
          <p:nvSpPr>
            <p:cNvPr id="1099" name="Google Shape;1099;p46">
              <a:extLst>
                <a:ext uri="{FF2B5EF4-FFF2-40B4-BE49-F238E27FC236}">
                  <a16:creationId xmlns:a16="http://schemas.microsoft.com/office/drawing/2014/main" id="{008B5851-3B9F-8237-6204-A2ED1B1E640E}"/>
                </a:ext>
              </a:extLst>
            </p:cNvPr>
            <p:cNvSpPr/>
            <p:nvPr/>
          </p:nvSpPr>
          <p:spPr>
            <a:xfrm>
              <a:off x="5933555" y="3465217"/>
              <a:ext cx="41721" cy="31865"/>
            </a:xfrm>
            <a:custGeom>
              <a:avLst/>
              <a:gdLst/>
              <a:ahLst/>
              <a:cxnLst/>
              <a:rect l="l" t="t" r="r" b="b"/>
              <a:pathLst>
                <a:path w="2197" h="1678" extrusionOk="0">
                  <a:moveTo>
                    <a:pt x="1808" y="0"/>
                  </a:moveTo>
                  <a:cubicBezTo>
                    <a:pt x="1715" y="0"/>
                    <a:pt x="1623" y="34"/>
                    <a:pt x="1556" y="102"/>
                  </a:cubicBezTo>
                  <a:lnTo>
                    <a:pt x="856" y="801"/>
                  </a:lnTo>
                  <a:lnTo>
                    <a:pt x="661" y="588"/>
                  </a:lnTo>
                  <a:cubicBezTo>
                    <a:pt x="584" y="520"/>
                    <a:pt x="491" y="486"/>
                    <a:pt x="399" y="486"/>
                  </a:cubicBezTo>
                  <a:cubicBezTo>
                    <a:pt x="306" y="486"/>
                    <a:pt x="213" y="520"/>
                    <a:pt x="136" y="588"/>
                  </a:cubicBezTo>
                  <a:cubicBezTo>
                    <a:pt x="0" y="724"/>
                    <a:pt x="0" y="957"/>
                    <a:pt x="136" y="1094"/>
                  </a:cubicBezTo>
                  <a:lnTo>
                    <a:pt x="602" y="1560"/>
                  </a:lnTo>
                  <a:cubicBezTo>
                    <a:pt x="680" y="1638"/>
                    <a:pt x="758" y="1677"/>
                    <a:pt x="856" y="1677"/>
                  </a:cubicBezTo>
                  <a:cubicBezTo>
                    <a:pt x="952" y="1677"/>
                    <a:pt x="1050" y="1638"/>
                    <a:pt x="1108" y="1560"/>
                  </a:cubicBezTo>
                  <a:lnTo>
                    <a:pt x="2061" y="607"/>
                  </a:lnTo>
                  <a:cubicBezTo>
                    <a:pt x="2196" y="472"/>
                    <a:pt x="2196" y="238"/>
                    <a:pt x="2061" y="102"/>
                  </a:cubicBezTo>
                  <a:cubicBezTo>
                    <a:pt x="1993" y="34"/>
                    <a:pt x="1900" y="0"/>
                    <a:pt x="180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latin typeface="+mj-lt"/>
              </a:endParaRPr>
            </a:p>
          </p:txBody>
        </p:sp>
        <p:sp>
          <p:nvSpPr>
            <p:cNvPr id="1100" name="Google Shape;1100;p46">
              <a:extLst>
                <a:ext uri="{FF2B5EF4-FFF2-40B4-BE49-F238E27FC236}">
                  <a16:creationId xmlns:a16="http://schemas.microsoft.com/office/drawing/2014/main" id="{03074FA0-EE66-BCF3-FEB2-B7ECA55B5C3F}"/>
                </a:ext>
              </a:extLst>
            </p:cNvPr>
            <p:cNvSpPr/>
            <p:nvPr/>
          </p:nvSpPr>
          <p:spPr>
            <a:xfrm>
              <a:off x="5987071" y="3474161"/>
              <a:ext cx="41759" cy="13673"/>
            </a:xfrm>
            <a:custGeom>
              <a:avLst/>
              <a:gdLst/>
              <a:ahLst/>
              <a:cxnLst/>
              <a:rect l="l" t="t" r="r" b="b"/>
              <a:pathLst>
                <a:path w="2199" h="720" extrusionOk="0">
                  <a:moveTo>
                    <a:pt x="350" y="1"/>
                  </a:moveTo>
                  <a:cubicBezTo>
                    <a:pt x="156" y="1"/>
                    <a:pt x="0" y="156"/>
                    <a:pt x="0" y="369"/>
                  </a:cubicBezTo>
                  <a:cubicBezTo>
                    <a:pt x="0" y="564"/>
                    <a:pt x="156" y="719"/>
                    <a:pt x="350" y="719"/>
                  </a:cubicBezTo>
                  <a:lnTo>
                    <a:pt x="1828" y="719"/>
                  </a:lnTo>
                  <a:cubicBezTo>
                    <a:pt x="2042" y="719"/>
                    <a:pt x="2198" y="564"/>
                    <a:pt x="2198" y="369"/>
                  </a:cubicBezTo>
                  <a:cubicBezTo>
                    <a:pt x="2198" y="156"/>
                    <a:pt x="2042" y="1"/>
                    <a:pt x="18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latin typeface="+mj-lt"/>
              </a:endParaRPr>
            </a:p>
          </p:txBody>
        </p:sp>
        <p:sp>
          <p:nvSpPr>
            <p:cNvPr id="1101" name="Google Shape;1101;p46">
              <a:extLst>
                <a:ext uri="{FF2B5EF4-FFF2-40B4-BE49-F238E27FC236}">
                  <a16:creationId xmlns:a16="http://schemas.microsoft.com/office/drawing/2014/main" id="{F6F57B58-9A3C-8120-65D1-30AC8B0FDE63}"/>
                </a:ext>
              </a:extLst>
            </p:cNvPr>
            <p:cNvSpPr/>
            <p:nvPr/>
          </p:nvSpPr>
          <p:spPr>
            <a:xfrm>
              <a:off x="5933555" y="3508876"/>
              <a:ext cx="41721" cy="31751"/>
            </a:xfrm>
            <a:custGeom>
              <a:avLst/>
              <a:gdLst/>
              <a:ahLst/>
              <a:cxnLst/>
              <a:rect l="l" t="t" r="r" b="b"/>
              <a:pathLst>
                <a:path w="2197" h="1672" extrusionOk="0">
                  <a:moveTo>
                    <a:pt x="1808" y="0"/>
                  </a:moveTo>
                  <a:cubicBezTo>
                    <a:pt x="1715" y="0"/>
                    <a:pt x="1623" y="39"/>
                    <a:pt x="1556" y="117"/>
                  </a:cubicBezTo>
                  <a:lnTo>
                    <a:pt x="856" y="796"/>
                  </a:lnTo>
                  <a:lnTo>
                    <a:pt x="661" y="602"/>
                  </a:lnTo>
                  <a:cubicBezTo>
                    <a:pt x="584" y="524"/>
                    <a:pt x="491" y="485"/>
                    <a:pt x="399" y="485"/>
                  </a:cubicBezTo>
                  <a:cubicBezTo>
                    <a:pt x="306" y="485"/>
                    <a:pt x="213" y="524"/>
                    <a:pt x="136" y="602"/>
                  </a:cubicBezTo>
                  <a:cubicBezTo>
                    <a:pt x="0" y="739"/>
                    <a:pt x="0" y="972"/>
                    <a:pt x="136" y="1107"/>
                  </a:cubicBezTo>
                  <a:lnTo>
                    <a:pt x="602" y="1574"/>
                  </a:lnTo>
                  <a:cubicBezTo>
                    <a:pt x="680" y="1633"/>
                    <a:pt x="758" y="1672"/>
                    <a:pt x="856" y="1672"/>
                  </a:cubicBezTo>
                  <a:cubicBezTo>
                    <a:pt x="952" y="1672"/>
                    <a:pt x="1050" y="1633"/>
                    <a:pt x="1108" y="1574"/>
                  </a:cubicBezTo>
                  <a:lnTo>
                    <a:pt x="2061" y="622"/>
                  </a:lnTo>
                  <a:cubicBezTo>
                    <a:pt x="2196" y="485"/>
                    <a:pt x="2196" y="252"/>
                    <a:pt x="2061" y="117"/>
                  </a:cubicBezTo>
                  <a:cubicBezTo>
                    <a:pt x="1993" y="39"/>
                    <a:pt x="1900" y="0"/>
                    <a:pt x="180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latin typeface="+mj-lt"/>
              </a:endParaRPr>
            </a:p>
          </p:txBody>
        </p:sp>
        <p:sp>
          <p:nvSpPr>
            <p:cNvPr id="1102" name="Google Shape;1102;p46">
              <a:extLst>
                <a:ext uri="{FF2B5EF4-FFF2-40B4-BE49-F238E27FC236}">
                  <a16:creationId xmlns:a16="http://schemas.microsoft.com/office/drawing/2014/main" id="{D575B620-AF80-1402-9042-D7874800C8DA}"/>
                </a:ext>
              </a:extLst>
            </p:cNvPr>
            <p:cNvSpPr/>
            <p:nvPr/>
          </p:nvSpPr>
          <p:spPr>
            <a:xfrm>
              <a:off x="5987071" y="3518086"/>
              <a:ext cx="27725" cy="13692"/>
            </a:xfrm>
            <a:custGeom>
              <a:avLst/>
              <a:gdLst/>
              <a:ahLst/>
              <a:cxnLst/>
              <a:rect l="l" t="t" r="r" b="b"/>
              <a:pathLst>
                <a:path w="1460" h="721" extrusionOk="0">
                  <a:moveTo>
                    <a:pt x="350" y="0"/>
                  </a:moveTo>
                  <a:cubicBezTo>
                    <a:pt x="156" y="0"/>
                    <a:pt x="0" y="156"/>
                    <a:pt x="0" y="350"/>
                  </a:cubicBezTo>
                  <a:cubicBezTo>
                    <a:pt x="0" y="545"/>
                    <a:pt x="156" y="720"/>
                    <a:pt x="350" y="720"/>
                  </a:cubicBezTo>
                  <a:lnTo>
                    <a:pt x="1089" y="720"/>
                  </a:lnTo>
                  <a:cubicBezTo>
                    <a:pt x="1304" y="720"/>
                    <a:pt x="1459" y="545"/>
                    <a:pt x="1459" y="350"/>
                  </a:cubicBezTo>
                  <a:cubicBezTo>
                    <a:pt x="1459" y="156"/>
                    <a:pt x="1304" y="0"/>
                    <a:pt x="108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latin typeface="+mj-lt"/>
              </a:endParaRPr>
            </a:p>
          </p:txBody>
        </p:sp>
        <p:sp>
          <p:nvSpPr>
            <p:cNvPr id="1103" name="Google Shape;1103;p46">
              <a:extLst>
                <a:ext uri="{FF2B5EF4-FFF2-40B4-BE49-F238E27FC236}">
                  <a16:creationId xmlns:a16="http://schemas.microsoft.com/office/drawing/2014/main" id="{5032BF99-4283-46BA-7A71-99FE793C261A}"/>
                </a:ext>
              </a:extLst>
            </p:cNvPr>
            <p:cNvSpPr/>
            <p:nvPr/>
          </p:nvSpPr>
          <p:spPr>
            <a:xfrm>
              <a:off x="5901424" y="3384431"/>
              <a:ext cx="351467" cy="350745"/>
            </a:xfrm>
            <a:custGeom>
              <a:avLst/>
              <a:gdLst/>
              <a:ahLst/>
              <a:cxnLst/>
              <a:rect l="l" t="t" r="r" b="b"/>
              <a:pathLst>
                <a:path w="18508" h="18470" extrusionOk="0">
                  <a:moveTo>
                    <a:pt x="9507" y="2489"/>
                  </a:moveTo>
                  <a:cubicBezTo>
                    <a:pt x="9818" y="2489"/>
                    <a:pt x="10070" y="2684"/>
                    <a:pt x="10207" y="2937"/>
                  </a:cubicBezTo>
                  <a:cubicBezTo>
                    <a:pt x="9993" y="3171"/>
                    <a:pt x="9682" y="3306"/>
                    <a:pt x="9352" y="3306"/>
                  </a:cubicBezTo>
                  <a:lnTo>
                    <a:pt x="8710" y="3306"/>
                  </a:lnTo>
                  <a:lnTo>
                    <a:pt x="8710" y="3287"/>
                  </a:lnTo>
                  <a:cubicBezTo>
                    <a:pt x="8710" y="2859"/>
                    <a:pt x="9060" y="2489"/>
                    <a:pt x="9507" y="2489"/>
                  </a:cubicBezTo>
                  <a:close/>
                  <a:moveTo>
                    <a:pt x="16192" y="2890"/>
                  </a:moveTo>
                  <a:cubicBezTo>
                    <a:pt x="16239" y="2890"/>
                    <a:pt x="16290" y="2904"/>
                    <a:pt x="16330" y="2917"/>
                  </a:cubicBezTo>
                  <a:lnTo>
                    <a:pt x="17263" y="3461"/>
                  </a:lnTo>
                  <a:cubicBezTo>
                    <a:pt x="17322" y="3500"/>
                    <a:pt x="17361" y="3559"/>
                    <a:pt x="17380" y="3617"/>
                  </a:cubicBezTo>
                  <a:cubicBezTo>
                    <a:pt x="17400" y="3676"/>
                    <a:pt x="17380" y="3754"/>
                    <a:pt x="17361" y="3811"/>
                  </a:cubicBezTo>
                  <a:lnTo>
                    <a:pt x="16991" y="4433"/>
                  </a:lnTo>
                  <a:lnTo>
                    <a:pt x="15612" y="3637"/>
                  </a:lnTo>
                  <a:lnTo>
                    <a:pt x="15980" y="3015"/>
                  </a:lnTo>
                  <a:cubicBezTo>
                    <a:pt x="16019" y="2956"/>
                    <a:pt x="16078" y="2917"/>
                    <a:pt x="16136" y="2898"/>
                  </a:cubicBezTo>
                  <a:cubicBezTo>
                    <a:pt x="16153" y="2892"/>
                    <a:pt x="16172" y="2890"/>
                    <a:pt x="16192" y="2890"/>
                  </a:cubicBezTo>
                  <a:close/>
                  <a:moveTo>
                    <a:pt x="10304" y="3772"/>
                  </a:moveTo>
                  <a:lnTo>
                    <a:pt x="10304" y="4454"/>
                  </a:lnTo>
                  <a:cubicBezTo>
                    <a:pt x="10304" y="4783"/>
                    <a:pt x="9954" y="5153"/>
                    <a:pt x="9507" y="5153"/>
                  </a:cubicBezTo>
                  <a:cubicBezTo>
                    <a:pt x="9060" y="5153"/>
                    <a:pt x="8710" y="4804"/>
                    <a:pt x="8710" y="4356"/>
                  </a:cubicBezTo>
                  <a:lnTo>
                    <a:pt x="8710" y="4026"/>
                  </a:lnTo>
                  <a:lnTo>
                    <a:pt x="9352" y="4026"/>
                  </a:lnTo>
                  <a:cubicBezTo>
                    <a:pt x="9682" y="4026"/>
                    <a:pt x="10013" y="3928"/>
                    <a:pt x="10304" y="3772"/>
                  </a:cubicBezTo>
                  <a:close/>
                  <a:moveTo>
                    <a:pt x="10091" y="5872"/>
                  </a:moveTo>
                  <a:cubicBezTo>
                    <a:pt x="10965" y="5872"/>
                    <a:pt x="11685" y="6592"/>
                    <a:pt x="11685" y="7447"/>
                  </a:cubicBezTo>
                  <a:lnTo>
                    <a:pt x="11685" y="7505"/>
                  </a:lnTo>
                  <a:lnTo>
                    <a:pt x="7330" y="7505"/>
                  </a:lnTo>
                  <a:lnTo>
                    <a:pt x="7330" y="7447"/>
                  </a:lnTo>
                  <a:cubicBezTo>
                    <a:pt x="7330" y="6592"/>
                    <a:pt x="8030" y="5872"/>
                    <a:pt x="8904" y="5872"/>
                  </a:cubicBezTo>
                  <a:close/>
                  <a:moveTo>
                    <a:pt x="15262" y="4278"/>
                  </a:moveTo>
                  <a:lnTo>
                    <a:pt x="16641" y="5055"/>
                  </a:lnTo>
                  <a:lnTo>
                    <a:pt x="14192" y="9275"/>
                  </a:lnTo>
                  <a:lnTo>
                    <a:pt x="12831" y="8497"/>
                  </a:lnTo>
                  <a:lnTo>
                    <a:pt x="15262" y="4278"/>
                  </a:lnTo>
                  <a:close/>
                  <a:moveTo>
                    <a:pt x="12462" y="9119"/>
                  </a:moveTo>
                  <a:lnTo>
                    <a:pt x="13842" y="9916"/>
                  </a:lnTo>
                  <a:lnTo>
                    <a:pt x="10557" y="15592"/>
                  </a:lnTo>
                  <a:lnTo>
                    <a:pt x="10052" y="15301"/>
                  </a:lnTo>
                  <a:lnTo>
                    <a:pt x="9176" y="14814"/>
                  </a:lnTo>
                  <a:lnTo>
                    <a:pt x="12462" y="9119"/>
                  </a:lnTo>
                  <a:close/>
                  <a:moveTo>
                    <a:pt x="13414" y="12074"/>
                  </a:moveTo>
                  <a:lnTo>
                    <a:pt x="13414" y="16370"/>
                  </a:lnTo>
                  <a:cubicBezTo>
                    <a:pt x="13414" y="16584"/>
                    <a:pt x="13259" y="16740"/>
                    <a:pt x="13064" y="16740"/>
                  </a:cubicBezTo>
                  <a:lnTo>
                    <a:pt x="10459" y="16740"/>
                  </a:lnTo>
                  <a:lnTo>
                    <a:pt x="10907" y="16370"/>
                  </a:lnTo>
                  <a:cubicBezTo>
                    <a:pt x="10946" y="16351"/>
                    <a:pt x="10965" y="16312"/>
                    <a:pt x="11004" y="16273"/>
                  </a:cubicBezTo>
                  <a:lnTo>
                    <a:pt x="13414" y="12074"/>
                  </a:lnTo>
                  <a:close/>
                  <a:moveTo>
                    <a:pt x="8963" y="15514"/>
                  </a:moveTo>
                  <a:lnTo>
                    <a:pt x="10052" y="16136"/>
                  </a:lnTo>
                  <a:lnTo>
                    <a:pt x="9235" y="16797"/>
                  </a:lnTo>
                  <a:cubicBezTo>
                    <a:pt x="9215" y="16818"/>
                    <a:pt x="9196" y="16818"/>
                    <a:pt x="9176" y="16836"/>
                  </a:cubicBezTo>
                  <a:lnTo>
                    <a:pt x="8691" y="17245"/>
                  </a:lnTo>
                  <a:lnTo>
                    <a:pt x="8963" y="15514"/>
                  </a:lnTo>
                  <a:close/>
                  <a:moveTo>
                    <a:pt x="1089" y="1"/>
                  </a:moveTo>
                  <a:cubicBezTo>
                    <a:pt x="487" y="1"/>
                    <a:pt x="0" y="488"/>
                    <a:pt x="0" y="1090"/>
                  </a:cubicBezTo>
                  <a:lnTo>
                    <a:pt x="0" y="7292"/>
                  </a:lnTo>
                  <a:cubicBezTo>
                    <a:pt x="0" y="7486"/>
                    <a:pt x="156" y="7642"/>
                    <a:pt x="350" y="7642"/>
                  </a:cubicBezTo>
                  <a:cubicBezTo>
                    <a:pt x="565" y="7642"/>
                    <a:pt x="720" y="7486"/>
                    <a:pt x="720" y="7292"/>
                  </a:cubicBezTo>
                  <a:lnTo>
                    <a:pt x="720" y="1090"/>
                  </a:lnTo>
                  <a:cubicBezTo>
                    <a:pt x="720" y="877"/>
                    <a:pt x="876" y="721"/>
                    <a:pt x="1089" y="721"/>
                  </a:cubicBezTo>
                  <a:lnTo>
                    <a:pt x="13064" y="721"/>
                  </a:lnTo>
                  <a:cubicBezTo>
                    <a:pt x="13259" y="721"/>
                    <a:pt x="13414" y="877"/>
                    <a:pt x="13414" y="1090"/>
                  </a:cubicBezTo>
                  <a:lnTo>
                    <a:pt x="13414" y="6009"/>
                  </a:lnTo>
                  <a:lnTo>
                    <a:pt x="12403" y="7777"/>
                  </a:lnTo>
                  <a:lnTo>
                    <a:pt x="12403" y="7447"/>
                  </a:lnTo>
                  <a:cubicBezTo>
                    <a:pt x="12403" y="6416"/>
                    <a:pt x="11703" y="5522"/>
                    <a:pt x="10752" y="5250"/>
                  </a:cubicBezTo>
                  <a:cubicBezTo>
                    <a:pt x="10926" y="5017"/>
                    <a:pt x="11024" y="4744"/>
                    <a:pt x="11024" y="4454"/>
                  </a:cubicBezTo>
                  <a:lnTo>
                    <a:pt x="11024" y="3287"/>
                  </a:lnTo>
                  <a:cubicBezTo>
                    <a:pt x="11024" y="2450"/>
                    <a:pt x="10343" y="1771"/>
                    <a:pt x="9507" y="1771"/>
                  </a:cubicBezTo>
                  <a:cubicBezTo>
                    <a:pt x="8671" y="1771"/>
                    <a:pt x="7991" y="2450"/>
                    <a:pt x="7991" y="3287"/>
                  </a:cubicBezTo>
                  <a:lnTo>
                    <a:pt x="7991" y="3656"/>
                  </a:lnTo>
                  <a:lnTo>
                    <a:pt x="7991" y="3695"/>
                  </a:lnTo>
                  <a:lnTo>
                    <a:pt x="7991" y="3734"/>
                  </a:lnTo>
                  <a:lnTo>
                    <a:pt x="7991" y="4356"/>
                  </a:lnTo>
                  <a:cubicBezTo>
                    <a:pt x="7991" y="4687"/>
                    <a:pt x="8087" y="4998"/>
                    <a:pt x="8263" y="5231"/>
                  </a:cubicBezTo>
                  <a:cubicBezTo>
                    <a:pt x="7310" y="5522"/>
                    <a:pt x="6591" y="6398"/>
                    <a:pt x="6591" y="7447"/>
                  </a:cubicBezTo>
                  <a:lnTo>
                    <a:pt x="6591" y="7855"/>
                  </a:lnTo>
                  <a:cubicBezTo>
                    <a:pt x="6591" y="8069"/>
                    <a:pt x="6766" y="8225"/>
                    <a:pt x="6960" y="8225"/>
                  </a:cubicBezTo>
                  <a:lnTo>
                    <a:pt x="12035" y="8225"/>
                  </a:lnTo>
                  <a:cubicBezTo>
                    <a:pt x="12074" y="8225"/>
                    <a:pt x="12112" y="8225"/>
                    <a:pt x="12151" y="8205"/>
                  </a:cubicBezTo>
                  <a:lnTo>
                    <a:pt x="12151" y="8205"/>
                  </a:lnTo>
                  <a:lnTo>
                    <a:pt x="8380" y="14757"/>
                  </a:lnTo>
                  <a:cubicBezTo>
                    <a:pt x="8341" y="14796"/>
                    <a:pt x="8341" y="14835"/>
                    <a:pt x="8321" y="14892"/>
                  </a:cubicBezTo>
                  <a:lnTo>
                    <a:pt x="8030" y="16740"/>
                  </a:lnTo>
                  <a:lnTo>
                    <a:pt x="1089" y="16740"/>
                  </a:lnTo>
                  <a:cubicBezTo>
                    <a:pt x="876" y="16740"/>
                    <a:pt x="720" y="16584"/>
                    <a:pt x="720" y="16370"/>
                  </a:cubicBezTo>
                  <a:lnTo>
                    <a:pt x="720" y="10169"/>
                  </a:lnTo>
                  <a:cubicBezTo>
                    <a:pt x="720" y="9975"/>
                    <a:pt x="565" y="9819"/>
                    <a:pt x="350" y="9819"/>
                  </a:cubicBezTo>
                  <a:cubicBezTo>
                    <a:pt x="156" y="9819"/>
                    <a:pt x="0" y="9975"/>
                    <a:pt x="0" y="10169"/>
                  </a:cubicBezTo>
                  <a:lnTo>
                    <a:pt x="0" y="16370"/>
                  </a:lnTo>
                  <a:cubicBezTo>
                    <a:pt x="0" y="16973"/>
                    <a:pt x="487" y="17458"/>
                    <a:pt x="1089" y="17458"/>
                  </a:cubicBezTo>
                  <a:lnTo>
                    <a:pt x="7913" y="17458"/>
                  </a:lnTo>
                  <a:lnTo>
                    <a:pt x="7836" y="18062"/>
                  </a:lnTo>
                  <a:cubicBezTo>
                    <a:pt x="7815" y="18197"/>
                    <a:pt x="7874" y="18353"/>
                    <a:pt x="8010" y="18430"/>
                  </a:cubicBezTo>
                  <a:cubicBezTo>
                    <a:pt x="8069" y="18451"/>
                    <a:pt x="8126" y="18469"/>
                    <a:pt x="8185" y="18469"/>
                  </a:cubicBezTo>
                  <a:cubicBezTo>
                    <a:pt x="8263" y="18469"/>
                    <a:pt x="8341" y="18451"/>
                    <a:pt x="8419" y="18391"/>
                  </a:cubicBezTo>
                  <a:lnTo>
                    <a:pt x="9565" y="17458"/>
                  </a:lnTo>
                  <a:lnTo>
                    <a:pt x="13064" y="17458"/>
                  </a:lnTo>
                  <a:cubicBezTo>
                    <a:pt x="13647" y="17458"/>
                    <a:pt x="14134" y="16973"/>
                    <a:pt x="14134" y="16370"/>
                  </a:cubicBezTo>
                  <a:lnTo>
                    <a:pt x="14134" y="10830"/>
                  </a:lnTo>
                  <a:lnTo>
                    <a:pt x="17263" y="5426"/>
                  </a:lnTo>
                  <a:lnTo>
                    <a:pt x="17556" y="5581"/>
                  </a:lnTo>
                  <a:cubicBezTo>
                    <a:pt x="17633" y="5639"/>
                    <a:pt x="17711" y="5716"/>
                    <a:pt x="17730" y="5814"/>
                  </a:cubicBezTo>
                  <a:cubicBezTo>
                    <a:pt x="17750" y="5911"/>
                    <a:pt x="17750" y="6027"/>
                    <a:pt x="17691" y="6105"/>
                  </a:cubicBezTo>
                  <a:lnTo>
                    <a:pt x="15534" y="9877"/>
                  </a:lnTo>
                  <a:cubicBezTo>
                    <a:pt x="15417" y="10032"/>
                    <a:pt x="15495" y="10265"/>
                    <a:pt x="15651" y="10363"/>
                  </a:cubicBezTo>
                  <a:cubicBezTo>
                    <a:pt x="15708" y="10402"/>
                    <a:pt x="15767" y="10402"/>
                    <a:pt x="15845" y="10402"/>
                  </a:cubicBezTo>
                  <a:cubicBezTo>
                    <a:pt x="15962" y="10402"/>
                    <a:pt x="16078" y="10343"/>
                    <a:pt x="16156" y="10227"/>
                  </a:cubicBezTo>
                  <a:lnTo>
                    <a:pt x="18313" y="6475"/>
                  </a:lnTo>
                  <a:cubicBezTo>
                    <a:pt x="18469" y="6222"/>
                    <a:pt x="18507" y="5911"/>
                    <a:pt x="18430" y="5639"/>
                  </a:cubicBezTo>
                  <a:cubicBezTo>
                    <a:pt x="18352" y="5348"/>
                    <a:pt x="18178" y="5115"/>
                    <a:pt x="17906" y="4959"/>
                  </a:cubicBezTo>
                  <a:lnTo>
                    <a:pt x="17613" y="4804"/>
                  </a:lnTo>
                  <a:lnTo>
                    <a:pt x="17983" y="4181"/>
                  </a:lnTo>
                  <a:cubicBezTo>
                    <a:pt x="18119" y="3948"/>
                    <a:pt x="18139" y="3676"/>
                    <a:pt x="18080" y="3422"/>
                  </a:cubicBezTo>
                  <a:cubicBezTo>
                    <a:pt x="18002" y="3189"/>
                    <a:pt x="17847" y="2976"/>
                    <a:pt x="17613" y="2839"/>
                  </a:cubicBezTo>
                  <a:lnTo>
                    <a:pt x="16700" y="2295"/>
                  </a:lnTo>
                  <a:cubicBezTo>
                    <a:pt x="16540" y="2215"/>
                    <a:pt x="16361" y="2171"/>
                    <a:pt x="16182" y="2171"/>
                  </a:cubicBezTo>
                  <a:cubicBezTo>
                    <a:pt x="16101" y="2171"/>
                    <a:pt x="16020" y="2180"/>
                    <a:pt x="15941" y="2199"/>
                  </a:cubicBezTo>
                  <a:cubicBezTo>
                    <a:pt x="15689" y="2276"/>
                    <a:pt x="15495" y="2432"/>
                    <a:pt x="15358" y="2665"/>
                  </a:cubicBezTo>
                  <a:lnTo>
                    <a:pt x="14814" y="3598"/>
                  </a:lnTo>
                  <a:lnTo>
                    <a:pt x="14134" y="4765"/>
                  </a:lnTo>
                  <a:lnTo>
                    <a:pt x="14134" y="1090"/>
                  </a:lnTo>
                  <a:cubicBezTo>
                    <a:pt x="14134" y="488"/>
                    <a:pt x="13647" y="1"/>
                    <a:pt x="1306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latin typeface="+mj-lt"/>
              </a:endParaRPr>
            </a:p>
          </p:txBody>
        </p:sp>
        <p:sp>
          <p:nvSpPr>
            <p:cNvPr id="1104" name="Google Shape;1104;p46">
              <a:extLst>
                <a:ext uri="{FF2B5EF4-FFF2-40B4-BE49-F238E27FC236}">
                  <a16:creationId xmlns:a16="http://schemas.microsoft.com/office/drawing/2014/main" id="{B98C78BB-AA1A-61ED-9A8B-D170A2386E28}"/>
                </a:ext>
              </a:extLst>
            </p:cNvPr>
            <p:cNvSpPr/>
            <p:nvPr/>
          </p:nvSpPr>
          <p:spPr>
            <a:xfrm>
              <a:off x="5901424" y="3543192"/>
              <a:ext cx="13692" cy="14053"/>
            </a:xfrm>
            <a:custGeom>
              <a:avLst/>
              <a:gdLst/>
              <a:ahLst/>
              <a:cxnLst/>
              <a:rect l="l" t="t" r="r" b="b"/>
              <a:pathLst>
                <a:path w="721" h="740" extrusionOk="0">
                  <a:moveTo>
                    <a:pt x="350" y="0"/>
                  </a:moveTo>
                  <a:cubicBezTo>
                    <a:pt x="273" y="0"/>
                    <a:pt x="176" y="39"/>
                    <a:pt x="98" y="117"/>
                  </a:cubicBezTo>
                  <a:cubicBezTo>
                    <a:pt x="39" y="176"/>
                    <a:pt x="0" y="272"/>
                    <a:pt x="0" y="370"/>
                  </a:cubicBezTo>
                  <a:cubicBezTo>
                    <a:pt x="0" y="467"/>
                    <a:pt x="39" y="565"/>
                    <a:pt x="98" y="622"/>
                  </a:cubicBezTo>
                  <a:cubicBezTo>
                    <a:pt x="176" y="700"/>
                    <a:pt x="273" y="739"/>
                    <a:pt x="350" y="739"/>
                  </a:cubicBezTo>
                  <a:cubicBezTo>
                    <a:pt x="448" y="739"/>
                    <a:pt x="545" y="700"/>
                    <a:pt x="622" y="622"/>
                  </a:cubicBezTo>
                  <a:cubicBezTo>
                    <a:pt x="682" y="565"/>
                    <a:pt x="720" y="467"/>
                    <a:pt x="720" y="370"/>
                  </a:cubicBezTo>
                  <a:cubicBezTo>
                    <a:pt x="720" y="272"/>
                    <a:pt x="682" y="176"/>
                    <a:pt x="622" y="117"/>
                  </a:cubicBezTo>
                  <a:cubicBezTo>
                    <a:pt x="545" y="39"/>
                    <a:pt x="448" y="0"/>
                    <a:pt x="35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latin typeface="+mj-lt"/>
              </a:endParaRPr>
            </a:p>
          </p:txBody>
        </p:sp>
      </p:grpSp>
      <p:sp>
        <p:nvSpPr>
          <p:cNvPr id="2" name="Freeform 3">
            <a:extLst>
              <a:ext uri="{FF2B5EF4-FFF2-40B4-BE49-F238E27FC236}">
                <a16:creationId xmlns:a16="http://schemas.microsoft.com/office/drawing/2014/main" id="{68CF13F7-E217-6BAD-86E3-7507A7AB1F36}"/>
              </a:ext>
            </a:extLst>
          </p:cNvPr>
          <p:cNvSpPr/>
          <p:nvPr/>
        </p:nvSpPr>
        <p:spPr>
          <a:xfrm rot="10800000">
            <a:off x="54100" y="121808"/>
            <a:ext cx="3727000" cy="2911742"/>
          </a:xfrm>
          <a:custGeom>
            <a:avLst/>
            <a:gdLst/>
            <a:ahLst/>
            <a:cxnLst/>
            <a:rect l="l" t="t" r="r" b="b"/>
            <a:pathLst>
              <a:path w="3727000" h="2911742">
                <a:moveTo>
                  <a:pt x="0" y="0"/>
                </a:moveTo>
                <a:lnTo>
                  <a:pt x="3727000" y="0"/>
                </a:lnTo>
                <a:lnTo>
                  <a:pt x="3727000" y="2911742"/>
                </a:lnTo>
                <a:lnTo>
                  <a:pt x="0" y="291174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6304F502-C58F-0047-D01F-BD75793F874E}"/>
              </a:ext>
            </a:extLst>
          </p:cNvPr>
          <p:cNvSpPr/>
          <p:nvPr/>
        </p:nvSpPr>
        <p:spPr>
          <a:xfrm rot="10800000">
            <a:off x="224950" y="7992043"/>
            <a:ext cx="3727000" cy="2911742"/>
          </a:xfrm>
          <a:custGeom>
            <a:avLst/>
            <a:gdLst/>
            <a:ahLst/>
            <a:cxnLst/>
            <a:rect l="l" t="t" r="r" b="b"/>
            <a:pathLst>
              <a:path w="3727000" h="2911742">
                <a:moveTo>
                  <a:pt x="0" y="0"/>
                </a:moveTo>
                <a:lnTo>
                  <a:pt x="3727000" y="0"/>
                </a:lnTo>
                <a:lnTo>
                  <a:pt x="3727000" y="2911742"/>
                </a:lnTo>
                <a:lnTo>
                  <a:pt x="0" y="291174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A67D0711-1204-24C8-30AA-15453430403A}"/>
              </a:ext>
            </a:extLst>
          </p:cNvPr>
          <p:cNvSpPr/>
          <p:nvPr/>
        </p:nvSpPr>
        <p:spPr>
          <a:xfrm rot="10800000">
            <a:off x="15438301" y="-53998"/>
            <a:ext cx="3727000" cy="2911742"/>
          </a:xfrm>
          <a:custGeom>
            <a:avLst/>
            <a:gdLst/>
            <a:ahLst/>
            <a:cxnLst/>
            <a:rect l="l" t="t" r="r" b="b"/>
            <a:pathLst>
              <a:path w="3727000" h="2911742">
                <a:moveTo>
                  <a:pt x="0" y="0"/>
                </a:moveTo>
                <a:lnTo>
                  <a:pt x="3727000" y="0"/>
                </a:lnTo>
                <a:lnTo>
                  <a:pt x="3727000" y="2911742"/>
                </a:lnTo>
                <a:lnTo>
                  <a:pt x="0" y="291174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3">
            <a:extLst>
              <a:ext uri="{FF2B5EF4-FFF2-40B4-BE49-F238E27FC236}">
                <a16:creationId xmlns:a16="http://schemas.microsoft.com/office/drawing/2014/main" id="{D5749C50-96B7-996B-562D-17FA45953AE0}"/>
              </a:ext>
            </a:extLst>
          </p:cNvPr>
          <p:cNvSpPr/>
          <p:nvPr/>
        </p:nvSpPr>
        <p:spPr>
          <a:xfrm rot="10800000">
            <a:off x="15252350" y="7772384"/>
            <a:ext cx="3727000" cy="2911742"/>
          </a:xfrm>
          <a:custGeom>
            <a:avLst/>
            <a:gdLst/>
            <a:ahLst/>
            <a:cxnLst/>
            <a:rect l="l" t="t" r="r" b="b"/>
            <a:pathLst>
              <a:path w="3727000" h="2911742">
                <a:moveTo>
                  <a:pt x="0" y="0"/>
                </a:moveTo>
                <a:lnTo>
                  <a:pt x="3727000" y="0"/>
                </a:lnTo>
                <a:lnTo>
                  <a:pt x="3727000" y="2911742"/>
                </a:lnTo>
                <a:lnTo>
                  <a:pt x="0" y="291174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</p:spTree>
    <p:extLst>
      <p:ext uri="{BB962C8B-B14F-4D97-AF65-F5344CB8AC3E}">
        <p14:creationId xmlns:p14="http://schemas.microsoft.com/office/powerpoint/2010/main" val="35553574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51329">
                <a:alpha val="100000"/>
              </a:srgbClr>
            </a:gs>
            <a:gs pos="50000">
              <a:srgbClr val="2E295A">
                <a:alpha val="100000"/>
              </a:srgbClr>
            </a:gs>
            <a:gs pos="100000">
              <a:srgbClr val="151329">
                <a:alpha val="100000"/>
              </a:srgbClr>
            </a:gs>
          </a:gsLst>
          <a:lin ang="2700006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861852" y="2366553"/>
            <a:ext cx="8482564" cy="69660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690881" lvl="1" indent="-345440" algn="l">
              <a:lnSpc>
                <a:spcPts val="6944"/>
              </a:lnSpc>
              <a:buAutoNum type="arabicPeriod"/>
            </a:pPr>
            <a:r>
              <a:rPr lang="en-US" sz="3200" b="1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Books.js </a:t>
            </a:r>
            <a:r>
              <a:rPr lang="en-US" sz="32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→ List all books (with availability status)</a:t>
            </a:r>
          </a:p>
          <a:p>
            <a:pPr marL="690881" lvl="1" indent="-345440" algn="l">
              <a:lnSpc>
                <a:spcPts val="6944"/>
              </a:lnSpc>
              <a:buAutoNum type="arabicPeriod"/>
            </a:pPr>
            <a:r>
              <a:rPr lang="en-US" sz="3200" b="1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Users.js </a:t>
            </a:r>
            <a:r>
              <a:rPr lang="en-US" sz="32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→ Show registered users</a:t>
            </a:r>
          </a:p>
          <a:p>
            <a:pPr marL="690881" lvl="1" indent="-345440" algn="l">
              <a:lnSpc>
                <a:spcPts val="6944"/>
              </a:lnSpc>
              <a:buAutoNum type="arabicPeriod"/>
            </a:pPr>
            <a:r>
              <a:rPr lang="en-US" sz="3200" b="1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Transactions.js </a:t>
            </a:r>
            <a:r>
              <a:rPr lang="en-US" sz="32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→ Track active and completed loans</a:t>
            </a:r>
          </a:p>
          <a:p>
            <a:pPr marL="690881" lvl="1" indent="-345440" algn="l">
              <a:lnSpc>
                <a:spcPts val="6944"/>
              </a:lnSpc>
              <a:buAutoNum type="arabicPeriod"/>
            </a:pPr>
            <a:r>
              <a:rPr lang="en-US" sz="3200" b="1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IssueBookForm.js </a:t>
            </a:r>
            <a:r>
              <a:rPr lang="en-US" sz="32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→ Issue book with due date</a:t>
            </a:r>
          </a:p>
          <a:p>
            <a:pPr marL="690881" lvl="1" indent="-345440" algn="l">
              <a:lnSpc>
                <a:spcPts val="6944"/>
              </a:lnSpc>
              <a:buAutoNum type="arabicPeriod"/>
            </a:pPr>
            <a:r>
              <a:rPr lang="en-US" sz="3200" b="1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ReturnBookForm.js </a:t>
            </a:r>
            <a:r>
              <a:rPr lang="en-US" sz="32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→ Return book &amp; auto fine shown</a:t>
            </a:r>
          </a:p>
        </p:txBody>
      </p:sp>
      <p:sp>
        <p:nvSpPr>
          <p:cNvPr id="3" name="Freeform 3"/>
          <p:cNvSpPr/>
          <p:nvPr/>
        </p:nvSpPr>
        <p:spPr>
          <a:xfrm flipH="1">
            <a:off x="113850" y="8490034"/>
            <a:ext cx="3263312" cy="1685058"/>
          </a:xfrm>
          <a:custGeom>
            <a:avLst/>
            <a:gdLst/>
            <a:ahLst/>
            <a:cxnLst/>
            <a:rect l="l" t="t" r="r" b="b"/>
            <a:pathLst>
              <a:path w="3263312" h="1685058">
                <a:moveTo>
                  <a:pt x="3263312" y="0"/>
                </a:moveTo>
                <a:lnTo>
                  <a:pt x="0" y="0"/>
                </a:lnTo>
                <a:lnTo>
                  <a:pt x="0" y="1685058"/>
                </a:lnTo>
                <a:lnTo>
                  <a:pt x="3263312" y="1685058"/>
                </a:lnTo>
                <a:lnTo>
                  <a:pt x="3263312" y="0"/>
                </a:lnTo>
                <a:close/>
              </a:path>
            </a:pathLst>
          </a:custGeom>
          <a:blipFill>
            <a:blip r:embed="rId2"/>
            <a:stretch>
              <a:fillRect t="-25649" b="-25649"/>
            </a:stretch>
          </a:blipFill>
        </p:spPr>
      </p:sp>
      <p:sp>
        <p:nvSpPr>
          <p:cNvPr id="4" name="Freeform 4"/>
          <p:cNvSpPr/>
          <p:nvPr/>
        </p:nvSpPr>
        <p:spPr>
          <a:xfrm rot="-10800000" flipH="1">
            <a:off x="0" y="0"/>
            <a:ext cx="5013300" cy="3916650"/>
          </a:xfrm>
          <a:custGeom>
            <a:avLst/>
            <a:gdLst/>
            <a:ahLst/>
            <a:cxnLst/>
            <a:rect l="l" t="t" r="r" b="b"/>
            <a:pathLst>
              <a:path w="5013300" h="3916650">
                <a:moveTo>
                  <a:pt x="5013300" y="0"/>
                </a:moveTo>
                <a:lnTo>
                  <a:pt x="0" y="0"/>
                </a:lnTo>
                <a:lnTo>
                  <a:pt x="0" y="3916650"/>
                </a:lnTo>
                <a:lnTo>
                  <a:pt x="5013300" y="3916650"/>
                </a:lnTo>
                <a:lnTo>
                  <a:pt x="501330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4209857" y="676275"/>
            <a:ext cx="9868285" cy="923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00"/>
              </a:lnSpc>
              <a:spcBef>
                <a:spcPct val="0"/>
              </a:spcBef>
            </a:pPr>
            <a:r>
              <a:rPr lang="en-US" sz="6000" b="1" dirty="0">
                <a:solidFill>
                  <a:srgbClr val="FFFFFF"/>
                </a:solidFill>
                <a:latin typeface="+mj-lt"/>
                <a:ea typeface="Calibri (MS) Bold"/>
                <a:cs typeface="Calibri (MS) Bold"/>
                <a:sym typeface="Calibri (MS) Bold"/>
              </a:rPr>
              <a:t>FRONTEND KEY COMPONENTS</a:t>
            </a:r>
          </a:p>
        </p:txBody>
      </p:sp>
      <p:sp>
        <p:nvSpPr>
          <p:cNvPr id="7" name="AutoShape 2">
            <a:extLst>
              <a:ext uri="{FF2B5EF4-FFF2-40B4-BE49-F238E27FC236}">
                <a16:creationId xmlns:a16="http://schemas.microsoft.com/office/drawing/2014/main" id="{E462CB05-711C-0688-32D8-F875295F3C8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991600" y="49911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>
              <a:latin typeface="+mj-lt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4745359-E372-B1C4-E344-7A2BC4B1C6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594" y="1973770"/>
            <a:ext cx="8056605" cy="8001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51329">
                <a:alpha val="100000"/>
              </a:srgbClr>
            </a:gs>
            <a:gs pos="50000">
              <a:srgbClr val="2E295A">
                <a:alpha val="100000"/>
              </a:srgbClr>
            </a:gs>
            <a:gs pos="100000">
              <a:srgbClr val="151329">
                <a:alpha val="100000"/>
              </a:srgbClr>
            </a:gs>
          </a:gsLst>
          <a:lin ang="2700006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CC99D90-AF9A-219F-5253-CA28C6ED0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4AF42138-3537-A0B8-87D9-8D372EA7C4C3}"/>
              </a:ext>
            </a:extLst>
          </p:cNvPr>
          <p:cNvGrpSpPr/>
          <p:nvPr/>
        </p:nvGrpSpPr>
        <p:grpSpPr>
          <a:xfrm>
            <a:off x="773396" y="2664277"/>
            <a:ext cx="8103905" cy="6541474"/>
            <a:chOff x="0" y="0"/>
            <a:chExt cx="3336446" cy="590083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DAE1B65C-2664-DECE-EF58-9BB563FF1DF6}"/>
                </a:ext>
              </a:extLst>
            </p:cNvPr>
            <p:cNvSpPr/>
            <p:nvPr/>
          </p:nvSpPr>
          <p:spPr>
            <a:xfrm>
              <a:off x="0" y="0"/>
              <a:ext cx="3336446" cy="5900830"/>
            </a:xfrm>
            <a:custGeom>
              <a:avLst/>
              <a:gdLst/>
              <a:ahLst/>
              <a:cxnLst/>
              <a:rect l="l" t="t" r="r" b="b"/>
              <a:pathLst>
                <a:path w="3336446" h="5900830">
                  <a:moveTo>
                    <a:pt x="3211986" y="5900830"/>
                  </a:moveTo>
                  <a:lnTo>
                    <a:pt x="124460" y="5900830"/>
                  </a:lnTo>
                  <a:cubicBezTo>
                    <a:pt x="55880" y="5900830"/>
                    <a:pt x="0" y="5844950"/>
                    <a:pt x="0" y="5776370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3211986" y="0"/>
                  </a:lnTo>
                  <a:cubicBezTo>
                    <a:pt x="3280566" y="0"/>
                    <a:pt x="3336446" y="55880"/>
                    <a:pt x="3336446" y="124460"/>
                  </a:cubicBezTo>
                  <a:lnTo>
                    <a:pt x="3336446" y="5776370"/>
                  </a:lnTo>
                  <a:cubicBezTo>
                    <a:pt x="3336446" y="5844950"/>
                    <a:pt x="3280566" y="5900830"/>
                    <a:pt x="3211986" y="5900830"/>
                  </a:cubicBezTo>
                  <a:close/>
                </a:path>
              </a:pathLst>
            </a:custGeom>
            <a:solidFill>
              <a:srgbClr val="443D6F"/>
            </a:solidFill>
          </p:spPr>
        </p:sp>
      </p:grpSp>
      <p:sp>
        <p:nvSpPr>
          <p:cNvPr id="4" name="TextBox 4">
            <a:extLst>
              <a:ext uri="{FF2B5EF4-FFF2-40B4-BE49-F238E27FC236}">
                <a16:creationId xmlns:a16="http://schemas.microsoft.com/office/drawing/2014/main" id="{ADF0C868-8624-AEFB-F7EE-8D5288FBDBFA}"/>
              </a:ext>
            </a:extLst>
          </p:cNvPr>
          <p:cNvSpPr txBox="1"/>
          <p:nvPr/>
        </p:nvSpPr>
        <p:spPr>
          <a:xfrm>
            <a:off x="1188293" y="3260818"/>
            <a:ext cx="6743764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3500" b="1" dirty="0">
                <a:solidFill>
                  <a:schemeClr val="bg1"/>
                </a:solidFill>
              </a:rPr>
              <a:t>Admin Site (Django Admin Panel)</a:t>
            </a:r>
            <a:endParaRPr lang="en-US" sz="3500" dirty="0">
              <a:solidFill>
                <a:schemeClr val="bg1"/>
              </a:solidFill>
            </a:endParaRP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2E7CA6A1-CBE1-E023-515E-7A66D02DE108}"/>
              </a:ext>
            </a:extLst>
          </p:cNvPr>
          <p:cNvSpPr txBox="1"/>
          <p:nvPr/>
        </p:nvSpPr>
        <p:spPr>
          <a:xfrm>
            <a:off x="1600200" y="4161664"/>
            <a:ext cx="6965107" cy="5074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4350" indent="-514350">
              <a:buFont typeface="+mj-lt"/>
              <a:buAutoNum type="romanLcPeriod"/>
            </a:pPr>
            <a:r>
              <a:rPr lang="en-US" sz="3000" dirty="0">
                <a:solidFill>
                  <a:schemeClr val="bg1"/>
                </a:solidFill>
              </a:rPr>
              <a:t>Built-in Django feature to manage data easily.</a:t>
            </a:r>
          </a:p>
          <a:p>
            <a:pPr marL="514350" indent="-514350">
              <a:buFont typeface="+mj-lt"/>
              <a:buAutoNum type="romanLcPeriod"/>
            </a:pPr>
            <a:r>
              <a:rPr lang="en-US" sz="3000" dirty="0">
                <a:solidFill>
                  <a:schemeClr val="bg1"/>
                </a:solidFill>
              </a:rPr>
              <a:t>Provides a web interface for Books, Users, and Transactions.</a:t>
            </a:r>
          </a:p>
          <a:p>
            <a:pPr marL="514350" indent="-514350">
              <a:buFont typeface="+mj-lt"/>
              <a:buAutoNum type="romanLcPeriod"/>
            </a:pPr>
            <a:r>
              <a:rPr lang="en-US" sz="3000" dirty="0">
                <a:solidFill>
                  <a:schemeClr val="bg1"/>
                </a:solidFill>
              </a:rPr>
              <a:t>Admin can add, update, or delete records directly.</a:t>
            </a:r>
          </a:p>
          <a:p>
            <a:pPr marL="514350" indent="-514350">
              <a:buFont typeface="+mj-lt"/>
              <a:buAutoNum type="romanLcPeriod"/>
            </a:pPr>
            <a:r>
              <a:rPr lang="en-US" sz="3000" dirty="0">
                <a:solidFill>
                  <a:schemeClr val="bg1"/>
                </a:solidFill>
              </a:rPr>
              <a:t>Useful for monitoring book availability, issued books, and fines.</a:t>
            </a:r>
          </a:p>
          <a:p>
            <a:pPr marL="514350" indent="-514350">
              <a:buFont typeface="+mj-lt"/>
              <a:buAutoNum type="romanLcPeriod"/>
            </a:pPr>
            <a:r>
              <a:rPr lang="en-US" sz="3000" dirty="0">
                <a:solidFill>
                  <a:schemeClr val="bg1"/>
                </a:solidFill>
              </a:rPr>
              <a:t>Accessible at → http://127.0.0.1:8000/admin/.</a:t>
            </a:r>
          </a:p>
          <a:p>
            <a:pPr marL="784224" lvl="1" indent="-514350" algn="l">
              <a:lnSpc>
                <a:spcPts val="3749"/>
              </a:lnSpc>
              <a:buFont typeface="+mj-lt"/>
              <a:buAutoNum type="romanLcPeriod"/>
            </a:pPr>
            <a:endParaRPr lang="en-US" sz="3000" u="none" dirty="0">
              <a:solidFill>
                <a:schemeClr val="bg1"/>
              </a:solidFill>
              <a:latin typeface="+mj-lt"/>
              <a:ea typeface="Calibri (MS)"/>
              <a:cs typeface="Calibri (MS)"/>
              <a:sym typeface="Calibri (MS)"/>
            </a:endParaRP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2944D8F0-C525-D686-FD1B-4CFFA3F48658}"/>
              </a:ext>
            </a:extLst>
          </p:cNvPr>
          <p:cNvSpPr txBox="1"/>
          <p:nvPr/>
        </p:nvSpPr>
        <p:spPr>
          <a:xfrm>
            <a:off x="2096887" y="866775"/>
            <a:ext cx="14094227" cy="11264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9600"/>
              </a:lnSpc>
              <a:spcBef>
                <a:spcPct val="0"/>
              </a:spcBef>
            </a:pPr>
            <a:r>
              <a:rPr lang="en-US" sz="6000" b="1" dirty="0">
                <a:solidFill>
                  <a:srgbClr val="FFFFFF"/>
                </a:solidFill>
                <a:latin typeface="+mj-lt"/>
                <a:ea typeface="Calibri (MS) Bold"/>
                <a:cs typeface="Calibri (MS) Bold"/>
                <a:sym typeface="Calibri (MS) Bold"/>
              </a:rPr>
              <a:t>DJANGO ADMIN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9DA827A1-3417-E50C-3FEA-73F3089825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1202" y="2664277"/>
            <a:ext cx="7498505" cy="6755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53034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DD4ABBF-D881-9511-1A89-3DFDC218113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9000"/>
                    </a14:imgEffect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8778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991600" y="4099368"/>
            <a:ext cx="12487085" cy="20882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b="1" dirty="0">
                <a:solidFill>
                  <a:srgbClr val="AB0DD2"/>
                </a:solidFill>
                <a:latin typeface="+mj-lt"/>
                <a:ea typeface="Arimo Bold"/>
                <a:cs typeface="Arimo Bold"/>
                <a:sym typeface="Arimo Bold"/>
              </a:rPr>
              <a:t>BACKEND </a:t>
            </a:r>
          </a:p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b="1" dirty="0">
                <a:solidFill>
                  <a:srgbClr val="AB0DD2"/>
                </a:solidFill>
                <a:latin typeface="+mj-lt"/>
                <a:ea typeface="Arimo Bold"/>
                <a:cs typeface="Arimo Bold"/>
                <a:sym typeface="Arimo Bold"/>
              </a:rPr>
              <a:t>SECTION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51329">
                <a:alpha val="100000"/>
              </a:srgbClr>
            </a:gs>
            <a:gs pos="50000">
              <a:srgbClr val="2E295A">
                <a:alpha val="100000"/>
              </a:srgbClr>
            </a:gs>
            <a:gs pos="100000">
              <a:srgbClr val="151329">
                <a:alpha val="100000"/>
              </a:srgbClr>
            </a:gs>
          </a:gsLst>
          <a:lin ang="2700006" scaled="0"/>
        </a:gradFill>
        <a:effectLst/>
      </p:bgPr>
    </p:bg>
    <p:spTree>
      <p:nvGrpSpPr>
        <p:cNvPr id="1" name="Shape 10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6" name="Google Shape;1086;p46"/>
          <p:cNvSpPr txBox="1">
            <a:spLocks noGrp="1"/>
          </p:cNvSpPr>
          <p:nvPr>
            <p:ph type="title"/>
          </p:nvPr>
        </p:nvSpPr>
        <p:spPr>
          <a:xfrm>
            <a:off x="1440000" y="890050"/>
            <a:ext cx="15408000" cy="1145400"/>
          </a:xfrm>
          <a:prstGeom prst="rect">
            <a:avLst/>
          </a:prstGeom>
        </p:spPr>
        <p:txBody>
          <a:bodyPr spcFirstLastPara="1" vert="horz" wrap="square" lIns="182850" tIns="182850" rIns="182850" bIns="182850" rtlCol="0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6000" b="1" dirty="0">
                <a:solidFill>
                  <a:schemeClr val="bg1"/>
                </a:solidFill>
              </a:rPr>
              <a:t>SETUP (BACKEND)</a:t>
            </a:r>
            <a:endParaRPr sz="6000" b="1" dirty="0">
              <a:solidFill>
                <a:schemeClr val="bg1"/>
              </a:solidFill>
            </a:endParaRPr>
          </a:p>
        </p:txBody>
      </p:sp>
      <p:graphicFrame>
        <p:nvGraphicFramePr>
          <p:cNvPr id="1087" name="Google Shape;1087;p46"/>
          <p:cNvGraphicFramePr/>
          <p:nvPr>
            <p:extLst>
              <p:ext uri="{D42A27DB-BD31-4B8C-83A1-F6EECF244321}">
                <p14:modId xmlns:p14="http://schemas.microsoft.com/office/powerpoint/2010/main" val="1835634373"/>
              </p:ext>
            </p:extLst>
          </p:nvPr>
        </p:nvGraphicFramePr>
        <p:xfrm>
          <a:off x="5871501" y="2327475"/>
          <a:ext cx="10577800" cy="739525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288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88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318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3500" dirty="0">
                          <a:solidFill>
                            <a:schemeClr val="bg1"/>
                          </a:solidFill>
                        </a:rPr>
                        <a:t>Install Django + DRF</a:t>
                      </a:r>
                      <a:endParaRPr sz="3500" dirty="0">
                        <a:solidFill>
                          <a:schemeClr val="bg1"/>
                        </a:solidFill>
                        <a:latin typeface="Poppins ExtraBold"/>
                        <a:ea typeface="Poppins ExtraBold"/>
                        <a:cs typeface="Poppins ExtraBold"/>
                        <a:sym typeface="Poppins ExtraBold"/>
                      </a:endParaRPr>
                    </a:p>
                  </a:txBody>
                  <a:tcPr marL="182850" marR="182850" marT="182850" marB="1828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3500" dirty="0">
                          <a:solidFill>
                            <a:schemeClr val="bg1"/>
                          </a:solidFill>
                        </a:rPr>
                        <a:t>pip install </a:t>
                      </a:r>
                      <a:r>
                        <a:rPr lang="en-IN" sz="3500" dirty="0" err="1">
                          <a:solidFill>
                            <a:schemeClr val="bg1"/>
                          </a:solidFill>
                        </a:rPr>
                        <a:t>django</a:t>
                      </a:r>
                      <a:r>
                        <a:rPr lang="en-IN" sz="35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IN" sz="3500" dirty="0" err="1">
                          <a:solidFill>
                            <a:schemeClr val="bg1"/>
                          </a:solidFill>
                        </a:rPr>
                        <a:t>djangorestframework</a:t>
                      </a:r>
                      <a:endParaRPr sz="3500" dirty="0">
                        <a:solidFill>
                          <a:schemeClr val="bg1"/>
                        </a:solidFill>
                        <a:latin typeface="Baloo Thambi 2"/>
                        <a:ea typeface="Baloo Thambi 2"/>
                        <a:cs typeface="Baloo Thambi 2"/>
                        <a:sym typeface="Baloo Thambi 2"/>
                      </a:endParaRPr>
                    </a:p>
                  </a:txBody>
                  <a:tcPr marL="182850" marR="182850" marT="182850" marB="182850" anchor="ctr">
                    <a:lnL w="9525" cap="flat" cmpd="sng" algn="ctr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318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3500" dirty="0">
                          <a:solidFill>
                            <a:schemeClr val="bg1"/>
                          </a:solidFill>
                        </a:rPr>
                        <a:t>Migrate DB</a:t>
                      </a:r>
                      <a:endParaRPr sz="3500" dirty="0">
                        <a:solidFill>
                          <a:schemeClr val="bg1"/>
                        </a:solidFill>
                        <a:latin typeface="Poppins ExtraBold"/>
                        <a:ea typeface="Poppins ExtraBold"/>
                        <a:cs typeface="Poppins ExtraBold"/>
                        <a:sym typeface="Poppins ExtraBold"/>
                      </a:endParaRPr>
                    </a:p>
                  </a:txBody>
                  <a:tcPr marL="182850" marR="182850" marT="182850" marB="1828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3500" dirty="0">
                          <a:solidFill>
                            <a:schemeClr val="bg1"/>
                          </a:solidFill>
                        </a:rPr>
                        <a:t>python manage.py migrate</a:t>
                      </a:r>
                      <a:endParaRPr sz="3500" dirty="0">
                        <a:solidFill>
                          <a:schemeClr val="bg1"/>
                        </a:solidFill>
                        <a:latin typeface="Baloo Thambi 2"/>
                        <a:ea typeface="Baloo Thambi 2"/>
                        <a:cs typeface="Baloo Thambi 2"/>
                        <a:sym typeface="Baloo Thambi 2"/>
                      </a:endParaRPr>
                    </a:p>
                  </a:txBody>
                  <a:tcPr marL="182850" marR="182850" marT="182850" marB="182850" anchor="ctr">
                    <a:lnL w="9525" cap="flat" cmpd="sng" algn="ctr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9767280"/>
                  </a:ext>
                </a:extLst>
              </a:tr>
              <a:tr h="11318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3500" dirty="0">
                          <a:solidFill>
                            <a:schemeClr val="bg1"/>
                          </a:solidFill>
                        </a:rPr>
                        <a:t>Create Project</a:t>
                      </a:r>
                      <a:endParaRPr sz="3500" dirty="0">
                        <a:solidFill>
                          <a:schemeClr val="bg1"/>
                        </a:solidFill>
                        <a:latin typeface="Poppins ExtraBold"/>
                        <a:ea typeface="Poppins ExtraBold"/>
                        <a:cs typeface="Poppins ExtraBold"/>
                        <a:sym typeface="Poppins ExtraBold"/>
                      </a:endParaRPr>
                    </a:p>
                  </a:txBody>
                  <a:tcPr marL="182850" marR="182850" marT="182850" marB="1828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3500" dirty="0" err="1">
                          <a:solidFill>
                            <a:schemeClr val="bg1"/>
                          </a:solidFill>
                        </a:rPr>
                        <a:t>django</a:t>
                      </a:r>
                      <a:r>
                        <a:rPr lang="en-IN" sz="3500" dirty="0">
                          <a:solidFill>
                            <a:schemeClr val="bg1"/>
                          </a:solidFill>
                        </a:rPr>
                        <a:t>-admin </a:t>
                      </a:r>
                      <a:r>
                        <a:rPr lang="en-IN" sz="3500" dirty="0" err="1">
                          <a:solidFill>
                            <a:schemeClr val="bg1"/>
                          </a:solidFill>
                        </a:rPr>
                        <a:t>startproject</a:t>
                      </a:r>
                      <a:r>
                        <a:rPr lang="en-IN" sz="35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IN" sz="3500" dirty="0" err="1">
                          <a:solidFill>
                            <a:schemeClr val="bg1"/>
                          </a:solidFill>
                        </a:rPr>
                        <a:t>library_project</a:t>
                      </a:r>
                      <a:endParaRPr sz="3500" dirty="0">
                        <a:solidFill>
                          <a:schemeClr val="bg1"/>
                        </a:solidFill>
                        <a:latin typeface="Baloo Thambi 2"/>
                        <a:ea typeface="Baloo Thambi 2"/>
                        <a:cs typeface="Baloo Thambi 2"/>
                        <a:sym typeface="Baloo Thambi 2"/>
                      </a:endParaRPr>
                    </a:p>
                  </a:txBody>
                  <a:tcPr marL="182850" marR="182850" marT="182850" marB="1828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318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3500" dirty="0">
                          <a:solidFill>
                            <a:schemeClr val="bg1"/>
                          </a:solidFill>
                        </a:rPr>
                        <a:t>Create App</a:t>
                      </a:r>
                      <a:endParaRPr sz="3500" dirty="0">
                        <a:solidFill>
                          <a:schemeClr val="bg1"/>
                        </a:solidFill>
                        <a:latin typeface="Poppins ExtraBold"/>
                        <a:ea typeface="Poppins ExtraBold"/>
                        <a:cs typeface="Poppins ExtraBold"/>
                        <a:sym typeface="Poppins ExtraBold"/>
                      </a:endParaRPr>
                    </a:p>
                  </a:txBody>
                  <a:tcPr marL="182850" marR="182850" marT="182850" marB="1828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500" dirty="0">
                          <a:solidFill>
                            <a:schemeClr val="bg1"/>
                          </a:solidFill>
                        </a:rPr>
                        <a:t>python manage.py </a:t>
                      </a:r>
                      <a:r>
                        <a:rPr lang="en-US" sz="3500" dirty="0" err="1">
                          <a:solidFill>
                            <a:schemeClr val="bg1"/>
                          </a:solidFill>
                        </a:rPr>
                        <a:t>startapp</a:t>
                      </a:r>
                      <a:r>
                        <a:rPr lang="en-US" sz="35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sz="3500" dirty="0" err="1">
                          <a:solidFill>
                            <a:schemeClr val="bg1"/>
                          </a:solidFill>
                        </a:rPr>
                        <a:t>library_app</a:t>
                      </a:r>
                      <a:endParaRPr sz="3500" dirty="0">
                        <a:solidFill>
                          <a:schemeClr val="bg1"/>
                        </a:solidFill>
                        <a:latin typeface="Baloo Thambi 2"/>
                        <a:ea typeface="Baloo Thambi 2"/>
                        <a:cs typeface="Baloo Thambi 2"/>
                        <a:sym typeface="Baloo Thambi 2"/>
                      </a:endParaRPr>
                    </a:p>
                  </a:txBody>
                  <a:tcPr marL="182850" marR="182850" marT="182850" marB="1828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318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3500" dirty="0">
                          <a:solidFill>
                            <a:schemeClr val="bg1"/>
                          </a:solidFill>
                        </a:rPr>
                        <a:t>Register App</a:t>
                      </a:r>
                      <a:endParaRPr sz="3500" dirty="0">
                        <a:solidFill>
                          <a:schemeClr val="bg1"/>
                        </a:solidFill>
                        <a:latin typeface="Poppins ExtraBold"/>
                        <a:ea typeface="Poppins ExtraBold"/>
                        <a:cs typeface="Poppins ExtraBold"/>
                        <a:sym typeface="Poppins ExtraBold"/>
                      </a:endParaRPr>
                    </a:p>
                  </a:txBody>
                  <a:tcPr marL="182850" marR="182850" marT="182850" marB="1828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500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settings.py</a:t>
                      </a:r>
                      <a:r>
                        <a:rPr lang="en-US" sz="3500" dirty="0">
                          <a:solidFill>
                            <a:schemeClr val="bg1"/>
                          </a:solidFill>
                        </a:rPr>
                        <a:t> → add </a:t>
                      </a:r>
                      <a:r>
                        <a:rPr lang="en-US" sz="3500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"</a:t>
                      </a:r>
                      <a:r>
                        <a:rPr lang="en-US" sz="3500" kern="1200" dirty="0" err="1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rest_framework</a:t>
                      </a:r>
                      <a:r>
                        <a:rPr lang="en-US" sz="3500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", "</a:t>
                      </a:r>
                      <a:r>
                        <a:rPr lang="en-US" sz="3500" kern="1200" dirty="0" err="1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library_app</a:t>
                      </a:r>
                      <a:r>
                        <a:rPr lang="en-US" sz="3500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"</a:t>
                      </a:r>
                      <a:endParaRPr sz="3500" dirty="0">
                        <a:solidFill>
                          <a:schemeClr val="bg1"/>
                        </a:solidFill>
                        <a:latin typeface="Baloo Thambi 2"/>
                        <a:ea typeface="Baloo Thambi 2"/>
                        <a:cs typeface="Baloo Thambi 2"/>
                        <a:sym typeface="Baloo Thambi 2"/>
                      </a:endParaRPr>
                    </a:p>
                  </a:txBody>
                  <a:tcPr marL="182850" marR="182850" marT="182850" marB="1828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1088" name="Google Shape;1088;p46"/>
          <p:cNvPicPr preferRelativeResize="0"/>
          <p:nvPr/>
        </p:nvPicPr>
        <p:blipFill>
          <a:blip r:embed="rId3">
            <a:alphaModFix amt="40000"/>
          </a:blip>
          <a:stretch>
            <a:fillRect/>
          </a:stretch>
        </p:blipFill>
        <p:spPr>
          <a:xfrm>
            <a:off x="2315350" y="6025100"/>
            <a:ext cx="1936300" cy="193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9" name="Google Shape;1089;p46"/>
          <p:cNvPicPr preferRelativeResize="0"/>
          <p:nvPr/>
        </p:nvPicPr>
        <p:blipFill>
          <a:blip r:embed="rId3">
            <a:alphaModFix amt="40000"/>
          </a:blip>
          <a:stretch>
            <a:fillRect/>
          </a:stretch>
        </p:blipFill>
        <p:spPr>
          <a:xfrm>
            <a:off x="2315350" y="6961350"/>
            <a:ext cx="1936300" cy="193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0" name="Google Shape;1090;p46"/>
          <p:cNvPicPr preferRelativeResize="0"/>
          <p:nvPr/>
        </p:nvPicPr>
        <p:blipFill>
          <a:blip r:embed="rId3">
            <a:alphaModFix amt="40000"/>
          </a:blip>
          <a:stretch>
            <a:fillRect/>
          </a:stretch>
        </p:blipFill>
        <p:spPr>
          <a:xfrm>
            <a:off x="2315350" y="2736150"/>
            <a:ext cx="1936300" cy="193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1" name="Google Shape;1091;p46"/>
          <p:cNvPicPr preferRelativeResize="0"/>
          <p:nvPr/>
        </p:nvPicPr>
        <p:blipFill>
          <a:blip r:embed="rId3">
            <a:alphaModFix amt="40000"/>
          </a:blip>
          <a:stretch>
            <a:fillRect/>
          </a:stretch>
        </p:blipFill>
        <p:spPr>
          <a:xfrm>
            <a:off x="2315350" y="3672400"/>
            <a:ext cx="1936300" cy="193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2" name="Google Shape;1092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61549" y="4370350"/>
            <a:ext cx="2843954" cy="28441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93" name="Google Shape;1093;p46"/>
          <p:cNvGrpSpPr/>
          <p:nvPr/>
        </p:nvGrpSpPr>
        <p:grpSpPr>
          <a:xfrm>
            <a:off x="2782438" y="5292344"/>
            <a:ext cx="1002172" cy="1000116"/>
            <a:chOff x="5901424" y="3384431"/>
            <a:chExt cx="351467" cy="350745"/>
          </a:xfrm>
        </p:grpSpPr>
        <p:sp>
          <p:nvSpPr>
            <p:cNvPr id="1094" name="Google Shape;1094;p46"/>
            <p:cNvSpPr/>
            <p:nvPr/>
          </p:nvSpPr>
          <p:spPr>
            <a:xfrm>
              <a:off x="5934296" y="3564993"/>
              <a:ext cx="128847" cy="46525"/>
            </a:xfrm>
            <a:custGeom>
              <a:avLst/>
              <a:gdLst/>
              <a:ahLst/>
              <a:cxnLst/>
              <a:rect l="l" t="t" r="r" b="b"/>
              <a:pathLst>
                <a:path w="6785" h="2450" extrusionOk="0">
                  <a:moveTo>
                    <a:pt x="6066" y="719"/>
                  </a:moveTo>
                  <a:lnTo>
                    <a:pt x="6066" y="1729"/>
                  </a:lnTo>
                  <a:lnTo>
                    <a:pt x="719" y="1729"/>
                  </a:lnTo>
                  <a:lnTo>
                    <a:pt x="719" y="719"/>
                  </a:lnTo>
                  <a:close/>
                  <a:moveTo>
                    <a:pt x="350" y="0"/>
                  </a:moveTo>
                  <a:cubicBezTo>
                    <a:pt x="156" y="0"/>
                    <a:pt x="0" y="156"/>
                    <a:pt x="0" y="350"/>
                  </a:cubicBezTo>
                  <a:lnTo>
                    <a:pt x="0" y="2079"/>
                  </a:lnTo>
                  <a:cubicBezTo>
                    <a:pt x="0" y="2274"/>
                    <a:pt x="156" y="2450"/>
                    <a:pt x="350" y="2450"/>
                  </a:cubicBezTo>
                  <a:lnTo>
                    <a:pt x="6416" y="2450"/>
                  </a:lnTo>
                  <a:cubicBezTo>
                    <a:pt x="6610" y="2450"/>
                    <a:pt x="6784" y="2274"/>
                    <a:pt x="6784" y="2079"/>
                  </a:cubicBezTo>
                  <a:lnTo>
                    <a:pt x="6784" y="350"/>
                  </a:lnTo>
                  <a:cubicBezTo>
                    <a:pt x="6784" y="156"/>
                    <a:pt x="6610" y="0"/>
                    <a:pt x="641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latin typeface="+mj-lt"/>
              </a:endParaRPr>
            </a:p>
          </p:txBody>
        </p:sp>
        <p:sp>
          <p:nvSpPr>
            <p:cNvPr id="1095" name="Google Shape;1095;p46"/>
            <p:cNvSpPr/>
            <p:nvPr/>
          </p:nvSpPr>
          <p:spPr>
            <a:xfrm>
              <a:off x="5934296" y="3630700"/>
              <a:ext cx="128847" cy="13654"/>
            </a:xfrm>
            <a:custGeom>
              <a:avLst/>
              <a:gdLst/>
              <a:ahLst/>
              <a:cxnLst/>
              <a:rect l="l" t="t" r="r" b="b"/>
              <a:pathLst>
                <a:path w="6785" h="719" extrusionOk="0">
                  <a:moveTo>
                    <a:pt x="350" y="0"/>
                  </a:moveTo>
                  <a:cubicBezTo>
                    <a:pt x="156" y="0"/>
                    <a:pt x="0" y="156"/>
                    <a:pt x="0" y="350"/>
                  </a:cubicBezTo>
                  <a:cubicBezTo>
                    <a:pt x="0" y="563"/>
                    <a:pt x="156" y="719"/>
                    <a:pt x="350" y="719"/>
                  </a:cubicBezTo>
                  <a:lnTo>
                    <a:pt x="6416" y="719"/>
                  </a:lnTo>
                  <a:cubicBezTo>
                    <a:pt x="6610" y="719"/>
                    <a:pt x="6784" y="563"/>
                    <a:pt x="6784" y="350"/>
                  </a:cubicBezTo>
                  <a:cubicBezTo>
                    <a:pt x="6784" y="156"/>
                    <a:pt x="6610" y="0"/>
                    <a:pt x="641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latin typeface="+mj-lt"/>
              </a:endParaRPr>
            </a:p>
          </p:txBody>
        </p:sp>
        <p:sp>
          <p:nvSpPr>
            <p:cNvPr id="1096" name="Google Shape;1096;p46"/>
            <p:cNvSpPr/>
            <p:nvPr/>
          </p:nvSpPr>
          <p:spPr>
            <a:xfrm>
              <a:off x="5934296" y="3663535"/>
              <a:ext cx="97836" cy="13692"/>
            </a:xfrm>
            <a:custGeom>
              <a:avLst/>
              <a:gdLst/>
              <a:ahLst/>
              <a:cxnLst/>
              <a:rect l="l" t="t" r="r" b="b"/>
              <a:pathLst>
                <a:path w="5152" h="721" extrusionOk="0">
                  <a:moveTo>
                    <a:pt x="350" y="1"/>
                  </a:moveTo>
                  <a:cubicBezTo>
                    <a:pt x="156" y="1"/>
                    <a:pt x="0" y="156"/>
                    <a:pt x="0" y="351"/>
                  </a:cubicBezTo>
                  <a:cubicBezTo>
                    <a:pt x="0" y="565"/>
                    <a:pt x="156" y="721"/>
                    <a:pt x="350" y="721"/>
                  </a:cubicBezTo>
                  <a:lnTo>
                    <a:pt x="4801" y="721"/>
                  </a:lnTo>
                  <a:cubicBezTo>
                    <a:pt x="4996" y="721"/>
                    <a:pt x="5151" y="565"/>
                    <a:pt x="5151" y="351"/>
                  </a:cubicBezTo>
                  <a:cubicBezTo>
                    <a:pt x="5151" y="156"/>
                    <a:pt x="4996" y="1"/>
                    <a:pt x="480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latin typeface="+mj-lt"/>
              </a:endParaRPr>
            </a:p>
          </p:txBody>
        </p:sp>
        <p:sp>
          <p:nvSpPr>
            <p:cNvPr id="1097" name="Google Shape;1097;p46"/>
            <p:cNvSpPr/>
            <p:nvPr/>
          </p:nvSpPr>
          <p:spPr>
            <a:xfrm>
              <a:off x="5933555" y="3421367"/>
              <a:ext cx="41721" cy="31751"/>
            </a:xfrm>
            <a:custGeom>
              <a:avLst/>
              <a:gdLst/>
              <a:ahLst/>
              <a:cxnLst/>
              <a:rect l="l" t="t" r="r" b="b"/>
              <a:pathLst>
                <a:path w="2197" h="1672" extrusionOk="0">
                  <a:moveTo>
                    <a:pt x="1808" y="0"/>
                  </a:moveTo>
                  <a:cubicBezTo>
                    <a:pt x="1715" y="0"/>
                    <a:pt x="1623" y="39"/>
                    <a:pt x="1556" y="117"/>
                  </a:cubicBezTo>
                  <a:lnTo>
                    <a:pt x="856" y="798"/>
                  </a:lnTo>
                  <a:lnTo>
                    <a:pt x="661" y="603"/>
                  </a:lnTo>
                  <a:cubicBezTo>
                    <a:pt x="584" y="526"/>
                    <a:pt x="491" y="487"/>
                    <a:pt x="399" y="487"/>
                  </a:cubicBezTo>
                  <a:cubicBezTo>
                    <a:pt x="306" y="487"/>
                    <a:pt x="213" y="526"/>
                    <a:pt x="136" y="603"/>
                  </a:cubicBezTo>
                  <a:cubicBezTo>
                    <a:pt x="0" y="739"/>
                    <a:pt x="0" y="972"/>
                    <a:pt x="136" y="1109"/>
                  </a:cubicBezTo>
                  <a:lnTo>
                    <a:pt x="602" y="1575"/>
                  </a:lnTo>
                  <a:cubicBezTo>
                    <a:pt x="680" y="1633"/>
                    <a:pt x="758" y="1672"/>
                    <a:pt x="856" y="1672"/>
                  </a:cubicBezTo>
                  <a:cubicBezTo>
                    <a:pt x="952" y="1672"/>
                    <a:pt x="1050" y="1633"/>
                    <a:pt x="1108" y="1575"/>
                  </a:cubicBezTo>
                  <a:lnTo>
                    <a:pt x="2061" y="622"/>
                  </a:lnTo>
                  <a:cubicBezTo>
                    <a:pt x="2196" y="487"/>
                    <a:pt x="2196" y="254"/>
                    <a:pt x="2061" y="117"/>
                  </a:cubicBezTo>
                  <a:cubicBezTo>
                    <a:pt x="1993" y="39"/>
                    <a:pt x="1900" y="0"/>
                    <a:pt x="180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latin typeface="+mj-lt"/>
              </a:endParaRPr>
            </a:p>
          </p:txBody>
        </p:sp>
        <p:sp>
          <p:nvSpPr>
            <p:cNvPr id="1098" name="Google Shape;1098;p46"/>
            <p:cNvSpPr/>
            <p:nvPr/>
          </p:nvSpPr>
          <p:spPr>
            <a:xfrm>
              <a:off x="5987071" y="3430597"/>
              <a:ext cx="41759" cy="13673"/>
            </a:xfrm>
            <a:custGeom>
              <a:avLst/>
              <a:gdLst/>
              <a:ahLst/>
              <a:cxnLst/>
              <a:rect l="l" t="t" r="r" b="b"/>
              <a:pathLst>
                <a:path w="2199" h="720" extrusionOk="0">
                  <a:moveTo>
                    <a:pt x="350" y="1"/>
                  </a:moveTo>
                  <a:cubicBezTo>
                    <a:pt x="156" y="1"/>
                    <a:pt x="0" y="156"/>
                    <a:pt x="0" y="351"/>
                  </a:cubicBezTo>
                  <a:cubicBezTo>
                    <a:pt x="0" y="545"/>
                    <a:pt x="156" y="719"/>
                    <a:pt x="350" y="719"/>
                  </a:cubicBezTo>
                  <a:lnTo>
                    <a:pt x="1828" y="719"/>
                  </a:lnTo>
                  <a:cubicBezTo>
                    <a:pt x="2042" y="719"/>
                    <a:pt x="2198" y="545"/>
                    <a:pt x="2198" y="351"/>
                  </a:cubicBezTo>
                  <a:cubicBezTo>
                    <a:pt x="2198" y="156"/>
                    <a:pt x="2042" y="1"/>
                    <a:pt x="18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latin typeface="+mj-lt"/>
              </a:endParaRPr>
            </a:p>
          </p:txBody>
        </p:sp>
        <p:sp>
          <p:nvSpPr>
            <p:cNvPr id="1099" name="Google Shape;1099;p46"/>
            <p:cNvSpPr/>
            <p:nvPr/>
          </p:nvSpPr>
          <p:spPr>
            <a:xfrm>
              <a:off x="5933555" y="3465217"/>
              <a:ext cx="41721" cy="31865"/>
            </a:xfrm>
            <a:custGeom>
              <a:avLst/>
              <a:gdLst/>
              <a:ahLst/>
              <a:cxnLst/>
              <a:rect l="l" t="t" r="r" b="b"/>
              <a:pathLst>
                <a:path w="2197" h="1678" extrusionOk="0">
                  <a:moveTo>
                    <a:pt x="1808" y="0"/>
                  </a:moveTo>
                  <a:cubicBezTo>
                    <a:pt x="1715" y="0"/>
                    <a:pt x="1623" y="34"/>
                    <a:pt x="1556" y="102"/>
                  </a:cubicBezTo>
                  <a:lnTo>
                    <a:pt x="856" y="801"/>
                  </a:lnTo>
                  <a:lnTo>
                    <a:pt x="661" y="588"/>
                  </a:lnTo>
                  <a:cubicBezTo>
                    <a:pt x="584" y="520"/>
                    <a:pt x="491" y="486"/>
                    <a:pt x="399" y="486"/>
                  </a:cubicBezTo>
                  <a:cubicBezTo>
                    <a:pt x="306" y="486"/>
                    <a:pt x="213" y="520"/>
                    <a:pt x="136" y="588"/>
                  </a:cubicBezTo>
                  <a:cubicBezTo>
                    <a:pt x="0" y="724"/>
                    <a:pt x="0" y="957"/>
                    <a:pt x="136" y="1094"/>
                  </a:cubicBezTo>
                  <a:lnTo>
                    <a:pt x="602" y="1560"/>
                  </a:lnTo>
                  <a:cubicBezTo>
                    <a:pt x="680" y="1638"/>
                    <a:pt x="758" y="1677"/>
                    <a:pt x="856" y="1677"/>
                  </a:cubicBezTo>
                  <a:cubicBezTo>
                    <a:pt x="952" y="1677"/>
                    <a:pt x="1050" y="1638"/>
                    <a:pt x="1108" y="1560"/>
                  </a:cubicBezTo>
                  <a:lnTo>
                    <a:pt x="2061" y="607"/>
                  </a:lnTo>
                  <a:cubicBezTo>
                    <a:pt x="2196" y="472"/>
                    <a:pt x="2196" y="238"/>
                    <a:pt x="2061" y="102"/>
                  </a:cubicBezTo>
                  <a:cubicBezTo>
                    <a:pt x="1993" y="34"/>
                    <a:pt x="1900" y="0"/>
                    <a:pt x="180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latin typeface="+mj-lt"/>
              </a:endParaRPr>
            </a:p>
          </p:txBody>
        </p:sp>
        <p:sp>
          <p:nvSpPr>
            <p:cNvPr id="1100" name="Google Shape;1100;p46"/>
            <p:cNvSpPr/>
            <p:nvPr/>
          </p:nvSpPr>
          <p:spPr>
            <a:xfrm>
              <a:off x="5987071" y="3474161"/>
              <a:ext cx="41759" cy="13673"/>
            </a:xfrm>
            <a:custGeom>
              <a:avLst/>
              <a:gdLst/>
              <a:ahLst/>
              <a:cxnLst/>
              <a:rect l="l" t="t" r="r" b="b"/>
              <a:pathLst>
                <a:path w="2199" h="720" extrusionOk="0">
                  <a:moveTo>
                    <a:pt x="350" y="1"/>
                  </a:moveTo>
                  <a:cubicBezTo>
                    <a:pt x="156" y="1"/>
                    <a:pt x="0" y="156"/>
                    <a:pt x="0" y="369"/>
                  </a:cubicBezTo>
                  <a:cubicBezTo>
                    <a:pt x="0" y="564"/>
                    <a:pt x="156" y="719"/>
                    <a:pt x="350" y="719"/>
                  </a:cubicBezTo>
                  <a:lnTo>
                    <a:pt x="1828" y="719"/>
                  </a:lnTo>
                  <a:cubicBezTo>
                    <a:pt x="2042" y="719"/>
                    <a:pt x="2198" y="564"/>
                    <a:pt x="2198" y="369"/>
                  </a:cubicBezTo>
                  <a:cubicBezTo>
                    <a:pt x="2198" y="156"/>
                    <a:pt x="2042" y="1"/>
                    <a:pt x="18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latin typeface="+mj-lt"/>
              </a:endParaRPr>
            </a:p>
          </p:txBody>
        </p:sp>
        <p:sp>
          <p:nvSpPr>
            <p:cNvPr id="1101" name="Google Shape;1101;p46"/>
            <p:cNvSpPr/>
            <p:nvPr/>
          </p:nvSpPr>
          <p:spPr>
            <a:xfrm>
              <a:off x="5933555" y="3508876"/>
              <a:ext cx="41721" cy="31751"/>
            </a:xfrm>
            <a:custGeom>
              <a:avLst/>
              <a:gdLst/>
              <a:ahLst/>
              <a:cxnLst/>
              <a:rect l="l" t="t" r="r" b="b"/>
              <a:pathLst>
                <a:path w="2197" h="1672" extrusionOk="0">
                  <a:moveTo>
                    <a:pt x="1808" y="0"/>
                  </a:moveTo>
                  <a:cubicBezTo>
                    <a:pt x="1715" y="0"/>
                    <a:pt x="1623" y="39"/>
                    <a:pt x="1556" y="117"/>
                  </a:cubicBezTo>
                  <a:lnTo>
                    <a:pt x="856" y="796"/>
                  </a:lnTo>
                  <a:lnTo>
                    <a:pt x="661" y="602"/>
                  </a:lnTo>
                  <a:cubicBezTo>
                    <a:pt x="584" y="524"/>
                    <a:pt x="491" y="485"/>
                    <a:pt x="399" y="485"/>
                  </a:cubicBezTo>
                  <a:cubicBezTo>
                    <a:pt x="306" y="485"/>
                    <a:pt x="213" y="524"/>
                    <a:pt x="136" y="602"/>
                  </a:cubicBezTo>
                  <a:cubicBezTo>
                    <a:pt x="0" y="739"/>
                    <a:pt x="0" y="972"/>
                    <a:pt x="136" y="1107"/>
                  </a:cubicBezTo>
                  <a:lnTo>
                    <a:pt x="602" y="1574"/>
                  </a:lnTo>
                  <a:cubicBezTo>
                    <a:pt x="680" y="1633"/>
                    <a:pt x="758" y="1672"/>
                    <a:pt x="856" y="1672"/>
                  </a:cubicBezTo>
                  <a:cubicBezTo>
                    <a:pt x="952" y="1672"/>
                    <a:pt x="1050" y="1633"/>
                    <a:pt x="1108" y="1574"/>
                  </a:cubicBezTo>
                  <a:lnTo>
                    <a:pt x="2061" y="622"/>
                  </a:lnTo>
                  <a:cubicBezTo>
                    <a:pt x="2196" y="485"/>
                    <a:pt x="2196" y="252"/>
                    <a:pt x="2061" y="117"/>
                  </a:cubicBezTo>
                  <a:cubicBezTo>
                    <a:pt x="1993" y="39"/>
                    <a:pt x="1900" y="0"/>
                    <a:pt x="180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latin typeface="+mj-lt"/>
              </a:endParaRPr>
            </a:p>
          </p:txBody>
        </p:sp>
        <p:sp>
          <p:nvSpPr>
            <p:cNvPr id="1102" name="Google Shape;1102;p46"/>
            <p:cNvSpPr/>
            <p:nvPr/>
          </p:nvSpPr>
          <p:spPr>
            <a:xfrm>
              <a:off x="5987071" y="3518086"/>
              <a:ext cx="27725" cy="13692"/>
            </a:xfrm>
            <a:custGeom>
              <a:avLst/>
              <a:gdLst/>
              <a:ahLst/>
              <a:cxnLst/>
              <a:rect l="l" t="t" r="r" b="b"/>
              <a:pathLst>
                <a:path w="1460" h="721" extrusionOk="0">
                  <a:moveTo>
                    <a:pt x="350" y="0"/>
                  </a:moveTo>
                  <a:cubicBezTo>
                    <a:pt x="156" y="0"/>
                    <a:pt x="0" y="156"/>
                    <a:pt x="0" y="350"/>
                  </a:cubicBezTo>
                  <a:cubicBezTo>
                    <a:pt x="0" y="545"/>
                    <a:pt x="156" y="720"/>
                    <a:pt x="350" y="720"/>
                  </a:cubicBezTo>
                  <a:lnTo>
                    <a:pt x="1089" y="720"/>
                  </a:lnTo>
                  <a:cubicBezTo>
                    <a:pt x="1304" y="720"/>
                    <a:pt x="1459" y="545"/>
                    <a:pt x="1459" y="350"/>
                  </a:cubicBezTo>
                  <a:cubicBezTo>
                    <a:pt x="1459" y="156"/>
                    <a:pt x="1304" y="0"/>
                    <a:pt x="108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latin typeface="+mj-lt"/>
              </a:endParaRPr>
            </a:p>
          </p:txBody>
        </p:sp>
        <p:sp>
          <p:nvSpPr>
            <p:cNvPr id="1103" name="Google Shape;1103;p46"/>
            <p:cNvSpPr/>
            <p:nvPr/>
          </p:nvSpPr>
          <p:spPr>
            <a:xfrm>
              <a:off x="5901424" y="3384431"/>
              <a:ext cx="351467" cy="350745"/>
            </a:xfrm>
            <a:custGeom>
              <a:avLst/>
              <a:gdLst/>
              <a:ahLst/>
              <a:cxnLst/>
              <a:rect l="l" t="t" r="r" b="b"/>
              <a:pathLst>
                <a:path w="18508" h="18470" extrusionOk="0">
                  <a:moveTo>
                    <a:pt x="9507" y="2489"/>
                  </a:moveTo>
                  <a:cubicBezTo>
                    <a:pt x="9818" y="2489"/>
                    <a:pt x="10070" y="2684"/>
                    <a:pt x="10207" y="2937"/>
                  </a:cubicBezTo>
                  <a:cubicBezTo>
                    <a:pt x="9993" y="3171"/>
                    <a:pt x="9682" y="3306"/>
                    <a:pt x="9352" y="3306"/>
                  </a:cubicBezTo>
                  <a:lnTo>
                    <a:pt x="8710" y="3306"/>
                  </a:lnTo>
                  <a:lnTo>
                    <a:pt x="8710" y="3287"/>
                  </a:lnTo>
                  <a:cubicBezTo>
                    <a:pt x="8710" y="2859"/>
                    <a:pt x="9060" y="2489"/>
                    <a:pt x="9507" y="2489"/>
                  </a:cubicBezTo>
                  <a:close/>
                  <a:moveTo>
                    <a:pt x="16192" y="2890"/>
                  </a:moveTo>
                  <a:cubicBezTo>
                    <a:pt x="16239" y="2890"/>
                    <a:pt x="16290" y="2904"/>
                    <a:pt x="16330" y="2917"/>
                  </a:cubicBezTo>
                  <a:lnTo>
                    <a:pt x="17263" y="3461"/>
                  </a:lnTo>
                  <a:cubicBezTo>
                    <a:pt x="17322" y="3500"/>
                    <a:pt x="17361" y="3559"/>
                    <a:pt x="17380" y="3617"/>
                  </a:cubicBezTo>
                  <a:cubicBezTo>
                    <a:pt x="17400" y="3676"/>
                    <a:pt x="17380" y="3754"/>
                    <a:pt x="17361" y="3811"/>
                  </a:cubicBezTo>
                  <a:lnTo>
                    <a:pt x="16991" y="4433"/>
                  </a:lnTo>
                  <a:lnTo>
                    <a:pt x="15612" y="3637"/>
                  </a:lnTo>
                  <a:lnTo>
                    <a:pt x="15980" y="3015"/>
                  </a:lnTo>
                  <a:cubicBezTo>
                    <a:pt x="16019" y="2956"/>
                    <a:pt x="16078" y="2917"/>
                    <a:pt x="16136" y="2898"/>
                  </a:cubicBezTo>
                  <a:cubicBezTo>
                    <a:pt x="16153" y="2892"/>
                    <a:pt x="16172" y="2890"/>
                    <a:pt x="16192" y="2890"/>
                  </a:cubicBezTo>
                  <a:close/>
                  <a:moveTo>
                    <a:pt x="10304" y="3772"/>
                  </a:moveTo>
                  <a:lnTo>
                    <a:pt x="10304" y="4454"/>
                  </a:lnTo>
                  <a:cubicBezTo>
                    <a:pt x="10304" y="4783"/>
                    <a:pt x="9954" y="5153"/>
                    <a:pt x="9507" y="5153"/>
                  </a:cubicBezTo>
                  <a:cubicBezTo>
                    <a:pt x="9060" y="5153"/>
                    <a:pt x="8710" y="4804"/>
                    <a:pt x="8710" y="4356"/>
                  </a:cubicBezTo>
                  <a:lnTo>
                    <a:pt x="8710" y="4026"/>
                  </a:lnTo>
                  <a:lnTo>
                    <a:pt x="9352" y="4026"/>
                  </a:lnTo>
                  <a:cubicBezTo>
                    <a:pt x="9682" y="4026"/>
                    <a:pt x="10013" y="3928"/>
                    <a:pt x="10304" y="3772"/>
                  </a:cubicBezTo>
                  <a:close/>
                  <a:moveTo>
                    <a:pt x="10091" y="5872"/>
                  </a:moveTo>
                  <a:cubicBezTo>
                    <a:pt x="10965" y="5872"/>
                    <a:pt x="11685" y="6592"/>
                    <a:pt x="11685" y="7447"/>
                  </a:cubicBezTo>
                  <a:lnTo>
                    <a:pt x="11685" y="7505"/>
                  </a:lnTo>
                  <a:lnTo>
                    <a:pt x="7330" y="7505"/>
                  </a:lnTo>
                  <a:lnTo>
                    <a:pt x="7330" y="7447"/>
                  </a:lnTo>
                  <a:cubicBezTo>
                    <a:pt x="7330" y="6592"/>
                    <a:pt x="8030" y="5872"/>
                    <a:pt x="8904" y="5872"/>
                  </a:cubicBezTo>
                  <a:close/>
                  <a:moveTo>
                    <a:pt x="15262" y="4278"/>
                  </a:moveTo>
                  <a:lnTo>
                    <a:pt x="16641" y="5055"/>
                  </a:lnTo>
                  <a:lnTo>
                    <a:pt x="14192" y="9275"/>
                  </a:lnTo>
                  <a:lnTo>
                    <a:pt x="12831" y="8497"/>
                  </a:lnTo>
                  <a:lnTo>
                    <a:pt x="15262" y="4278"/>
                  </a:lnTo>
                  <a:close/>
                  <a:moveTo>
                    <a:pt x="12462" y="9119"/>
                  </a:moveTo>
                  <a:lnTo>
                    <a:pt x="13842" y="9916"/>
                  </a:lnTo>
                  <a:lnTo>
                    <a:pt x="10557" y="15592"/>
                  </a:lnTo>
                  <a:lnTo>
                    <a:pt x="10052" y="15301"/>
                  </a:lnTo>
                  <a:lnTo>
                    <a:pt x="9176" y="14814"/>
                  </a:lnTo>
                  <a:lnTo>
                    <a:pt x="12462" y="9119"/>
                  </a:lnTo>
                  <a:close/>
                  <a:moveTo>
                    <a:pt x="13414" y="12074"/>
                  </a:moveTo>
                  <a:lnTo>
                    <a:pt x="13414" y="16370"/>
                  </a:lnTo>
                  <a:cubicBezTo>
                    <a:pt x="13414" y="16584"/>
                    <a:pt x="13259" y="16740"/>
                    <a:pt x="13064" y="16740"/>
                  </a:cubicBezTo>
                  <a:lnTo>
                    <a:pt x="10459" y="16740"/>
                  </a:lnTo>
                  <a:lnTo>
                    <a:pt x="10907" y="16370"/>
                  </a:lnTo>
                  <a:cubicBezTo>
                    <a:pt x="10946" y="16351"/>
                    <a:pt x="10965" y="16312"/>
                    <a:pt x="11004" y="16273"/>
                  </a:cubicBezTo>
                  <a:lnTo>
                    <a:pt x="13414" y="12074"/>
                  </a:lnTo>
                  <a:close/>
                  <a:moveTo>
                    <a:pt x="8963" y="15514"/>
                  </a:moveTo>
                  <a:lnTo>
                    <a:pt x="10052" y="16136"/>
                  </a:lnTo>
                  <a:lnTo>
                    <a:pt x="9235" y="16797"/>
                  </a:lnTo>
                  <a:cubicBezTo>
                    <a:pt x="9215" y="16818"/>
                    <a:pt x="9196" y="16818"/>
                    <a:pt x="9176" y="16836"/>
                  </a:cubicBezTo>
                  <a:lnTo>
                    <a:pt x="8691" y="17245"/>
                  </a:lnTo>
                  <a:lnTo>
                    <a:pt x="8963" y="15514"/>
                  </a:lnTo>
                  <a:close/>
                  <a:moveTo>
                    <a:pt x="1089" y="1"/>
                  </a:moveTo>
                  <a:cubicBezTo>
                    <a:pt x="487" y="1"/>
                    <a:pt x="0" y="488"/>
                    <a:pt x="0" y="1090"/>
                  </a:cubicBezTo>
                  <a:lnTo>
                    <a:pt x="0" y="7292"/>
                  </a:lnTo>
                  <a:cubicBezTo>
                    <a:pt x="0" y="7486"/>
                    <a:pt x="156" y="7642"/>
                    <a:pt x="350" y="7642"/>
                  </a:cubicBezTo>
                  <a:cubicBezTo>
                    <a:pt x="565" y="7642"/>
                    <a:pt x="720" y="7486"/>
                    <a:pt x="720" y="7292"/>
                  </a:cubicBezTo>
                  <a:lnTo>
                    <a:pt x="720" y="1090"/>
                  </a:lnTo>
                  <a:cubicBezTo>
                    <a:pt x="720" y="877"/>
                    <a:pt x="876" y="721"/>
                    <a:pt x="1089" y="721"/>
                  </a:cubicBezTo>
                  <a:lnTo>
                    <a:pt x="13064" y="721"/>
                  </a:lnTo>
                  <a:cubicBezTo>
                    <a:pt x="13259" y="721"/>
                    <a:pt x="13414" y="877"/>
                    <a:pt x="13414" y="1090"/>
                  </a:cubicBezTo>
                  <a:lnTo>
                    <a:pt x="13414" y="6009"/>
                  </a:lnTo>
                  <a:lnTo>
                    <a:pt x="12403" y="7777"/>
                  </a:lnTo>
                  <a:lnTo>
                    <a:pt x="12403" y="7447"/>
                  </a:lnTo>
                  <a:cubicBezTo>
                    <a:pt x="12403" y="6416"/>
                    <a:pt x="11703" y="5522"/>
                    <a:pt x="10752" y="5250"/>
                  </a:cubicBezTo>
                  <a:cubicBezTo>
                    <a:pt x="10926" y="5017"/>
                    <a:pt x="11024" y="4744"/>
                    <a:pt x="11024" y="4454"/>
                  </a:cubicBezTo>
                  <a:lnTo>
                    <a:pt x="11024" y="3287"/>
                  </a:lnTo>
                  <a:cubicBezTo>
                    <a:pt x="11024" y="2450"/>
                    <a:pt x="10343" y="1771"/>
                    <a:pt x="9507" y="1771"/>
                  </a:cubicBezTo>
                  <a:cubicBezTo>
                    <a:pt x="8671" y="1771"/>
                    <a:pt x="7991" y="2450"/>
                    <a:pt x="7991" y="3287"/>
                  </a:cubicBezTo>
                  <a:lnTo>
                    <a:pt x="7991" y="3656"/>
                  </a:lnTo>
                  <a:lnTo>
                    <a:pt x="7991" y="3695"/>
                  </a:lnTo>
                  <a:lnTo>
                    <a:pt x="7991" y="3734"/>
                  </a:lnTo>
                  <a:lnTo>
                    <a:pt x="7991" y="4356"/>
                  </a:lnTo>
                  <a:cubicBezTo>
                    <a:pt x="7991" y="4687"/>
                    <a:pt x="8087" y="4998"/>
                    <a:pt x="8263" y="5231"/>
                  </a:cubicBezTo>
                  <a:cubicBezTo>
                    <a:pt x="7310" y="5522"/>
                    <a:pt x="6591" y="6398"/>
                    <a:pt x="6591" y="7447"/>
                  </a:cubicBezTo>
                  <a:lnTo>
                    <a:pt x="6591" y="7855"/>
                  </a:lnTo>
                  <a:cubicBezTo>
                    <a:pt x="6591" y="8069"/>
                    <a:pt x="6766" y="8225"/>
                    <a:pt x="6960" y="8225"/>
                  </a:cubicBezTo>
                  <a:lnTo>
                    <a:pt x="12035" y="8225"/>
                  </a:lnTo>
                  <a:cubicBezTo>
                    <a:pt x="12074" y="8225"/>
                    <a:pt x="12112" y="8225"/>
                    <a:pt x="12151" y="8205"/>
                  </a:cubicBezTo>
                  <a:lnTo>
                    <a:pt x="12151" y="8205"/>
                  </a:lnTo>
                  <a:lnTo>
                    <a:pt x="8380" y="14757"/>
                  </a:lnTo>
                  <a:cubicBezTo>
                    <a:pt x="8341" y="14796"/>
                    <a:pt x="8341" y="14835"/>
                    <a:pt x="8321" y="14892"/>
                  </a:cubicBezTo>
                  <a:lnTo>
                    <a:pt x="8030" y="16740"/>
                  </a:lnTo>
                  <a:lnTo>
                    <a:pt x="1089" y="16740"/>
                  </a:lnTo>
                  <a:cubicBezTo>
                    <a:pt x="876" y="16740"/>
                    <a:pt x="720" y="16584"/>
                    <a:pt x="720" y="16370"/>
                  </a:cubicBezTo>
                  <a:lnTo>
                    <a:pt x="720" y="10169"/>
                  </a:lnTo>
                  <a:cubicBezTo>
                    <a:pt x="720" y="9975"/>
                    <a:pt x="565" y="9819"/>
                    <a:pt x="350" y="9819"/>
                  </a:cubicBezTo>
                  <a:cubicBezTo>
                    <a:pt x="156" y="9819"/>
                    <a:pt x="0" y="9975"/>
                    <a:pt x="0" y="10169"/>
                  </a:cubicBezTo>
                  <a:lnTo>
                    <a:pt x="0" y="16370"/>
                  </a:lnTo>
                  <a:cubicBezTo>
                    <a:pt x="0" y="16973"/>
                    <a:pt x="487" y="17458"/>
                    <a:pt x="1089" y="17458"/>
                  </a:cubicBezTo>
                  <a:lnTo>
                    <a:pt x="7913" y="17458"/>
                  </a:lnTo>
                  <a:lnTo>
                    <a:pt x="7836" y="18062"/>
                  </a:lnTo>
                  <a:cubicBezTo>
                    <a:pt x="7815" y="18197"/>
                    <a:pt x="7874" y="18353"/>
                    <a:pt x="8010" y="18430"/>
                  </a:cubicBezTo>
                  <a:cubicBezTo>
                    <a:pt x="8069" y="18451"/>
                    <a:pt x="8126" y="18469"/>
                    <a:pt x="8185" y="18469"/>
                  </a:cubicBezTo>
                  <a:cubicBezTo>
                    <a:pt x="8263" y="18469"/>
                    <a:pt x="8341" y="18451"/>
                    <a:pt x="8419" y="18391"/>
                  </a:cubicBezTo>
                  <a:lnTo>
                    <a:pt x="9565" y="17458"/>
                  </a:lnTo>
                  <a:lnTo>
                    <a:pt x="13064" y="17458"/>
                  </a:lnTo>
                  <a:cubicBezTo>
                    <a:pt x="13647" y="17458"/>
                    <a:pt x="14134" y="16973"/>
                    <a:pt x="14134" y="16370"/>
                  </a:cubicBezTo>
                  <a:lnTo>
                    <a:pt x="14134" y="10830"/>
                  </a:lnTo>
                  <a:lnTo>
                    <a:pt x="17263" y="5426"/>
                  </a:lnTo>
                  <a:lnTo>
                    <a:pt x="17556" y="5581"/>
                  </a:lnTo>
                  <a:cubicBezTo>
                    <a:pt x="17633" y="5639"/>
                    <a:pt x="17711" y="5716"/>
                    <a:pt x="17730" y="5814"/>
                  </a:cubicBezTo>
                  <a:cubicBezTo>
                    <a:pt x="17750" y="5911"/>
                    <a:pt x="17750" y="6027"/>
                    <a:pt x="17691" y="6105"/>
                  </a:cubicBezTo>
                  <a:lnTo>
                    <a:pt x="15534" y="9877"/>
                  </a:lnTo>
                  <a:cubicBezTo>
                    <a:pt x="15417" y="10032"/>
                    <a:pt x="15495" y="10265"/>
                    <a:pt x="15651" y="10363"/>
                  </a:cubicBezTo>
                  <a:cubicBezTo>
                    <a:pt x="15708" y="10402"/>
                    <a:pt x="15767" y="10402"/>
                    <a:pt x="15845" y="10402"/>
                  </a:cubicBezTo>
                  <a:cubicBezTo>
                    <a:pt x="15962" y="10402"/>
                    <a:pt x="16078" y="10343"/>
                    <a:pt x="16156" y="10227"/>
                  </a:cubicBezTo>
                  <a:lnTo>
                    <a:pt x="18313" y="6475"/>
                  </a:lnTo>
                  <a:cubicBezTo>
                    <a:pt x="18469" y="6222"/>
                    <a:pt x="18507" y="5911"/>
                    <a:pt x="18430" y="5639"/>
                  </a:cubicBezTo>
                  <a:cubicBezTo>
                    <a:pt x="18352" y="5348"/>
                    <a:pt x="18178" y="5115"/>
                    <a:pt x="17906" y="4959"/>
                  </a:cubicBezTo>
                  <a:lnTo>
                    <a:pt x="17613" y="4804"/>
                  </a:lnTo>
                  <a:lnTo>
                    <a:pt x="17983" y="4181"/>
                  </a:lnTo>
                  <a:cubicBezTo>
                    <a:pt x="18119" y="3948"/>
                    <a:pt x="18139" y="3676"/>
                    <a:pt x="18080" y="3422"/>
                  </a:cubicBezTo>
                  <a:cubicBezTo>
                    <a:pt x="18002" y="3189"/>
                    <a:pt x="17847" y="2976"/>
                    <a:pt x="17613" y="2839"/>
                  </a:cubicBezTo>
                  <a:lnTo>
                    <a:pt x="16700" y="2295"/>
                  </a:lnTo>
                  <a:cubicBezTo>
                    <a:pt x="16540" y="2215"/>
                    <a:pt x="16361" y="2171"/>
                    <a:pt x="16182" y="2171"/>
                  </a:cubicBezTo>
                  <a:cubicBezTo>
                    <a:pt x="16101" y="2171"/>
                    <a:pt x="16020" y="2180"/>
                    <a:pt x="15941" y="2199"/>
                  </a:cubicBezTo>
                  <a:cubicBezTo>
                    <a:pt x="15689" y="2276"/>
                    <a:pt x="15495" y="2432"/>
                    <a:pt x="15358" y="2665"/>
                  </a:cubicBezTo>
                  <a:lnTo>
                    <a:pt x="14814" y="3598"/>
                  </a:lnTo>
                  <a:lnTo>
                    <a:pt x="14134" y="4765"/>
                  </a:lnTo>
                  <a:lnTo>
                    <a:pt x="14134" y="1090"/>
                  </a:lnTo>
                  <a:cubicBezTo>
                    <a:pt x="14134" y="488"/>
                    <a:pt x="13647" y="1"/>
                    <a:pt x="1306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latin typeface="+mj-lt"/>
              </a:endParaRPr>
            </a:p>
          </p:txBody>
        </p:sp>
        <p:sp>
          <p:nvSpPr>
            <p:cNvPr id="1104" name="Google Shape;1104;p46"/>
            <p:cNvSpPr/>
            <p:nvPr/>
          </p:nvSpPr>
          <p:spPr>
            <a:xfrm>
              <a:off x="5901424" y="3543192"/>
              <a:ext cx="13692" cy="14053"/>
            </a:xfrm>
            <a:custGeom>
              <a:avLst/>
              <a:gdLst/>
              <a:ahLst/>
              <a:cxnLst/>
              <a:rect l="l" t="t" r="r" b="b"/>
              <a:pathLst>
                <a:path w="721" h="740" extrusionOk="0">
                  <a:moveTo>
                    <a:pt x="350" y="0"/>
                  </a:moveTo>
                  <a:cubicBezTo>
                    <a:pt x="273" y="0"/>
                    <a:pt x="176" y="39"/>
                    <a:pt x="98" y="117"/>
                  </a:cubicBezTo>
                  <a:cubicBezTo>
                    <a:pt x="39" y="176"/>
                    <a:pt x="0" y="272"/>
                    <a:pt x="0" y="370"/>
                  </a:cubicBezTo>
                  <a:cubicBezTo>
                    <a:pt x="0" y="467"/>
                    <a:pt x="39" y="565"/>
                    <a:pt x="98" y="622"/>
                  </a:cubicBezTo>
                  <a:cubicBezTo>
                    <a:pt x="176" y="700"/>
                    <a:pt x="273" y="739"/>
                    <a:pt x="350" y="739"/>
                  </a:cubicBezTo>
                  <a:cubicBezTo>
                    <a:pt x="448" y="739"/>
                    <a:pt x="545" y="700"/>
                    <a:pt x="622" y="622"/>
                  </a:cubicBezTo>
                  <a:cubicBezTo>
                    <a:pt x="682" y="565"/>
                    <a:pt x="720" y="467"/>
                    <a:pt x="720" y="370"/>
                  </a:cubicBezTo>
                  <a:cubicBezTo>
                    <a:pt x="720" y="272"/>
                    <a:pt x="682" y="176"/>
                    <a:pt x="622" y="117"/>
                  </a:cubicBezTo>
                  <a:cubicBezTo>
                    <a:pt x="545" y="39"/>
                    <a:pt x="448" y="0"/>
                    <a:pt x="35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>
                <a:latin typeface="+mj-lt"/>
              </a:endParaRPr>
            </a:p>
          </p:txBody>
        </p:sp>
      </p:grpSp>
      <p:sp>
        <p:nvSpPr>
          <p:cNvPr id="2" name="Freeform 3">
            <a:extLst>
              <a:ext uri="{FF2B5EF4-FFF2-40B4-BE49-F238E27FC236}">
                <a16:creationId xmlns:a16="http://schemas.microsoft.com/office/drawing/2014/main" id="{29BA3074-D7B0-DEDE-5C82-8780BC296C94}"/>
              </a:ext>
            </a:extLst>
          </p:cNvPr>
          <p:cNvSpPr/>
          <p:nvPr/>
        </p:nvSpPr>
        <p:spPr>
          <a:xfrm rot="10800000">
            <a:off x="54100" y="121808"/>
            <a:ext cx="3727000" cy="2911742"/>
          </a:xfrm>
          <a:custGeom>
            <a:avLst/>
            <a:gdLst/>
            <a:ahLst/>
            <a:cxnLst/>
            <a:rect l="l" t="t" r="r" b="b"/>
            <a:pathLst>
              <a:path w="3727000" h="2911742">
                <a:moveTo>
                  <a:pt x="0" y="0"/>
                </a:moveTo>
                <a:lnTo>
                  <a:pt x="3727000" y="0"/>
                </a:lnTo>
                <a:lnTo>
                  <a:pt x="3727000" y="2911742"/>
                </a:lnTo>
                <a:lnTo>
                  <a:pt x="0" y="291174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66CAA530-095E-532E-7502-1A3B00A48375}"/>
              </a:ext>
            </a:extLst>
          </p:cNvPr>
          <p:cNvSpPr/>
          <p:nvPr/>
        </p:nvSpPr>
        <p:spPr>
          <a:xfrm rot="10800000">
            <a:off x="224950" y="7992043"/>
            <a:ext cx="3727000" cy="2911742"/>
          </a:xfrm>
          <a:custGeom>
            <a:avLst/>
            <a:gdLst/>
            <a:ahLst/>
            <a:cxnLst/>
            <a:rect l="l" t="t" r="r" b="b"/>
            <a:pathLst>
              <a:path w="3727000" h="2911742">
                <a:moveTo>
                  <a:pt x="0" y="0"/>
                </a:moveTo>
                <a:lnTo>
                  <a:pt x="3727000" y="0"/>
                </a:lnTo>
                <a:lnTo>
                  <a:pt x="3727000" y="2911742"/>
                </a:lnTo>
                <a:lnTo>
                  <a:pt x="0" y="291174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727CA29E-539E-4684-B1D0-3E47A6060D60}"/>
              </a:ext>
            </a:extLst>
          </p:cNvPr>
          <p:cNvSpPr/>
          <p:nvPr/>
        </p:nvSpPr>
        <p:spPr>
          <a:xfrm rot="10800000">
            <a:off x="15438301" y="-53998"/>
            <a:ext cx="3727000" cy="2911742"/>
          </a:xfrm>
          <a:custGeom>
            <a:avLst/>
            <a:gdLst/>
            <a:ahLst/>
            <a:cxnLst/>
            <a:rect l="l" t="t" r="r" b="b"/>
            <a:pathLst>
              <a:path w="3727000" h="2911742">
                <a:moveTo>
                  <a:pt x="0" y="0"/>
                </a:moveTo>
                <a:lnTo>
                  <a:pt x="3727000" y="0"/>
                </a:lnTo>
                <a:lnTo>
                  <a:pt x="3727000" y="2911742"/>
                </a:lnTo>
                <a:lnTo>
                  <a:pt x="0" y="291174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3">
            <a:extLst>
              <a:ext uri="{FF2B5EF4-FFF2-40B4-BE49-F238E27FC236}">
                <a16:creationId xmlns:a16="http://schemas.microsoft.com/office/drawing/2014/main" id="{CE144749-C304-1573-C1E1-6605408E7403}"/>
              </a:ext>
            </a:extLst>
          </p:cNvPr>
          <p:cNvSpPr/>
          <p:nvPr/>
        </p:nvSpPr>
        <p:spPr>
          <a:xfrm rot="10800000">
            <a:off x="15252350" y="7772384"/>
            <a:ext cx="3727000" cy="2911742"/>
          </a:xfrm>
          <a:custGeom>
            <a:avLst/>
            <a:gdLst/>
            <a:ahLst/>
            <a:cxnLst/>
            <a:rect l="l" t="t" r="r" b="b"/>
            <a:pathLst>
              <a:path w="3727000" h="2911742">
                <a:moveTo>
                  <a:pt x="0" y="0"/>
                </a:moveTo>
                <a:lnTo>
                  <a:pt x="3727000" y="0"/>
                </a:lnTo>
                <a:lnTo>
                  <a:pt x="3727000" y="2911742"/>
                </a:lnTo>
                <a:lnTo>
                  <a:pt x="0" y="291174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51329">
                <a:alpha val="100000"/>
              </a:srgbClr>
            </a:gs>
            <a:gs pos="50000">
              <a:srgbClr val="2E295A">
                <a:alpha val="100000"/>
              </a:srgbClr>
            </a:gs>
            <a:gs pos="100000">
              <a:srgbClr val="151329">
                <a:alpha val="100000"/>
              </a:srgbClr>
            </a:gs>
          </a:gsLst>
          <a:lin ang="2700006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4178030" y="7226657"/>
            <a:ext cx="3727000" cy="2911742"/>
          </a:xfrm>
          <a:custGeom>
            <a:avLst/>
            <a:gdLst/>
            <a:ahLst/>
            <a:cxnLst/>
            <a:rect l="l" t="t" r="r" b="b"/>
            <a:pathLst>
              <a:path w="3727000" h="2911742">
                <a:moveTo>
                  <a:pt x="0" y="0"/>
                </a:moveTo>
                <a:lnTo>
                  <a:pt x="3727000" y="0"/>
                </a:lnTo>
                <a:lnTo>
                  <a:pt x="3727000" y="2911742"/>
                </a:lnTo>
                <a:lnTo>
                  <a:pt x="0" y="29117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10800000">
            <a:off x="54100" y="121808"/>
            <a:ext cx="3727000" cy="2911742"/>
          </a:xfrm>
          <a:custGeom>
            <a:avLst/>
            <a:gdLst/>
            <a:ahLst/>
            <a:cxnLst/>
            <a:rect l="l" t="t" r="r" b="b"/>
            <a:pathLst>
              <a:path w="3727000" h="2911742">
                <a:moveTo>
                  <a:pt x="0" y="0"/>
                </a:moveTo>
                <a:lnTo>
                  <a:pt x="3727000" y="0"/>
                </a:lnTo>
                <a:lnTo>
                  <a:pt x="3727000" y="2911742"/>
                </a:lnTo>
                <a:lnTo>
                  <a:pt x="0" y="29117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216420" y="7793394"/>
            <a:ext cx="3727002" cy="2383500"/>
          </a:xfrm>
          <a:custGeom>
            <a:avLst/>
            <a:gdLst/>
            <a:ahLst/>
            <a:cxnLst/>
            <a:rect l="l" t="t" r="r" b="b"/>
            <a:pathLst>
              <a:path w="3727002" h="2383500">
                <a:moveTo>
                  <a:pt x="0" y="0"/>
                </a:moveTo>
                <a:lnTo>
                  <a:pt x="3727002" y="0"/>
                </a:lnTo>
                <a:lnTo>
                  <a:pt x="3727002" y="2383500"/>
                </a:lnTo>
                <a:lnTo>
                  <a:pt x="0" y="23835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flipH="1">
            <a:off x="15484024" y="-108074"/>
            <a:ext cx="3019952" cy="3141648"/>
          </a:xfrm>
          <a:custGeom>
            <a:avLst/>
            <a:gdLst/>
            <a:ahLst/>
            <a:cxnLst/>
            <a:rect l="l" t="t" r="r" b="b"/>
            <a:pathLst>
              <a:path w="3019952" h="3141648">
                <a:moveTo>
                  <a:pt x="3019952" y="0"/>
                </a:moveTo>
                <a:lnTo>
                  <a:pt x="0" y="0"/>
                </a:lnTo>
                <a:lnTo>
                  <a:pt x="0" y="3141648"/>
                </a:lnTo>
                <a:lnTo>
                  <a:pt x="3019952" y="3141648"/>
                </a:lnTo>
                <a:lnTo>
                  <a:pt x="3019952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4928000" y="1533500"/>
            <a:ext cx="1240850" cy="1240900"/>
          </a:xfrm>
          <a:custGeom>
            <a:avLst/>
            <a:gdLst/>
            <a:ahLst/>
            <a:cxnLst/>
            <a:rect l="l" t="t" r="r" b="b"/>
            <a:pathLst>
              <a:path w="1240850" h="1240900">
                <a:moveTo>
                  <a:pt x="0" y="0"/>
                </a:moveTo>
                <a:lnTo>
                  <a:pt x="1240850" y="0"/>
                </a:lnTo>
                <a:lnTo>
                  <a:pt x="1240850" y="1240900"/>
                </a:lnTo>
                <a:lnTo>
                  <a:pt x="0" y="124090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2" r="-2"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1531425" y="1014274"/>
            <a:ext cx="15225150" cy="952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00"/>
              </a:lnSpc>
            </a:pPr>
            <a:r>
              <a:rPr lang="en-US" sz="6000" b="1">
                <a:solidFill>
                  <a:srgbClr val="FFFFFF"/>
                </a:solidFill>
                <a:latin typeface="+mj-lt"/>
                <a:ea typeface="Arimo Bold"/>
                <a:cs typeface="Arimo Bold"/>
                <a:sym typeface="Arimo Bold"/>
              </a:rPr>
              <a:t>SYSTEM DESIGN OVERVIEW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28700" y="6964719"/>
            <a:ext cx="5609569" cy="1514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844"/>
              </a:lnSpc>
            </a:pPr>
            <a:r>
              <a:rPr lang="en-US" sz="3203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Django REST API controls issuing, returning, fines, and user management.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70818" y="6222357"/>
            <a:ext cx="5467451" cy="6587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5280"/>
              </a:lnSpc>
            </a:pPr>
            <a:r>
              <a:rPr lang="en-US" sz="4400">
                <a:solidFill>
                  <a:srgbClr val="FFFFFF"/>
                </a:solidFill>
                <a:latin typeface="+mj-lt"/>
                <a:ea typeface="Arimo"/>
                <a:cs typeface="Arimo"/>
                <a:sym typeface="Arimo"/>
              </a:rPr>
              <a:t>3.Application Layer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1929755" y="6917094"/>
            <a:ext cx="5741969" cy="1514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Server logs for API actions; browser console for frontend errors.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929755" y="6230384"/>
            <a:ext cx="4496550" cy="6587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>
                <a:solidFill>
                  <a:srgbClr val="FFFFFF"/>
                </a:solidFill>
                <a:latin typeface="+mj-lt"/>
                <a:ea typeface="Arimo"/>
                <a:cs typeface="Arimo"/>
                <a:sym typeface="Arimo"/>
              </a:rPr>
              <a:t>4. Logging Layer 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-82559" y="3775985"/>
            <a:ext cx="6856292" cy="2000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840"/>
              </a:lnSpc>
            </a:pPr>
            <a:r>
              <a:rPr lang="en-US" sz="320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Backend: Models, Views, Serializers.</a:t>
            </a:r>
          </a:p>
          <a:p>
            <a:pPr algn="r">
              <a:lnSpc>
                <a:spcPts val="3840"/>
              </a:lnSpc>
            </a:pPr>
            <a:r>
              <a:rPr lang="en-US" sz="320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  Frontend: Components (Books, Users, Transactions, IssueBookForm).</a:t>
            </a:r>
          </a:p>
          <a:p>
            <a:pPr algn="r">
              <a:lnSpc>
                <a:spcPts val="3839"/>
              </a:lnSpc>
            </a:pPr>
            <a:endParaRPr lang="en-US" sz="3200">
              <a:solidFill>
                <a:srgbClr val="FFFFFF"/>
              </a:solidFill>
              <a:latin typeface="+mj-lt"/>
              <a:ea typeface="Calibri (MS)"/>
              <a:cs typeface="Calibri (MS)"/>
              <a:sym typeface="Calibri (MS)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302934" y="2957374"/>
            <a:ext cx="6542015" cy="1352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949961" lvl="1" indent="-474980" algn="r">
              <a:lnSpc>
                <a:spcPts val="5280"/>
              </a:lnSpc>
              <a:buAutoNum type="arabicPeriod"/>
            </a:pPr>
            <a:r>
              <a:rPr lang="en-US" sz="4400">
                <a:solidFill>
                  <a:srgbClr val="FFFFFF"/>
                </a:solidFill>
                <a:latin typeface="+mj-lt"/>
                <a:ea typeface="Arimo"/>
                <a:cs typeface="Arimo"/>
                <a:sym typeface="Arimo"/>
              </a:rPr>
              <a:t>Modular Architecture  </a:t>
            </a:r>
          </a:p>
          <a:p>
            <a:pPr algn="r">
              <a:lnSpc>
                <a:spcPts val="5280"/>
              </a:lnSpc>
            </a:pPr>
            <a:endParaRPr lang="en-US" sz="4400">
              <a:solidFill>
                <a:srgbClr val="FFFFFF"/>
              </a:solidFill>
              <a:latin typeface="+mj-lt"/>
              <a:ea typeface="Arimo"/>
              <a:cs typeface="Arimo"/>
              <a:sym typeface="Arimo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11593769" y="3930944"/>
            <a:ext cx="6091636" cy="2000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SQLite database with tables for Users, Books, and Transactions.</a:t>
            </a:r>
          </a:p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Data persists across sessions.</a:t>
            </a:r>
          </a:p>
          <a:p>
            <a:pPr algn="l">
              <a:lnSpc>
                <a:spcPts val="3840"/>
              </a:lnSpc>
            </a:pPr>
            <a:endParaRPr lang="en-US" sz="3200">
              <a:solidFill>
                <a:srgbClr val="FFFFFF"/>
              </a:solidFill>
              <a:latin typeface="+mj-lt"/>
              <a:ea typeface="Calibri (MS)"/>
              <a:cs typeface="Calibri (MS)"/>
              <a:sym typeface="Calibri (MS)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1738690" y="3051943"/>
            <a:ext cx="4496550" cy="6587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>
                <a:solidFill>
                  <a:srgbClr val="FFFFFF"/>
                </a:solidFill>
                <a:latin typeface="+mj-lt"/>
                <a:ea typeface="Arimo"/>
                <a:cs typeface="Arimo"/>
                <a:sym typeface="Arimo"/>
              </a:rPr>
              <a:t>2. Data Layer </a:t>
            </a:r>
          </a:p>
        </p:txBody>
      </p:sp>
      <p:sp>
        <p:nvSpPr>
          <p:cNvPr id="16" name="AutoShape 16"/>
          <p:cNvSpPr/>
          <p:nvPr/>
        </p:nvSpPr>
        <p:spPr>
          <a:xfrm>
            <a:off x="518295" y="3643174"/>
            <a:ext cx="6119973" cy="0"/>
          </a:xfrm>
          <a:prstGeom prst="line">
            <a:avLst/>
          </a:prstGeom>
          <a:ln w="9525" cap="rnd">
            <a:solidFill>
              <a:srgbClr val="E500FA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7" name="AutoShape 17"/>
          <p:cNvSpPr/>
          <p:nvPr/>
        </p:nvSpPr>
        <p:spPr>
          <a:xfrm>
            <a:off x="11558370" y="3837897"/>
            <a:ext cx="4676850" cy="19050"/>
          </a:xfrm>
          <a:prstGeom prst="line">
            <a:avLst/>
          </a:prstGeom>
          <a:ln w="9525" cap="rnd">
            <a:solidFill>
              <a:srgbClr val="E500FA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8" name="AutoShape 18"/>
          <p:cNvSpPr/>
          <p:nvPr/>
        </p:nvSpPr>
        <p:spPr>
          <a:xfrm flipV="1">
            <a:off x="1647101" y="6908157"/>
            <a:ext cx="4991168" cy="42275"/>
          </a:xfrm>
          <a:prstGeom prst="line">
            <a:avLst/>
          </a:prstGeom>
          <a:ln w="9525" cap="rnd">
            <a:solidFill>
              <a:srgbClr val="E500FA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9" name="AutoShape 19"/>
          <p:cNvSpPr/>
          <p:nvPr/>
        </p:nvSpPr>
        <p:spPr>
          <a:xfrm>
            <a:off x="11839607" y="6945669"/>
            <a:ext cx="4676850" cy="19050"/>
          </a:xfrm>
          <a:prstGeom prst="line">
            <a:avLst/>
          </a:prstGeom>
          <a:ln w="9525" cap="rnd">
            <a:solidFill>
              <a:srgbClr val="E500FA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0" name="Freeform 20"/>
          <p:cNvSpPr/>
          <p:nvPr/>
        </p:nvSpPr>
        <p:spPr>
          <a:xfrm>
            <a:off x="6844949" y="3166113"/>
            <a:ext cx="1643892" cy="1643963"/>
          </a:xfrm>
          <a:custGeom>
            <a:avLst/>
            <a:gdLst/>
            <a:ahLst/>
            <a:cxnLst/>
            <a:rect l="l" t="t" r="r" b="b"/>
            <a:pathLst>
              <a:path w="1643892" h="1643963">
                <a:moveTo>
                  <a:pt x="0" y="0"/>
                </a:moveTo>
                <a:lnTo>
                  <a:pt x="1643893" y="0"/>
                </a:lnTo>
                <a:lnTo>
                  <a:pt x="1643893" y="1643963"/>
                </a:lnTo>
                <a:lnTo>
                  <a:pt x="0" y="164396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2" r="-2"/>
            </a:stretch>
          </a:blipFill>
        </p:spPr>
      </p:sp>
      <p:sp>
        <p:nvSpPr>
          <p:cNvPr id="21" name="Freeform 21"/>
          <p:cNvSpPr/>
          <p:nvPr/>
        </p:nvSpPr>
        <p:spPr>
          <a:xfrm>
            <a:off x="9270852" y="3070993"/>
            <a:ext cx="1686788" cy="1686860"/>
          </a:xfrm>
          <a:custGeom>
            <a:avLst/>
            <a:gdLst/>
            <a:ahLst/>
            <a:cxnLst/>
            <a:rect l="l" t="t" r="r" b="b"/>
            <a:pathLst>
              <a:path w="1686788" h="1686860">
                <a:moveTo>
                  <a:pt x="0" y="0"/>
                </a:moveTo>
                <a:lnTo>
                  <a:pt x="1686788" y="0"/>
                </a:lnTo>
                <a:lnTo>
                  <a:pt x="1686788" y="1686860"/>
                </a:lnTo>
                <a:lnTo>
                  <a:pt x="0" y="168686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2" r="-2"/>
            </a:stretch>
          </a:blipFill>
        </p:spPr>
      </p:sp>
      <p:sp>
        <p:nvSpPr>
          <p:cNvPr id="22" name="Freeform 22"/>
          <p:cNvSpPr/>
          <p:nvPr/>
        </p:nvSpPr>
        <p:spPr>
          <a:xfrm>
            <a:off x="6844949" y="5893062"/>
            <a:ext cx="1746675" cy="1746750"/>
          </a:xfrm>
          <a:custGeom>
            <a:avLst/>
            <a:gdLst/>
            <a:ahLst/>
            <a:cxnLst/>
            <a:rect l="l" t="t" r="r" b="b"/>
            <a:pathLst>
              <a:path w="1746675" h="1746750">
                <a:moveTo>
                  <a:pt x="0" y="0"/>
                </a:moveTo>
                <a:lnTo>
                  <a:pt x="1746676" y="0"/>
                </a:lnTo>
                <a:lnTo>
                  <a:pt x="1746676" y="1746750"/>
                </a:lnTo>
                <a:lnTo>
                  <a:pt x="0" y="174675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2" r="-2"/>
            </a:stretch>
          </a:blipFill>
        </p:spPr>
      </p:sp>
      <p:sp>
        <p:nvSpPr>
          <p:cNvPr id="23" name="Freeform 23"/>
          <p:cNvSpPr/>
          <p:nvPr/>
        </p:nvSpPr>
        <p:spPr>
          <a:xfrm>
            <a:off x="9342269" y="5918965"/>
            <a:ext cx="1746675" cy="1746750"/>
          </a:xfrm>
          <a:custGeom>
            <a:avLst/>
            <a:gdLst/>
            <a:ahLst/>
            <a:cxnLst/>
            <a:rect l="l" t="t" r="r" b="b"/>
            <a:pathLst>
              <a:path w="1746675" h="1746750">
                <a:moveTo>
                  <a:pt x="0" y="0"/>
                </a:moveTo>
                <a:lnTo>
                  <a:pt x="1746675" y="0"/>
                </a:lnTo>
                <a:lnTo>
                  <a:pt x="1746675" y="1746750"/>
                </a:lnTo>
                <a:lnTo>
                  <a:pt x="0" y="174675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2" r="-2"/>
            </a:stretch>
          </a:blipFill>
        </p:spPr>
      </p:sp>
      <p:sp>
        <p:nvSpPr>
          <p:cNvPr id="24" name="Freeform 24"/>
          <p:cNvSpPr/>
          <p:nvPr/>
        </p:nvSpPr>
        <p:spPr>
          <a:xfrm>
            <a:off x="9830082" y="6406816"/>
            <a:ext cx="771048" cy="719242"/>
          </a:xfrm>
          <a:custGeom>
            <a:avLst/>
            <a:gdLst/>
            <a:ahLst/>
            <a:cxnLst/>
            <a:rect l="l" t="t" r="r" b="b"/>
            <a:pathLst>
              <a:path w="771048" h="719242">
                <a:moveTo>
                  <a:pt x="0" y="0"/>
                </a:moveTo>
                <a:lnTo>
                  <a:pt x="771048" y="0"/>
                </a:lnTo>
                <a:lnTo>
                  <a:pt x="771048" y="719242"/>
                </a:lnTo>
                <a:lnTo>
                  <a:pt x="0" y="71924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25" name="Freeform 25"/>
          <p:cNvSpPr/>
          <p:nvPr/>
        </p:nvSpPr>
        <p:spPr>
          <a:xfrm>
            <a:off x="7332763" y="6380913"/>
            <a:ext cx="771048" cy="771048"/>
          </a:xfrm>
          <a:custGeom>
            <a:avLst/>
            <a:gdLst/>
            <a:ahLst/>
            <a:cxnLst/>
            <a:rect l="l" t="t" r="r" b="b"/>
            <a:pathLst>
              <a:path w="771048" h="771048">
                <a:moveTo>
                  <a:pt x="0" y="0"/>
                </a:moveTo>
                <a:lnTo>
                  <a:pt x="771048" y="0"/>
                </a:lnTo>
                <a:lnTo>
                  <a:pt x="771048" y="771048"/>
                </a:lnTo>
                <a:lnTo>
                  <a:pt x="0" y="771048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sp>
        <p:nvSpPr>
          <p:cNvPr id="26" name="Freeform 26"/>
          <p:cNvSpPr/>
          <p:nvPr/>
        </p:nvSpPr>
        <p:spPr>
          <a:xfrm>
            <a:off x="9721869" y="3560058"/>
            <a:ext cx="784754" cy="708730"/>
          </a:xfrm>
          <a:custGeom>
            <a:avLst/>
            <a:gdLst/>
            <a:ahLst/>
            <a:cxnLst/>
            <a:rect l="l" t="t" r="r" b="b"/>
            <a:pathLst>
              <a:path w="784754" h="708730">
                <a:moveTo>
                  <a:pt x="0" y="0"/>
                </a:moveTo>
                <a:lnTo>
                  <a:pt x="784754" y="0"/>
                </a:lnTo>
                <a:lnTo>
                  <a:pt x="784754" y="708730"/>
                </a:lnTo>
                <a:lnTo>
                  <a:pt x="0" y="70873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</p:sp>
      <p:sp>
        <p:nvSpPr>
          <p:cNvPr id="27" name="Freeform 27"/>
          <p:cNvSpPr/>
          <p:nvPr/>
        </p:nvSpPr>
        <p:spPr>
          <a:xfrm>
            <a:off x="7281372" y="3553123"/>
            <a:ext cx="771048" cy="770280"/>
          </a:xfrm>
          <a:custGeom>
            <a:avLst/>
            <a:gdLst/>
            <a:ahLst/>
            <a:cxnLst/>
            <a:rect l="l" t="t" r="r" b="b"/>
            <a:pathLst>
              <a:path w="771048" h="770280">
                <a:moveTo>
                  <a:pt x="0" y="0"/>
                </a:moveTo>
                <a:lnTo>
                  <a:pt x="771048" y="0"/>
                </a:lnTo>
                <a:lnTo>
                  <a:pt x="771048" y="770280"/>
                </a:lnTo>
                <a:lnTo>
                  <a:pt x="0" y="770280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51329">
                <a:alpha val="100000"/>
              </a:srgbClr>
            </a:gs>
            <a:gs pos="50000">
              <a:srgbClr val="2E295A">
                <a:alpha val="100000"/>
              </a:srgbClr>
            </a:gs>
            <a:gs pos="100000">
              <a:srgbClr val="151329">
                <a:alpha val="100000"/>
              </a:srgbClr>
            </a:gs>
          </a:gsLst>
          <a:lin ang="2700006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-679461" y="7304694"/>
            <a:ext cx="3727000" cy="2911742"/>
          </a:xfrm>
          <a:custGeom>
            <a:avLst/>
            <a:gdLst/>
            <a:ahLst/>
            <a:cxnLst/>
            <a:rect l="l" t="t" r="r" b="b"/>
            <a:pathLst>
              <a:path w="3727000" h="2911742">
                <a:moveTo>
                  <a:pt x="3727000" y="0"/>
                </a:moveTo>
                <a:lnTo>
                  <a:pt x="0" y="0"/>
                </a:lnTo>
                <a:lnTo>
                  <a:pt x="0" y="2911742"/>
                </a:lnTo>
                <a:lnTo>
                  <a:pt x="3727000" y="2911742"/>
                </a:lnTo>
                <a:lnTo>
                  <a:pt x="372700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10800000" flipH="1">
            <a:off x="113850" y="121808"/>
            <a:ext cx="3727002" cy="2383500"/>
          </a:xfrm>
          <a:custGeom>
            <a:avLst/>
            <a:gdLst/>
            <a:ahLst/>
            <a:cxnLst/>
            <a:rect l="l" t="t" r="r" b="b"/>
            <a:pathLst>
              <a:path w="3727002" h="2383500">
                <a:moveTo>
                  <a:pt x="3727002" y="0"/>
                </a:moveTo>
                <a:lnTo>
                  <a:pt x="0" y="0"/>
                </a:lnTo>
                <a:lnTo>
                  <a:pt x="0" y="2383500"/>
                </a:lnTo>
                <a:lnTo>
                  <a:pt x="3727002" y="2383500"/>
                </a:lnTo>
                <a:lnTo>
                  <a:pt x="3727002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-10800000" flipH="1">
            <a:off x="14560998" y="7794836"/>
            <a:ext cx="3727002" cy="2383500"/>
          </a:xfrm>
          <a:custGeom>
            <a:avLst/>
            <a:gdLst/>
            <a:ahLst/>
            <a:cxnLst/>
            <a:rect l="l" t="t" r="r" b="b"/>
            <a:pathLst>
              <a:path w="3727002" h="2383500">
                <a:moveTo>
                  <a:pt x="3727002" y="0"/>
                </a:moveTo>
                <a:lnTo>
                  <a:pt x="0" y="0"/>
                </a:lnTo>
                <a:lnTo>
                  <a:pt x="0" y="2383500"/>
                </a:lnTo>
                <a:lnTo>
                  <a:pt x="3727002" y="2383500"/>
                </a:lnTo>
                <a:lnTo>
                  <a:pt x="3727002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-5400000">
            <a:off x="15437878" y="-57064"/>
            <a:ext cx="3244172" cy="3358300"/>
          </a:xfrm>
          <a:custGeom>
            <a:avLst/>
            <a:gdLst/>
            <a:ahLst/>
            <a:cxnLst/>
            <a:rect l="l" t="t" r="r" b="b"/>
            <a:pathLst>
              <a:path w="3244172" h="3358300">
                <a:moveTo>
                  <a:pt x="0" y="0"/>
                </a:moveTo>
                <a:lnTo>
                  <a:pt x="3244172" y="0"/>
                </a:lnTo>
                <a:lnTo>
                  <a:pt x="3244172" y="3358300"/>
                </a:lnTo>
                <a:lnTo>
                  <a:pt x="0" y="33583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4928000" y="1533500"/>
            <a:ext cx="1240850" cy="1240900"/>
          </a:xfrm>
          <a:custGeom>
            <a:avLst/>
            <a:gdLst/>
            <a:ahLst/>
            <a:cxnLst/>
            <a:rect l="l" t="t" r="r" b="b"/>
            <a:pathLst>
              <a:path w="1240850" h="1240900">
                <a:moveTo>
                  <a:pt x="0" y="0"/>
                </a:moveTo>
                <a:lnTo>
                  <a:pt x="1240850" y="0"/>
                </a:lnTo>
                <a:lnTo>
                  <a:pt x="1240850" y="1240900"/>
                </a:lnTo>
                <a:lnTo>
                  <a:pt x="0" y="124090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2" r="-2"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1834814" y="767672"/>
            <a:ext cx="15225150" cy="952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00"/>
              </a:lnSpc>
            </a:pPr>
            <a:r>
              <a:rPr lang="en-US" sz="6000" b="1" dirty="0">
                <a:solidFill>
                  <a:srgbClr val="FFFFFF"/>
                </a:solidFill>
                <a:latin typeface="+mj-lt"/>
                <a:ea typeface="Arimo Bold"/>
                <a:cs typeface="Arimo Bold"/>
                <a:sym typeface="Arimo Bold"/>
              </a:rPr>
              <a:t>SYSTEM DESIGN OVERVIEW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070250" y="7660572"/>
            <a:ext cx="5746082" cy="1514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840"/>
              </a:lnSpc>
            </a:pPr>
            <a:r>
              <a:rPr lang="en-US" sz="320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Input (React) → API (Axios → Django) → Database → JSON Response → UI update.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859210" y="3767873"/>
            <a:ext cx="5963283" cy="1514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React-based UI with options to view, issue, and return books, plus track transactions.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23590" y="2777447"/>
            <a:ext cx="5813175" cy="6587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280"/>
              </a:lnSpc>
            </a:pPr>
            <a:r>
              <a:rPr lang="en-US" sz="4400">
                <a:solidFill>
                  <a:srgbClr val="FFFFFF"/>
                </a:solidFill>
                <a:latin typeface="+mj-lt"/>
                <a:ea typeface="Arimo"/>
                <a:cs typeface="Arimo"/>
                <a:sym typeface="Arimo"/>
              </a:rPr>
              <a:t>5. User Interface Layer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597291" y="6789034"/>
            <a:ext cx="4496550" cy="6587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280"/>
              </a:lnSpc>
            </a:pPr>
            <a:r>
              <a:rPr lang="en-US" sz="4400">
                <a:solidFill>
                  <a:srgbClr val="FFFFFF"/>
                </a:solidFill>
                <a:latin typeface="+mj-lt"/>
                <a:ea typeface="Arimo"/>
                <a:cs typeface="Arimo"/>
                <a:sym typeface="Arimo"/>
              </a:rPr>
              <a:t>6. Data Flow 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2801320" y="3701198"/>
            <a:ext cx="5158988" cy="2486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90881" lvl="1" indent="-345440" algn="l">
              <a:lnSpc>
                <a:spcPts val="3840"/>
              </a:lnSpc>
              <a:buFont typeface="Arial"/>
              <a:buChar char="•"/>
            </a:pPr>
            <a:r>
              <a:rPr lang="en-US" sz="320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Backend: validations, exceptions.</a:t>
            </a:r>
          </a:p>
          <a:p>
            <a:pPr marL="690881" lvl="1" indent="-345440" algn="l">
              <a:lnSpc>
                <a:spcPts val="3840"/>
              </a:lnSpc>
              <a:buFont typeface="Arial"/>
              <a:buChar char="•"/>
            </a:pPr>
            <a:r>
              <a:rPr lang="en-US" sz="320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Frontend: form validation, error messages.</a:t>
            </a:r>
          </a:p>
          <a:p>
            <a:pPr algn="l">
              <a:lnSpc>
                <a:spcPts val="3840"/>
              </a:lnSpc>
            </a:pPr>
            <a:endParaRPr lang="en-US" sz="3200">
              <a:solidFill>
                <a:srgbClr val="FFFFFF"/>
              </a:solidFill>
              <a:latin typeface="+mj-lt"/>
              <a:ea typeface="Calibri (MS)"/>
              <a:cs typeface="Calibri (MS)"/>
              <a:sym typeface="Calibri (MS)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3018712" y="2868185"/>
            <a:ext cx="4496550" cy="6587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280"/>
              </a:lnSpc>
            </a:pPr>
            <a:r>
              <a:rPr lang="en-US" sz="4400">
                <a:solidFill>
                  <a:srgbClr val="FFFFFF"/>
                </a:solidFill>
                <a:latin typeface="+mj-lt"/>
                <a:ea typeface="Arimo"/>
                <a:cs typeface="Arimo"/>
                <a:sym typeface="Arimo"/>
              </a:rPr>
              <a:t>7. Error Handling </a:t>
            </a:r>
          </a:p>
        </p:txBody>
      </p:sp>
      <p:sp>
        <p:nvSpPr>
          <p:cNvPr id="14" name="AutoShape 14"/>
          <p:cNvSpPr/>
          <p:nvPr/>
        </p:nvSpPr>
        <p:spPr>
          <a:xfrm>
            <a:off x="1184039" y="3639286"/>
            <a:ext cx="5252726" cy="9525"/>
          </a:xfrm>
          <a:prstGeom prst="line">
            <a:avLst/>
          </a:prstGeom>
          <a:ln w="9525" cap="rnd">
            <a:solidFill>
              <a:srgbClr val="E500FA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5" name="AutoShape 15"/>
          <p:cNvSpPr/>
          <p:nvPr/>
        </p:nvSpPr>
        <p:spPr>
          <a:xfrm>
            <a:off x="7597291" y="7544248"/>
            <a:ext cx="4487250" cy="19050"/>
          </a:xfrm>
          <a:prstGeom prst="line">
            <a:avLst/>
          </a:prstGeom>
          <a:ln w="9525" cap="rnd">
            <a:solidFill>
              <a:srgbClr val="E500FA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6" name="AutoShape 16"/>
          <p:cNvSpPr/>
          <p:nvPr/>
        </p:nvSpPr>
        <p:spPr>
          <a:xfrm>
            <a:off x="13050818" y="3648811"/>
            <a:ext cx="4487250" cy="19050"/>
          </a:xfrm>
          <a:prstGeom prst="line">
            <a:avLst/>
          </a:prstGeom>
          <a:ln w="9525" cap="rnd">
            <a:solidFill>
              <a:srgbClr val="E500FA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7" name="Freeform 17"/>
          <p:cNvSpPr/>
          <p:nvPr/>
        </p:nvSpPr>
        <p:spPr>
          <a:xfrm>
            <a:off x="6867571" y="3173505"/>
            <a:ext cx="1557789" cy="1557856"/>
          </a:xfrm>
          <a:custGeom>
            <a:avLst/>
            <a:gdLst/>
            <a:ahLst/>
            <a:cxnLst/>
            <a:rect l="l" t="t" r="r" b="b"/>
            <a:pathLst>
              <a:path w="1557789" h="1557856">
                <a:moveTo>
                  <a:pt x="0" y="0"/>
                </a:moveTo>
                <a:lnTo>
                  <a:pt x="1557789" y="0"/>
                </a:lnTo>
                <a:lnTo>
                  <a:pt x="1557789" y="1557856"/>
                </a:lnTo>
                <a:lnTo>
                  <a:pt x="0" y="155785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2" r="-2"/>
            </a:stretch>
          </a:blipFill>
        </p:spPr>
      </p:sp>
      <p:sp>
        <p:nvSpPr>
          <p:cNvPr id="18" name="Freeform 18"/>
          <p:cNvSpPr/>
          <p:nvPr/>
        </p:nvSpPr>
        <p:spPr>
          <a:xfrm>
            <a:off x="7257926" y="3535684"/>
            <a:ext cx="669180" cy="725594"/>
          </a:xfrm>
          <a:custGeom>
            <a:avLst/>
            <a:gdLst/>
            <a:ahLst/>
            <a:cxnLst/>
            <a:rect l="l" t="t" r="r" b="b"/>
            <a:pathLst>
              <a:path w="669180" h="725594">
                <a:moveTo>
                  <a:pt x="0" y="0"/>
                </a:moveTo>
                <a:lnTo>
                  <a:pt x="669180" y="0"/>
                </a:lnTo>
                <a:lnTo>
                  <a:pt x="669180" y="725594"/>
                </a:lnTo>
                <a:lnTo>
                  <a:pt x="0" y="72559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grpSp>
        <p:nvGrpSpPr>
          <p:cNvPr id="19" name="Group 19"/>
          <p:cNvGrpSpPr/>
          <p:nvPr/>
        </p:nvGrpSpPr>
        <p:grpSpPr>
          <a:xfrm>
            <a:off x="9099246" y="4966348"/>
            <a:ext cx="1492640" cy="1492704"/>
            <a:chOff x="0" y="0"/>
            <a:chExt cx="1990187" cy="199027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990187" cy="1990272"/>
            </a:xfrm>
            <a:custGeom>
              <a:avLst/>
              <a:gdLst/>
              <a:ahLst/>
              <a:cxnLst/>
              <a:rect l="l" t="t" r="r" b="b"/>
              <a:pathLst>
                <a:path w="1990187" h="1990272">
                  <a:moveTo>
                    <a:pt x="0" y="0"/>
                  </a:moveTo>
                  <a:lnTo>
                    <a:pt x="1990187" y="0"/>
                  </a:lnTo>
                  <a:lnTo>
                    <a:pt x="1990187" y="1990272"/>
                  </a:lnTo>
                  <a:lnTo>
                    <a:pt x="0" y="1990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2" r="-2"/>
              </a:stretch>
            </a:blipFill>
          </p:spPr>
        </p:sp>
        <p:sp>
          <p:nvSpPr>
            <p:cNvPr id="21" name="Freeform 21"/>
            <p:cNvSpPr/>
            <p:nvPr/>
          </p:nvSpPr>
          <p:spPr>
            <a:xfrm>
              <a:off x="540144" y="516601"/>
              <a:ext cx="909899" cy="909899"/>
            </a:xfrm>
            <a:custGeom>
              <a:avLst/>
              <a:gdLst/>
              <a:ahLst/>
              <a:cxnLst/>
              <a:rect l="l" t="t" r="r" b="b"/>
              <a:pathLst>
                <a:path w="909899" h="909899">
                  <a:moveTo>
                    <a:pt x="0" y="0"/>
                  </a:moveTo>
                  <a:lnTo>
                    <a:pt x="909899" y="0"/>
                  </a:lnTo>
                  <a:lnTo>
                    <a:pt x="909899" y="909898"/>
                  </a:lnTo>
                  <a:lnTo>
                    <a:pt x="0" y="9098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</p:sp>
      </p:grpSp>
      <p:grpSp>
        <p:nvGrpSpPr>
          <p:cNvPr id="22" name="Group 22"/>
          <p:cNvGrpSpPr/>
          <p:nvPr/>
        </p:nvGrpSpPr>
        <p:grpSpPr>
          <a:xfrm>
            <a:off x="11126505" y="3220610"/>
            <a:ext cx="1463582" cy="1463645"/>
            <a:chOff x="0" y="0"/>
            <a:chExt cx="1951443" cy="1951526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951443" cy="1951526"/>
            </a:xfrm>
            <a:custGeom>
              <a:avLst/>
              <a:gdLst/>
              <a:ahLst/>
              <a:cxnLst/>
              <a:rect l="l" t="t" r="r" b="b"/>
              <a:pathLst>
                <a:path w="1951443" h="1951526">
                  <a:moveTo>
                    <a:pt x="0" y="0"/>
                  </a:moveTo>
                  <a:lnTo>
                    <a:pt x="1951443" y="0"/>
                  </a:lnTo>
                  <a:lnTo>
                    <a:pt x="1951443" y="1951526"/>
                  </a:lnTo>
                  <a:lnTo>
                    <a:pt x="0" y="19515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2" r="-2"/>
              </a:stretch>
            </a:blipFill>
          </p:spPr>
        </p:sp>
        <p:sp>
          <p:nvSpPr>
            <p:cNvPr id="24" name="Freeform 24"/>
            <p:cNvSpPr/>
            <p:nvPr/>
          </p:nvSpPr>
          <p:spPr>
            <a:xfrm>
              <a:off x="702209" y="538364"/>
              <a:ext cx="547025" cy="933292"/>
            </a:xfrm>
            <a:custGeom>
              <a:avLst/>
              <a:gdLst/>
              <a:ahLst/>
              <a:cxnLst/>
              <a:rect l="l" t="t" r="r" b="b"/>
              <a:pathLst>
                <a:path w="547025" h="933292">
                  <a:moveTo>
                    <a:pt x="0" y="0"/>
                  </a:moveTo>
                  <a:lnTo>
                    <a:pt x="547025" y="0"/>
                  </a:lnTo>
                  <a:lnTo>
                    <a:pt x="547025" y="933292"/>
                  </a:lnTo>
                  <a:lnTo>
                    <a:pt x="0" y="9332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51329">
                <a:alpha val="100000"/>
              </a:srgbClr>
            </a:gs>
            <a:gs pos="50000">
              <a:srgbClr val="2E295A">
                <a:alpha val="100000"/>
              </a:srgbClr>
            </a:gs>
            <a:gs pos="100000">
              <a:srgbClr val="151329">
                <a:alpha val="100000"/>
              </a:srgbClr>
            </a:gs>
          </a:gsLst>
          <a:lin ang="2700006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82895" y="2878751"/>
            <a:ext cx="3607123" cy="6379549"/>
            <a:chOff x="0" y="0"/>
            <a:chExt cx="3336446" cy="590083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336446" cy="5900830"/>
            </a:xfrm>
            <a:custGeom>
              <a:avLst/>
              <a:gdLst/>
              <a:ahLst/>
              <a:cxnLst/>
              <a:rect l="l" t="t" r="r" b="b"/>
              <a:pathLst>
                <a:path w="3336446" h="5900830">
                  <a:moveTo>
                    <a:pt x="3211986" y="5900830"/>
                  </a:moveTo>
                  <a:lnTo>
                    <a:pt x="124460" y="5900830"/>
                  </a:lnTo>
                  <a:cubicBezTo>
                    <a:pt x="55880" y="5900830"/>
                    <a:pt x="0" y="5844950"/>
                    <a:pt x="0" y="5776370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3211986" y="0"/>
                  </a:lnTo>
                  <a:cubicBezTo>
                    <a:pt x="3280566" y="0"/>
                    <a:pt x="3336446" y="55880"/>
                    <a:pt x="3336446" y="124460"/>
                  </a:cubicBezTo>
                  <a:lnTo>
                    <a:pt x="3336446" y="5776370"/>
                  </a:lnTo>
                  <a:cubicBezTo>
                    <a:pt x="3336446" y="5844950"/>
                    <a:pt x="3280566" y="5900830"/>
                    <a:pt x="3211986" y="5900830"/>
                  </a:cubicBezTo>
                  <a:close/>
                </a:path>
              </a:pathLst>
            </a:custGeom>
            <a:solidFill>
              <a:srgbClr val="443D6F"/>
            </a:solidFill>
          </p:spPr>
        </p:sp>
      </p:grpSp>
      <p:sp>
        <p:nvSpPr>
          <p:cNvPr id="4" name="TextBox 4"/>
          <p:cNvSpPr txBox="1"/>
          <p:nvPr/>
        </p:nvSpPr>
        <p:spPr>
          <a:xfrm>
            <a:off x="800037" y="3047968"/>
            <a:ext cx="3574348" cy="4410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39"/>
              </a:lnSpc>
              <a:spcBef>
                <a:spcPct val="0"/>
              </a:spcBef>
            </a:pPr>
            <a:r>
              <a:rPr lang="en-US" sz="2799" b="1">
                <a:solidFill>
                  <a:srgbClr val="FFFFFF"/>
                </a:solidFill>
                <a:latin typeface="+mj-lt"/>
                <a:ea typeface="Calibri (MS) Bold"/>
                <a:cs typeface="Calibri (MS) Bold"/>
                <a:sym typeface="Calibri (MS) Bold"/>
              </a:rPr>
              <a:t>Technologies Used: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82895" y="3866021"/>
            <a:ext cx="3510635" cy="4695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9749" lvl="1" indent="-269875" algn="l">
              <a:lnSpc>
                <a:spcPts val="3749"/>
              </a:lnSpc>
              <a:buAutoNum type="arabicPeriod"/>
            </a:pPr>
            <a:r>
              <a:rPr lang="en-US" sz="2499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Backend: Django, Django REST Framework, django-co</a:t>
            </a:r>
            <a:r>
              <a:rPr lang="en-US" sz="2499" u="none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rs-headers</a:t>
            </a:r>
          </a:p>
          <a:p>
            <a:pPr marL="539749" lvl="1" indent="-269875" algn="l">
              <a:lnSpc>
                <a:spcPts val="3749"/>
              </a:lnSpc>
              <a:buAutoNum type="arabicPeriod"/>
            </a:pPr>
            <a:r>
              <a:rPr lang="en-US" sz="2499" u="none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Frontend: React.js, Axios</a:t>
            </a:r>
          </a:p>
          <a:p>
            <a:pPr marL="539749" lvl="1" indent="-269875" algn="l">
              <a:lnSpc>
                <a:spcPts val="3749"/>
              </a:lnSpc>
              <a:buAutoNum type="arabicPeriod"/>
            </a:pPr>
            <a:r>
              <a:rPr lang="en-US" sz="2499" u="none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Database: SQLite</a:t>
            </a:r>
          </a:p>
          <a:p>
            <a:pPr marL="539749" lvl="1" indent="-269875" algn="l">
              <a:lnSpc>
                <a:spcPts val="3749"/>
              </a:lnSpc>
              <a:buAutoNum type="arabicPeriod"/>
            </a:pPr>
            <a:r>
              <a:rPr lang="en-US" sz="2499" u="none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Other: CORS Middleware, REST Router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4741230" y="2878751"/>
            <a:ext cx="3673798" cy="6379549"/>
            <a:chOff x="0" y="0"/>
            <a:chExt cx="3398118" cy="590083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3398118" cy="5900830"/>
            </a:xfrm>
            <a:custGeom>
              <a:avLst/>
              <a:gdLst/>
              <a:ahLst/>
              <a:cxnLst/>
              <a:rect l="l" t="t" r="r" b="b"/>
              <a:pathLst>
                <a:path w="3398118" h="5900830">
                  <a:moveTo>
                    <a:pt x="3273658" y="5900830"/>
                  </a:moveTo>
                  <a:lnTo>
                    <a:pt x="124460" y="5900830"/>
                  </a:lnTo>
                  <a:cubicBezTo>
                    <a:pt x="55880" y="5900830"/>
                    <a:pt x="0" y="5844950"/>
                    <a:pt x="0" y="5776370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3273658" y="0"/>
                  </a:lnTo>
                  <a:cubicBezTo>
                    <a:pt x="3342238" y="0"/>
                    <a:pt x="3398118" y="55880"/>
                    <a:pt x="3398118" y="124460"/>
                  </a:cubicBezTo>
                  <a:lnTo>
                    <a:pt x="3398118" y="5776370"/>
                  </a:lnTo>
                  <a:cubicBezTo>
                    <a:pt x="3398118" y="5844950"/>
                    <a:pt x="3342238" y="5900830"/>
                    <a:pt x="3273658" y="5900830"/>
                  </a:cubicBezTo>
                  <a:close/>
                </a:path>
              </a:pathLst>
            </a:custGeom>
            <a:solidFill>
              <a:srgbClr val="443D6F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5106438" y="3047968"/>
            <a:ext cx="2657633" cy="4410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39"/>
              </a:lnSpc>
              <a:spcBef>
                <a:spcPct val="0"/>
              </a:spcBef>
            </a:pPr>
            <a:r>
              <a:rPr lang="en-US" sz="2799" b="1">
                <a:solidFill>
                  <a:srgbClr val="FFFFFF"/>
                </a:solidFill>
                <a:latin typeface="+mj-lt"/>
                <a:ea typeface="Calibri (MS) Bold"/>
                <a:cs typeface="Calibri (MS) Bold"/>
                <a:sym typeface="Calibri (MS) Bold"/>
              </a:rPr>
              <a:t>Models: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926254" y="3866021"/>
            <a:ext cx="3303750" cy="4695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9749" lvl="1" indent="-269875" algn="l">
              <a:lnSpc>
                <a:spcPts val="3749"/>
              </a:lnSpc>
              <a:buAutoNum type="arabicPeriod"/>
            </a:pPr>
            <a:r>
              <a:rPr lang="en-US" sz="2499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User – Stores user details (user_id, name).</a:t>
            </a:r>
          </a:p>
          <a:p>
            <a:pPr marL="539749" lvl="1" indent="-269875" algn="l">
              <a:lnSpc>
                <a:spcPts val="3749"/>
              </a:lnSpc>
              <a:buAutoNum type="arabicPeriod"/>
            </a:pPr>
            <a:r>
              <a:rPr lang="en-US" sz="2499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Book – Stores book det</a:t>
            </a:r>
            <a:r>
              <a:rPr lang="en-US" sz="2499" u="none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ails (book_id, title, author, isbn, available).</a:t>
            </a:r>
          </a:p>
          <a:p>
            <a:pPr marL="539749" lvl="1" indent="-269875" algn="l">
              <a:lnSpc>
                <a:spcPts val="3749"/>
              </a:lnSpc>
              <a:buAutoNum type="arabicPeriod"/>
            </a:pPr>
            <a:r>
              <a:rPr lang="en-US" sz="2499" u="none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Transaction – Stores transactions  and calculates fines.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9010031" y="2878751"/>
            <a:ext cx="4517070" cy="6379549"/>
            <a:chOff x="0" y="0"/>
            <a:chExt cx="4178111" cy="590083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178111" cy="5900830"/>
            </a:xfrm>
            <a:custGeom>
              <a:avLst/>
              <a:gdLst/>
              <a:ahLst/>
              <a:cxnLst/>
              <a:rect l="l" t="t" r="r" b="b"/>
              <a:pathLst>
                <a:path w="4178111" h="5900830">
                  <a:moveTo>
                    <a:pt x="4053651" y="5900830"/>
                  </a:moveTo>
                  <a:lnTo>
                    <a:pt x="124460" y="5900830"/>
                  </a:lnTo>
                  <a:cubicBezTo>
                    <a:pt x="55880" y="5900830"/>
                    <a:pt x="0" y="5844950"/>
                    <a:pt x="0" y="5776370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4053651" y="0"/>
                  </a:lnTo>
                  <a:cubicBezTo>
                    <a:pt x="4122231" y="0"/>
                    <a:pt x="4178111" y="55880"/>
                    <a:pt x="4178111" y="124460"/>
                  </a:cubicBezTo>
                  <a:lnTo>
                    <a:pt x="4178111" y="5776370"/>
                  </a:lnTo>
                  <a:cubicBezTo>
                    <a:pt x="4178111" y="5844950"/>
                    <a:pt x="4122231" y="5900830"/>
                    <a:pt x="4053651" y="5900830"/>
                  </a:cubicBezTo>
                  <a:close/>
                </a:path>
              </a:pathLst>
            </a:custGeom>
            <a:solidFill>
              <a:srgbClr val="443D6F"/>
            </a:solidFill>
          </p:spPr>
        </p:sp>
      </p:grpSp>
      <p:sp>
        <p:nvSpPr>
          <p:cNvPr id="12" name="TextBox 12"/>
          <p:cNvSpPr txBox="1"/>
          <p:nvPr/>
        </p:nvSpPr>
        <p:spPr>
          <a:xfrm>
            <a:off x="9329428" y="3047968"/>
            <a:ext cx="4416748" cy="4410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39"/>
              </a:lnSpc>
              <a:spcBef>
                <a:spcPct val="0"/>
              </a:spcBef>
            </a:pPr>
            <a:r>
              <a:rPr lang="en-US" sz="2799" b="1">
                <a:solidFill>
                  <a:srgbClr val="FFFFFF"/>
                </a:solidFill>
                <a:latin typeface="+mj-lt"/>
                <a:ea typeface="Calibri (MS) Bold"/>
                <a:cs typeface="Calibri (MS) Bold"/>
                <a:sym typeface="Calibri (MS) Bold"/>
              </a:rPr>
              <a:t>Frontend Components: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144000" y="3875546"/>
            <a:ext cx="4198734" cy="5064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9749" lvl="1" indent="-269875" algn="l">
              <a:lnSpc>
                <a:spcPts val="3624"/>
              </a:lnSpc>
              <a:buAutoNum type="arabicPeriod"/>
            </a:pPr>
            <a:r>
              <a:rPr lang="en-US" sz="2499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Books.js – Displays list of books</a:t>
            </a:r>
          </a:p>
          <a:p>
            <a:pPr marL="539749" lvl="1" indent="-269875" algn="l">
              <a:lnSpc>
                <a:spcPts val="3624"/>
              </a:lnSpc>
              <a:buAutoNum type="arabicPeriod"/>
            </a:pPr>
            <a:r>
              <a:rPr lang="en-US" sz="2499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Use</a:t>
            </a:r>
            <a:r>
              <a:rPr lang="en-US" sz="2499" u="none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rs.js – Shows registered users.</a:t>
            </a:r>
          </a:p>
          <a:p>
            <a:pPr marL="539749" lvl="1" indent="-269875" algn="l">
              <a:lnSpc>
                <a:spcPts val="3624"/>
              </a:lnSpc>
              <a:buAutoNum type="arabicPeriod"/>
            </a:pPr>
            <a:r>
              <a:rPr lang="en-US" sz="2499" u="none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Transactions.js – Tracks  transactions.</a:t>
            </a:r>
          </a:p>
          <a:p>
            <a:pPr marL="539749" lvl="1" indent="-269875" algn="l">
              <a:lnSpc>
                <a:spcPts val="3624"/>
              </a:lnSpc>
              <a:buAutoNum type="arabicPeriod"/>
            </a:pPr>
            <a:r>
              <a:rPr lang="en-US" sz="2499" u="none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IssueBookForm.js – Allows book issue to a user.</a:t>
            </a:r>
          </a:p>
          <a:p>
            <a:pPr marL="539749" lvl="1" indent="-269875" algn="l">
              <a:lnSpc>
                <a:spcPts val="3624"/>
              </a:lnSpc>
              <a:buAutoNum type="arabicPeriod"/>
            </a:pPr>
            <a:r>
              <a:rPr lang="en-US" sz="2499" u="none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ReturnBookForm.js – Handles return &amp; fine calculation.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4117651" y="2878751"/>
            <a:ext cx="3889402" cy="6379549"/>
            <a:chOff x="0" y="0"/>
            <a:chExt cx="3312266" cy="543290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3312266" cy="5432908"/>
            </a:xfrm>
            <a:custGeom>
              <a:avLst/>
              <a:gdLst/>
              <a:ahLst/>
              <a:cxnLst/>
              <a:rect l="l" t="t" r="r" b="b"/>
              <a:pathLst>
                <a:path w="3312266" h="5432908">
                  <a:moveTo>
                    <a:pt x="3187806" y="5432908"/>
                  </a:moveTo>
                  <a:lnTo>
                    <a:pt x="124460" y="5432908"/>
                  </a:lnTo>
                  <a:cubicBezTo>
                    <a:pt x="55880" y="5432908"/>
                    <a:pt x="0" y="5377028"/>
                    <a:pt x="0" y="5308448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3187806" y="0"/>
                  </a:lnTo>
                  <a:cubicBezTo>
                    <a:pt x="3256386" y="0"/>
                    <a:pt x="3312266" y="55880"/>
                    <a:pt x="3312266" y="124460"/>
                  </a:cubicBezTo>
                  <a:lnTo>
                    <a:pt x="3312266" y="5308448"/>
                  </a:lnTo>
                  <a:cubicBezTo>
                    <a:pt x="3312266" y="5377028"/>
                    <a:pt x="3256386" y="5432908"/>
                    <a:pt x="3187806" y="5432908"/>
                  </a:cubicBezTo>
                  <a:close/>
                </a:path>
              </a:pathLst>
            </a:custGeom>
            <a:solidFill>
              <a:srgbClr val="443D6F"/>
            </a:solidFill>
          </p:spPr>
        </p:sp>
      </p:grpSp>
      <p:sp>
        <p:nvSpPr>
          <p:cNvPr id="16" name="TextBox 16"/>
          <p:cNvSpPr txBox="1"/>
          <p:nvPr/>
        </p:nvSpPr>
        <p:spPr>
          <a:xfrm>
            <a:off x="14479601" y="3049899"/>
            <a:ext cx="2657633" cy="4410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39"/>
              </a:lnSpc>
              <a:spcBef>
                <a:spcPct val="0"/>
              </a:spcBef>
            </a:pPr>
            <a:r>
              <a:rPr lang="en-US" sz="2799" b="1">
                <a:solidFill>
                  <a:srgbClr val="FFFFFF"/>
                </a:solidFill>
                <a:latin typeface="+mj-lt"/>
                <a:ea typeface="Calibri (MS) Bold"/>
                <a:cs typeface="Calibri (MS) Bold"/>
                <a:sym typeface="Calibri (MS) Bold"/>
              </a:rPr>
              <a:t>Storage: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4451200" y="3866021"/>
            <a:ext cx="3399850" cy="1428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749"/>
              </a:lnSpc>
              <a:spcBef>
                <a:spcPct val="0"/>
              </a:spcBef>
            </a:pPr>
            <a:r>
              <a:rPr lang="en-US" sz="2499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All pe</a:t>
            </a:r>
            <a:r>
              <a:rPr lang="en-US" sz="2499" u="none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rsistent data (users, books, transactions) stored in SQLite database.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4451200" y="6574620"/>
            <a:ext cx="3327160" cy="1895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749"/>
              </a:lnSpc>
              <a:spcBef>
                <a:spcPct val="0"/>
              </a:spcBef>
            </a:pPr>
            <a:r>
              <a:rPr lang="en-US" sz="2499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Django Admin Panel tracks and manages all records of books, users, and transactions.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2096887" y="866775"/>
            <a:ext cx="14094227" cy="11264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9600"/>
              </a:lnSpc>
              <a:spcBef>
                <a:spcPct val="0"/>
              </a:spcBef>
            </a:pPr>
            <a:r>
              <a:rPr lang="en-US" sz="6000" b="1" dirty="0">
                <a:solidFill>
                  <a:srgbClr val="FFFFFF"/>
                </a:solidFill>
                <a:latin typeface="+mj-lt"/>
                <a:ea typeface="Calibri (MS) Bold"/>
                <a:cs typeface="Calibri (MS) Bold"/>
                <a:sym typeface="Calibri (MS) Bold"/>
              </a:rPr>
              <a:t>SYSTEM ARCHITECTURE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4479601" y="5690538"/>
            <a:ext cx="2657633" cy="4410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39"/>
              </a:lnSpc>
              <a:spcBef>
                <a:spcPct val="0"/>
              </a:spcBef>
            </a:pPr>
            <a:r>
              <a:rPr lang="en-US" sz="2799" b="1">
                <a:solidFill>
                  <a:srgbClr val="FFFFFF"/>
                </a:solidFill>
                <a:latin typeface="+mj-lt"/>
                <a:ea typeface="Calibri (MS) Bold"/>
                <a:cs typeface="Calibri (MS) Bold"/>
                <a:sym typeface="Calibri (MS) Bold"/>
              </a:rPr>
              <a:t>Logs: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51329">
                <a:alpha val="100000"/>
              </a:srgbClr>
            </a:gs>
            <a:gs pos="50000">
              <a:srgbClr val="2E295A">
                <a:alpha val="100000"/>
              </a:srgbClr>
            </a:gs>
            <a:gs pos="100000">
              <a:srgbClr val="151329">
                <a:alpha val="100000"/>
              </a:srgbClr>
            </a:gs>
          </a:gsLst>
          <a:lin ang="2700006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46617" y="1471704"/>
            <a:ext cx="8761066" cy="86683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60"/>
              </a:lnSpc>
            </a:pPr>
            <a:r>
              <a:rPr lang="en-US" sz="3200" b="1" dirty="0">
                <a:solidFill>
                  <a:srgbClr val="FFFFFF"/>
                </a:solidFill>
                <a:latin typeface="+mj-lt"/>
                <a:ea typeface="Calibri (MS) Bold"/>
                <a:cs typeface="Calibri (MS) Bold"/>
                <a:sym typeface="Calibri (MS) Bold"/>
              </a:rPr>
              <a:t>User</a:t>
            </a:r>
          </a:p>
          <a:p>
            <a:pPr marL="690881" lvl="1" indent="-345440" algn="l">
              <a:lnSpc>
                <a:spcPts val="4960"/>
              </a:lnSpc>
              <a:buAutoNum type="arabicPeriod"/>
            </a:pPr>
            <a:r>
              <a:rPr lang="en-US" sz="32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Fields: </a:t>
            </a:r>
            <a:r>
              <a:rPr lang="en-US" sz="3200" dirty="0" err="1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user_id</a:t>
            </a:r>
            <a:r>
              <a:rPr lang="en-US" sz="32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, name</a:t>
            </a:r>
          </a:p>
          <a:p>
            <a:pPr marL="690881" lvl="1" indent="-345440" algn="l">
              <a:lnSpc>
                <a:spcPts val="4960"/>
              </a:lnSpc>
              <a:buAutoNum type="arabicPeriod"/>
            </a:pPr>
            <a:r>
              <a:rPr lang="en-US" sz="32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Stores basic information about library users </a:t>
            </a:r>
          </a:p>
          <a:p>
            <a:pPr algn="l">
              <a:lnSpc>
                <a:spcPts val="1549"/>
              </a:lnSpc>
            </a:pPr>
            <a:endParaRPr lang="en-US" sz="3200" dirty="0">
              <a:solidFill>
                <a:srgbClr val="FFFFFF"/>
              </a:solidFill>
              <a:latin typeface="+mj-lt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4960"/>
              </a:lnSpc>
            </a:pPr>
            <a:r>
              <a:rPr lang="en-US" sz="3200" b="1" dirty="0">
                <a:solidFill>
                  <a:srgbClr val="FFFFFF"/>
                </a:solidFill>
                <a:latin typeface="+mj-lt"/>
                <a:ea typeface="Calibri (MS) Bold"/>
                <a:cs typeface="Calibri (MS) Bold"/>
                <a:sym typeface="Calibri (MS) Bold"/>
              </a:rPr>
              <a:t>Book</a:t>
            </a:r>
          </a:p>
          <a:p>
            <a:pPr marL="690881" lvl="1" indent="-345440" algn="l">
              <a:lnSpc>
                <a:spcPts val="4960"/>
              </a:lnSpc>
              <a:buAutoNum type="arabicPeriod"/>
            </a:pPr>
            <a:r>
              <a:rPr lang="en-US" sz="32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Fields: </a:t>
            </a:r>
            <a:r>
              <a:rPr lang="en-US" sz="3200" dirty="0" err="1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book_id</a:t>
            </a:r>
            <a:r>
              <a:rPr lang="en-US" sz="32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, title, author, </a:t>
            </a:r>
            <a:r>
              <a:rPr lang="en-US" sz="3200" dirty="0" err="1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isbn</a:t>
            </a:r>
            <a:r>
              <a:rPr lang="en-US" sz="32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, available</a:t>
            </a:r>
          </a:p>
          <a:p>
            <a:pPr marL="690881" lvl="1" indent="-345440" algn="l">
              <a:lnSpc>
                <a:spcPts val="4960"/>
              </a:lnSpc>
              <a:buAutoNum type="arabicPeriod"/>
            </a:pPr>
            <a:r>
              <a:rPr lang="en-US" sz="32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Represents books in the library collection.</a:t>
            </a:r>
          </a:p>
          <a:p>
            <a:pPr algn="l">
              <a:lnSpc>
                <a:spcPts val="1549"/>
              </a:lnSpc>
            </a:pPr>
            <a:endParaRPr lang="en-US" sz="3200" dirty="0">
              <a:solidFill>
                <a:srgbClr val="FFFFFF"/>
              </a:solidFill>
              <a:latin typeface="+mj-lt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4960"/>
              </a:lnSpc>
            </a:pPr>
            <a:r>
              <a:rPr lang="en-US" sz="3200" b="1" dirty="0">
                <a:solidFill>
                  <a:srgbClr val="FFFFFF"/>
                </a:solidFill>
                <a:latin typeface="+mj-lt"/>
                <a:ea typeface="Calibri (MS) Bold"/>
                <a:cs typeface="Calibri (MS) Bold"/>
                <a:sym typeface="Calibri (MS) Bold"/>
              </a:rPr>
              <a:t>Transaction</a:t>
            </a:r>
          </a:p>
          <a:p>
            <a:pPr marL="690881" lvl="1" indent="-345440" algn="l">
              <a:lnSpc>
                <a:spcPts val="4960"/>
              </a:lnSpc>
              <a:buAutoNum type="arabicPeriod"/>
            </a:pPr>
            <a:r>
              <a:rPr lang="en-US" sz="32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Fields: </a:t>
            </a:r>
            <a:r>
              <a:rPr lang="en-US" sz="3200" dirty="0" err="1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issue_date</a:t>
            </a:r>
            <a:r>
              <a:rPr lang="en-US" sz="32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, </a:t>
            </a:r>
            <a:r>
              <a:rPr lang="en-US" sz="3200" dirty="0" err="1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due_date</a:t>
            </a:r>
            <a:r>
              <a:rPr lang="en-US" sz="32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, </a:t>
            </a:r>
            <a:r>
              <a:rPr lang="en-US" sz="3200" dirty="0" err="1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return_date</a:t>
            </a:r>
            <a:endParaRPr lang="en-US" sz="3200" dirty="0">
              <a:solidFill>
                <a:srgbClr val="FFFFFF"/>
              </a:solidFill>
              <a:latin typeface="+mj-lt"/>
              <a:ea typeface="Calibri (MS)"/>
              <a:cs typeface="Calibri (MS)"/>
              <a:sym typeface="Calibri (MS)"/>
            </a:endParaRPr>
          </a:p>
          <a:p>
            <a:pPr marL="690881" lvl="1" indent="-345440" algn="l">
              <a:lnSpc>
                <a:spcPts val="4960"/>
              </a:lnSpc>
              <a:buAutoNum type="arabicPeriod"/>
            </a:pPr>
            <a:r>
              <a:rPr lang="en-US" sz="32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Links  a User and a Book when a book is borrowed.</a:t>
            </a:r>
          </a:p>
          <a:p>
            <a:pPr marL="690881" lvl="1" indent="-345440" algn="l">
              <a:lnSpc>
                <a:spcPts val="4960"/>
              </a:lnSpc>
              <a:buAutoNum type="arabicPeriod"/>
            </a:pPr>
            <a:r>
              <a:rPr lang="en-US" sz="3200" dirty="0" err="1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issue_date</a:t>
            </a:r>
            <a:r>
              <a:rPr lang="en-US" sz="32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 is when the book is borrowed.</a:t>
            </a:r>
          </a:p>
          <a:p>
            <a:pPr marL="690881" lvl="1" indent="-345440" algn="l">
              <a:lnSpc>
                <a:spcPts val="4960"/>
              </a:lnSpc>
              <a:buAutoNum type="arabicPeriod"/>
            </a:pPr>
            <a:r>
              <a:rPr lang="en-US" sz="3200" dirty="0" err="1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due_date</a:t>
            </a:r>
            <a:r>
              <a:rPr lang="en-US" sz="32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 is the last day to return.</a:t>
            </a:r>
          </a:p>
          <a:p>
            <a:pPr marL="690881" lvl="1" indent="-345440" algn="l">
              <a:lnSpc>
                <a:spcPts val="4960"/>
              </a:lnSpc>
              <a:buAutoNum type="arabicPeriod"/>
            </a:pPr>
            <a:r>
              <a:rPr lang="en-US" sz="3200" dirty="0" err="1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return_date</a:t>
            </a:r>
            <a:r>
              <a:rPr lang="en-US" sz="32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 is filled when the book is returned.</a:t>
            </a:r>
          </a:p>
        </p:txBody>
      </p:sp>
      <p:sp>
        <p:nvSpPr>
          <p:cNvPr id="3" name="Freeform 3"/>
          <p:cNvSpPr/>
          <p:nvPr/>
        </p:nvSpPr>
        <p:spPr>
          <a:xfrm rot="-10800000">
            <a:off x="14867450" y="7482700"/>
            <a:ext cx="3746726" cy="2804278"/>
          </a:xfrm>
          <a:custGeom>
            <a:avLst/>
            <a:gdLst/>
            <a:ahLst/>
            <a:cxnLst/>
            <a:rect l="l" t="t" r="r" b="b"/>
            <a:pathLst>
              <a:path w="3746726" h="2804278">
                <a:moveTo>
                  <a:pt x="0" y="0"/>
                </a:moveTo>
                <a:lnTo>
                  <a:pt x="3746726" y="0"/>
                </a:lnTo>
                <a:lnTo>
                  <a:pt x="3746726" y="2804278"/>
                </a:lnTo>
                <a:lnTo>
                  <a:pt x="0" y="280427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9495" b="-19495"/>
            </a:stretch>
          </a:blipFill>
        </p:spPr>
      </p:sp>
      <p:sp>
        <p:nvSpPr>
          <p:cNvPr id="4" name="Freeform 4"/>
          <p:cNvSpPr/>
          <p:nvPr/>
        </p:nvSpPr>
        <p:spPr>
          <a:xfrm flipH="1">
            <a:off x="5127150" y="8098434"/>
            <a:ext cx="4731225" cy="2188544"/>
          </a:xfrm>
          <a:custGeom>
            <a:avLst/>
            <a:gdLst/>
            <a:ahLst/>
            <a:cxnLst/>
            <a:rect l="l" t="t" r="r" b="b"/>
            <a:pathLst>
              <a:path w="4731225" h="2188544">
                <a:moveTo>
                  <a:pt x="4731225" y="0"/>
                </a:moveTo>
                <a:lnTo>
                  <a:pt x="0" y="0"/>
                </a:lnTo>
                <a:lnTo>
                  <a:pt x="0" y="2188544"/>
                </a:lnTo>
                <a:lnTo>
                  <a:pt x="4731225" y="2188544"/>
                </a:lnTo>
                <a:lnTo>
                  <a:pt x="4731225" y="0"/>
                </a:lnTo>
                <a:close/>
              </a:path>
            </a:pathLst>
          </a:custGeom>
          <a:blipFill>
            <a:blip r:embed="rId3"/>
            <a:stretch>
              <a:fillRect t="-34445" b="-34445"/>
            </a:stretch>
          </a:blipFill>
        </p:spPr>
      </p:sp>
      <p:sp>
        <p:nvSpPr>
          <p:cNvPr id="5" name="Freeform 5"/>
          <p:cNvSpPr/>
          <p:nvPr/>
        </p:nvSpPr>
        <p:spPr>
          <a:xfrm rot="-10800000" flipH="1">
            <a:off x="0" y="0"/>
            <a:ext cx="3726552" cy="1304925"/>
          </a:xfrm>
          <a:custGeom>
            <a:avLst/>
            <a:gdLst/>
            <a:ahLst/>
            <a:cxnLst/>
            <a:rect l="l" t="t" r="r" b="b"/>
            <a:pathLst>
              <a:path w="3726552" h="1304925">
                <a:moveTo>
                  <a:pt x="3726552" y="0"/>
                </a:moveTo>
                <a:lnTo>
                  <a:pt x="0" y="0"/>
                </a:lnTo>
                <a:lnTo>
                  <a:pt x="0" y="1304925"/>
                </a:lnTo>
                <a:lnTo>
                  <a:pt x="3726552" y="1304925"/>
                </a:lnTo>
                <a:lnTo>
                  <a:pt x="3726552" y="0"/>
                </a:lnTo>
                <a:close/>
              </a:path>
            </a:pathLst>
          </a:custGeom>
          <a:blipFill>
            <a:blip r:embed="rId4"/>
            <a:stretch>
              <a:fillRect t="-60225" b="-22406"/>
            </a:stretch>
          </a:blipFill>
        </p:spPr>
      </p:sp>
      <p:sp>
        <p:nvSpPr>
          <p:cNvPr id="6" name="Freeform 6"/>
          <p:cNvSpPr/>
          <p:nvPr/>
        </p:nvSpPr>
        <p:spPr>
          <a:xfrm rot="-10800000" flipH="1">
            <a:off x="14867450" y="7650000"/>
            <a:ext cx="3212652" cy="2383500"/>
          </a:xfrm>
          <a:custGeom>
            <a:avLst/>
            <a:gdLst/>
            <a:ahLst/>
            <a:cxnLst/>
            <a:rect l="l" t="t" r="r" b="b"/>
            <a:pathLst>
              <a:path w="3212652" h="2383500">
                <a:moveTo>
                  <a:pt x="3212652" y="0"/>
                </a:moveTo>
                <a:lnTo>
                  <a:pt x="0" y="0"/>
                </a:lnTo>
                <a:lnTo>
                  <a:pt x="0" y="2383500"/>
                </a:lnTo>
                <a:lnTo>
                  <a:pt x="3212652" y="2383500"/>
                </a:lnTo>
                <a:lnTo>
                  <a:pt x="3212652" y="0"/>
                </a:lnTo>
                <a:close/>
              </a:path>
            </a:pathLst>
          </a:custGeom>
          <a:blipFill>
            <a:blip r:embed="rId4"/>
            <a:stretch>
              <a:fillRect l="-16010"/>
            </a:stretch>
          </a:blipFill>
        </p:spPr>
      </p:sp>
      <p:sp>
        <p:nvSpPr>
          <p:cNvPr id="7" name="Freeform 7"/>
          <p:cNvSpPr/>
          <p:nvPr/>
        </p:nvSpPr>
        <p:spPr>
          <a:xfrm rot="-10800000" flipH="1">
            <a:off x="13139550" y="121792"/>
            <a:ext cx="5013300" cy="3916650"/>
          </a:xfrm>
          <a:custGeom>
            <a:avLst/>
            <a:gdLst/>
            <a:ahLst/>
            <a:cxnLst/>
            <a:rect l="l" t="t" r="r" b="b"/>
            <a:pathLst>
              <a:path w="5013300" h="3916650">
                <a:moveTo>
                  <a:pt x="5013300" y="0"/>
                </a:moveTo>
                <a:lnTo>
                  <a:pt x="0" y="0"/>
                </a:lnTo>
                <a:lnTo>
                  <a:pt x="0" y="3916650"/>
                </a:lnTo>
                <a:lnTo>
                  <a:pt x="5013300" y="3916650"/>
                </a:lnTo>
                <a:lnTo>
                  <a:pt x="501330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3933148" y="363856"/>
            <a:ext cx="9811135" cy="923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00"/>
              </a:lnSpc>
              <a:spcBef>
                <a:spcPct val="0"/>
              </a:spcBef>
            </a:pPr>
            <a:r>
              <a:rPr lang="en-US" sz="6000" b="1" dirty="0">
                <a:solidFill>
                  <a:srgbClr val="FFFFFF"/>
                </a:solidFill>
                <a:latin typeface="+mj-lt"/>
                <a:ea typeface="Calibri (MS) Bold"/>
                <a:cs typeface="Calibri (MS) Bold"/>
                <a:sym typeface="Calibri (MS) Bold"/>
              </a:rPr>
              <a:t>BACKEND – MODELS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C110EA5-5E07-680B-6E8E-EA03C850141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12035" y="1757523"/>
            <a:ext cx="8264496" cy="826449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51329">
                <a:alpha val="100000"/>
              </a:srgbClr>
            </a:gs>
            <a:gs pos="50000">
              <a:srgbClr val="2E295A">
                <a:alpha val="100000"/>
              </a:srgbClr>
            </a:gs>
            <a:gs pos="100000">
              <a:srgbClr val="151329">
                <a:alpha val="100000"/>
              </a:srgbClr>
            </a:gs>
          </a:gsLst>
          <a:lin ang="2700006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2558676"/>
            <a:ext cx="7751624" cy="68223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776"/>
              </a:lnSpc>
            </a:pPr>
            <a:r>
              <a:rPr lang="en-US" sz="32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    </a:t>
            </a:r>
            <a:r>
              <a:rPr lang="en-US" sz="3200" b="1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Serializers</a:t>
            </a:r>
          </a:p>
          <a:p>
            <a:pPr marL="690881" lvl="1" indent="-345440" algn="l">
              <a:lnSpc>
                <a:spcPts val="3776"/>
              </a:lnSpc>
              <a:buAutoNum type="arabicPeriod"/>
            </a:pPr>
            <a:r>
              <a:rPr lang="en-US" sz="32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Convert Models → JSON</a:t>
            </a:r>
          </a:p>
          <a:p>
            <a:pPr marL="690881" lvl="1" indent="-345440" algn="l">
              <a:lnSpc>
                <a:spcPts val="3776"/>
              </a:lnSpc>
              <a:buAutoNum type="arabicPeriod"/>
            </a:pPr>
            <a:r>
              <a:rPr lang="en-US" sz="3200" dirty="0" err="1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TransactionSerializer</a:t>
            </a:r>
            <a:r>
              <a:rPr lang="en-US" sz="32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 → calculates and returns fine.</a:t>
            </a:r>
            <a:br>
              <a:rPr lang="en-US" sz="32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</a:br>
            <a:endParaRPr lang="en-US" sz="3200" dirty="0">
              <a:solidFill>
                <a:srgbClr val="FFFFFF"/>
              </a:solidFill>
              <a:latin typeface="+mj-lt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3776"/>
              </a:lnSpc>
            </a:pPr>
            <a:r>
              <a:rPr lang="en-US" sz="32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    </a:t>
            </a:r>
            <a:r>
              <a:rPr lang="en-US" sz="3200" b="1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Views</a:t>
            </a:r>
          </a:p>
          <a:p>
            <a:pPr marL="690881" lvl="1" indent="-345440" algn="l">
              <a:lnSpc>
                <a:spcPts val="3776"/>
              </a:lnSpc>
              <a:buAutoNum type="arabicPeriod"/>
            </a:pPr>
            <a:r>
              <a:rPr lang="en-US" sz="32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Implemented using </a:t>
            </a:r>
            <a:r>
              <a:rPr lang="en-US" sz="3200" dirty="0" err="1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ViewSets</a:t>
            </a:r>
            <a:r>
              <a:rPr lang="en-US" sz="32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 </a:t>
            </a:r>
          </a:p>
          <a:p>
            <a:pPr marL="916941" lvl="1" indent="-571500" algn="l">
              <a:lnSpc>
                <a:spcPts val="3776"/>
              </a:lnSpc>
              <a:buFont typeface="+mj-lt"/>
              <a:buAutoNum type="romanUcPeriod"/>
            </a:pPr>
            <a:r>
              <a:rPr lang="en-US" sz="3200" dirty="0" err="1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UserViewSet</a:t>
            </a:r>
            <a:endParaRPr lang="en-US" sz="3200" dirty="0">
              <a:solidFill>
                <a:srgbClr val="FFFFFF"/>
              </a:solidFill>
              <a:latin typeface="+mj-lt"/>
              <a:ea typeface="Calibri (MS)"/>
              <a:cs typeface="Calibri (MS)"/>
              <a:sym typeface="Calibri (MS)"/>
            </a:endParaRPr>
          </a:p>
          <a:p>
            <a:pPr marL="916941" lvl="1" indent="-571500" algn="l">
              <a:lnSpc>
                <a:spcPts val="3776"/>
              </a:lnSpc>
              <a:buFont typeface="+mj-lt"/>
              <a:buAutoNum type="romanUcPeriod"/>
            </a:pPr>
            <a:r>
              <a:rPr lang="en-US" sz="3200" dirty="0" err="1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BookViewSet</a:t>
            </a:r>
            <a:endParaRPr lang="en-US" sz="3200" dirty="0">
              <a:solidFill>
                <a:srgbClr val="FFFFFF"/>
              </a:solidFill>
              <a:latin typeface="+mj-lt"/>
              <a:ea typeface="Calibri (MS)"/>
              <a:cs typeface="Calibri (MS)"/>
              <a:sym typeface="Calibri (MS)"/>
            </a:endParaRPr>
          </a:p>
          <a:p>
            <a:pPr marL="916941" lvl="1" indent="-571500" algn="l">
              <a:lnSpc>
                <a:spcPts val="3776"/>
              </a:lnSpc>
              <a:buFont typeface="+mj-lt"/>
              <a:buAutoNum type="romanUcPeriod"/>
            </a:pPr>
            <a:r>
              <a:rPr lang="en-US" sz="3200" dirty="0" err="1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TransactionViewSet</a:t>
            </a:r>
            <a:endParaRPr lang="en-US" sz="3200" dirty="0">
              <a:solidFill>
                <a:srgbClr val="FFFFFF"/>
              </a:solidFill>
              <a:latin typeface="+mj-lt"/>
              <a:ea typeface="Calibri (MS)"/>
              <a:cs typeface="Calibri (MS)"/>
              <a:sym typeface="Calibri (MS)"/>
            </a:endParaRPr>
          </a:p>
          <a:p>
            <a:pPr marL="345441" lvl="1" algn="l">
              <a:lnSpc>
                <a:spcPts val="3776"/>
              </a:lnSpc>
            </a:pPr>
            <a:endParaRPr lang="en-US" sz="3200" dirty="0">
              <a:solidFill>
                <a:srgbClr val="FFFFFF"/>
              </a:solidFill>
              <a:latin typeface="+mj-lt"/>
              <a:ea typeface="Calibri (MS)"/>
              <a:cs typeface="Calibri (MS)"/>
              <a:sym typeface="Calibri (MS)"/>
            </a:endParaRPr>
          </a:p>
          <a:p>
            <a:pPr marL="345441" lvl="1" algn="l">
              <a:lnSpc>
                <a:spcPts val="3776"/>
              </a:lnSpc>
            </a:pPr>
            <a:r>
              <a:rPr lang="en-US" sz="3200" b="1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Custom Action: </a:t>
            </a:r>
            <a:br>
              <a:rPr lang="en-US" sz="32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</a:br>
            <a:r>
              <a:rPr lang="en-US" sz="3200" dirty="0" err="1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return_book</a:t>
            </a:r>
            <a:r>
              <a:rPr lang="en-US" sz="32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() → updates availability &amp; fine, sets return date</a:t>
            </a:r>
          </a:p>
        </p:txBody>
      </p:sp>
      <p:sp>
        <p:nvSpPr>
          <p:cNvPr id="3" name="Freeform 3"/>
          <p:cNvSpPr/>
          <p:nvPr/>
        </p:nvSpPr>
        <p:spPr>
          <a:xfrm rot="-10800000">
            <a:off x="15646200" y="8065564"/>
            <a:ext cx="2967976" cy="2221414"/>
          </a:xfrm>
          <a:custGeom>
            <a:avLst/>
            <a:gdLst/>
            <a:ahLst/>
            <a:cxnLst/>
            <a:rect l="l" t="t" r="r" b="b"/>
            <a:pathLst>
              <a:path w="2967976" h="2221414">
                <a:moveTo>
                  <a:pt x="0" y="0"/>
                </a:moveTo>
                <a:lnTo>
                  <a:pt x="2967976" y="0"/>
                </a:lnTo>
                <a:lnTo>
                  <a:pt x="2967976" y="2221414"/>
                </a:lnTo>
                <a:lnTo>
                  <a:pt x="0" y="222141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9495" b="-19495"/>
            </a:stretch>
          </a:blipFill>
        </p:spPr>
      </p:sp>
      <p:sp>
        <p:nvSpPr>
          <p:cNvPr id="4" name="Freeform 4"/>
          <p:cNvSpPr/>
          <p:nvPr/>
        </p:nvSpPr>
        <p:spPr>
          <a:xfrm rot="-10800000" flipH="1">
            <a:off x="6600825" y="7901289"/>
            <a:ext cx="6727377" cy="2383500"/>
          </a:xfrm>
          <a:custGeom>
            <a:avLst/>
            <a:gdLst/>
            <a:ahLst/>
            <a:cxnLst/>
            <a:rect l="l" t="t" r="r" b="b"/>
            <a:pathLst>
              <a:path w="6727377" h="2383500">
                <a:moveTo>
                  <a:pt x="6727377" y="0"/>
                </a:moveTo>
                <a:lnTo>
                  <a:pt x="0" y="0"/>
                </a:lnTo>
                <a:lnTo>
                  <a:pt x="0" y="2383500"/>
                </a:lnTo>
                <a:lnTo>
                  <a:pt x="6727377" y="2383500"/>
                </a:lnTo>
                <a:lnTo>
                  <a:pt x="6727377" y="0"/>
                </a:lnTo>
                <a:close/>
              </a:path>
            </a:pathLst>
          </a:custGeom>
          <a:blipFill>
            <a:blip r:embed="rId3"/>
            <a:stretch>
              <a:fillRect t="-40251" b="-40251"/>
            </a:stretch>
          </a:blipFill>
        </p:spPr>
      </p:sp>
      <p:sp>
        <p:nvSpPr>
          <p:cNvPr id="5" name="Freeform 5"/>
          <p:cNvSpPr/>
          <p:nvPr/>
        </p:nvSpPr>
        <p:spPr>
          <a:xfrm rot="-10800000" flipH="1">
            <a:off x="14867450" y="7650000"/>
            <a:ext cx="3212652" cy="2383500"/>
          </a:xfrm>
          <a:custGeom>
            <a:avLst/>
            <a:gdLst/>
            <a:ahLst/>
            <a:cxnLst/>
            <a:rect l="l" t="t" r="r" b="b"/>
            <a:pathLst>
              <a:path w="3212652" h="2383500">
                <a:moveTo>
                  <a:pt x="3212652" y="0"/>
                </a:moveTo>
                <a:lnTo>
                  <a:pt x="0" y="0"/>
                </a:lnTo>
                <a:lnTo>
                  <a:pt x="0" y="2383500"/>
                </a:lnTo>
                <a:lnTo>
                  <a:pt x="3212652" y="2383500"/>
                </a:lnTo>
                <a:lnTo>
                  <a:pt x="3212652" y="0"/>
                </a:lnTo>
                <a:close/>
              </a:path>
            </a:pathLst>
          </a:custGeom>
          <a:blipFill>
            <a:blip r:embed="rId3"/>
            <a:stretch>
              <a:fillRect l="-16010"/>
            </a:stretch>
          </a:blipFill>
        </p:spPr>
      </p:sp>
      <p:sp>
        <p:nvSpPr>
          <p:cNvPr id="6" name="Freeform 6"/>
          <p:cNvSpPr/>
          <p:nvPr/>
        </p:nvSpPr>
        <p:spPr>
          <a:xfrm rot="-10800000" flipH="1">
            <a:off x="13139550" y="121792"/>
            <a:ext cx="5013300" cy="3916650"/>
          </a:xfrm>
          <a:custGeom>
            <a:avLst/>
            <a:gdLst/>
            <a:ahLst/>
            <a:cxnLst/>
            <a:rect l="l" t="t" r="r" b="b"/>
            <a:pathLst>
              <a:path w="5013300" h="3916650">
                <a:moveTo>
                  <a:pt x="5013300" y="0"/>
                </a:moveTo>
                <a:lnTo>
                  <a:pt x="0" y="0"/>
                </a:lnTo>
                <a:lnTo>
                  <a:pt x="0" y="3916650"/>
                </a:lnTo>
                <a:lnTo>
                  <a:pt x="5013300" y="3916650"/>
                </a:lnTo>
                <a:lnTo>
                  <a:pt x="501330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2088062" y="666750"/>
            <a:ext cx="14111876" cy="923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00"/>
              </a:lnSpc>
              <a:spcBef>
                <a:spcPct val="0"/>
              </a:spcBef>
            </a:pPr>
            <a:r>
              <a:rPr lang="en-US" sz="6000" b="1" dirty="0">
                <a:solidFill>
                  <a:srgbClr val="FFFFFF"/>
                </a:solidFill>
                <a:latin typeface="+mj-lt"/>
                <a:ea typeface="Calibri (MS) Bold"/>
                <a:cs typeface="Calibri (MS) Bold"/>
                <a:sym typeface="Calibri (MS) Bold"/>
              </a:rPr>
              <a:t>BACKEND – SERIALIZERS &amp; VIEWS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A2D341D-2F4B-C4CF-818C-4A89B2E5074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5139" y="2185288"/>
            <a:ext cx="8626125" cy="746162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51329">
                <a:alpha val="100000"/>
              </a:srgbClr>
            </a:gs>
            <a:gs pos="50000">
              <a:srgbClr val="2E295A">
                <a:alpha val="100000"/>
              </a:srgbClr>
            </a:gs>
            <a:gs pos="100000">
              <a:srgbClr val="151329">
                <a:alpha val="100000"/>
              </a:srgbClr>
            </a:gs>
          </a:gsLst>
          <a:lin ang="2700006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14867450" y="7482700"/>
            <a:ext cx="3746726" cy="2804278"/>
          </a:xfrm>
          <a:custGeom>
            <a:avLst/>
            <a:gdLst/>
            <a:ahLst/>
            <a:cxnLst/>
            <a:rect l="l" t="t" r="r" b="b"/>
            <a:pathLst>
              <a:path w="3746726" h="2804278">
                <a:moveTo>
                  <a:pt x="0" y="0"/>
                </a:moveTo>
                <a:lnTo>
                  <a:pt x="3746726" y="0"/>
                </a:lnTo>
                <a:lnTo>
                  <a:pt x="3746726" y="2804278"/>
                </a:lnTo>
                <a:lnTo>
                  <a:pt x="0" y="280427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9495" b="-19495"/>
            </a:stretch>
          </a:blipFill>
        </p:spPr>
      </p:sp>
      <p:sp>
        <p:nvSpPr>
          <p:cNvPr id="3" name="Freeform 3"/>
          <p:cNvSpPr/>
          <p:nvPr/>
        </p:nvSpPr>
        <p:spPr>
          <a:xfrm rot="-10800000" flipH="1">
            <a:off x="113850" y="121808"/>
            <a:ext cx="2727349" cy="1744200"/>
          </a:xfrm>
          <a:custGeom>
            <a:avLst/>
            <a:gdLst/>
            <a:ahLst/>
            <a:cxnLst/>
            <a:rect l="l" t="t" r="r" b="b"/>
            <a:pathLst>
              <a:path w="2727349" h="1744200">
                <a:moveTo>
                  <a:pt x="2727349" y="0"/>
                </a:moveTo>
                <a:lnTo>
                  <a:pt x="0" y="0"/>
                </a:lnTo>
                <a:lnTo>
                  <a:pt x="0" y="1744200"/>
                </a:lnTo>
                <a:lnTo>
                  <a:pt x="2727349" y="1744200"/>
                </a:lnTo>
                <a:lnTo>
                  <a:pt x="2727349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-10800000" flipH="1">
            <a:off x="14867450" y="7650000"/>
            <a:ext cx="3212652" cy="2383500"/>
          </a:xfrm>
          <a:custGeom>
            <a:avLst/>
            <a:gdLst/>
            <a:ahLst/>
            <a:cxnLst/>
            <a:rect l="l" t="t" r="r" b="b"/>
            <a:pathLst>
              <a:path w="3212652" h="2383500">
                <a:moveTo>
                  <a:pt x="3212652" y="0"/>
                </a:moveTo>
                <a:lnTo>
                  <a:pt x="0" y="0"/>
                </a:lnTo>
                <a:lnTo>
                  <a:pt x="0" y="2383500"/>
                </a:lnTo>
                <a:lnTo>
                  <a:pt x="3212652" y="2383500"/>
                </a:lnTo>
                <a:lnTo>
                  <a:pt x="3212652" y="0"/>
                </a:lnTo>
                <a:close/>
              </a:path>
            </a:pathLst>
          </a:custGeom>
          <a:blipFill>
            <a:blip r:embed="rId3"/>
            <a:stretch>
              <a:fillRect l="-16010"/>
            </a:stretch>
          </a:blipFill>
        </p:spPr>
      </p:sp>
      <p:sp>
        <p:nvSpPr>
          <p:cNvPr id="5" name="Freeform 5"/>
          <p:cNvSpPr/>
          <p:nvPr/>
        </p:nvSpPr>
        <p:spPr>
          <a:xfrm rot="-10800000" flipH="1">
            <a:off x="13139550" y="121792"/>
            <a:ext cx="5013300" cy="3916650"/>
          </a:xfrm>
          <a:custGeom>
            <a:avLst/>
            <a:gdLst/>
            <a:ahLst/>
            <a:cxnLst/>
            <a:rect l="l" t="t" r="r" b="b"/>
            <a:pathLst>
              <a:path w="5013300" h="3916650">
                <a:moveTo>
                  <a:pt x="5013300" y="0"/>
                </a:moveTo>
                <a:lnTo>
                  <a:pt x="0" y="0"/>
                </a:lnTo>
                <a:lnTo>
                  <a:pt x="0" y="3916650"/>
                </a:lnTo>
                <a:lnTo>
                  <a:pt x="5013300" y="3916650"/>
                </a:lnTo>
                <a:lnTo>
                  <a:pt x="501330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3462593" y="485775"/>
            <a:ext cx="11362815" cy="923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00"/>
              </a:lnSpc>
              <a:spcBef>
                <a:spcPct val="0"/>
              </a:spcBef>
            </a:pPr>
            <a:r>
              <a:rPr lang="en-US" sz="6000" b="1" dirty="0">
                <a:solidFill>
                  <a:srgbClr val="FFFFFF"/>
                </a:solidFill>
                <a:latin typeface="+mj-lt"/>
                <a:ea typeface="Calibri (MS) Bold"/>
                <a:cs typeface="Calibri (MS) Bold"/>
                <a:sym typeface="Calibri (MS) Bold"/>
              </a:rPr>
              <a:t>API ENDPOINTS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1219838" y="3911104"/>
            <a:ext cx="7543162" cy="1504373"/>
            <a:chOff x="0" y="0"/>
            <a:chExt cx="1699856" cy="44718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699856" cy="447188"/>
            </a:xfrm>
            <a:custGeom>
              <a:avLst/>
              <a:gdLst/>
              <a:ahLst/>
              <a:cxnLst/>
              <a:rect l="l" t="t" r="r" b="b"/>
              <a:pathLst>
                <a:path w="1699856" h="447188">
                  <a:moveTo>
                    <a:pt x="1496656" y="0"/>
                  </a:moveTo>
                  <a:cubicBezTo>
                    <a:pt x="1608880" y="0"/>
                    <a:pt x="1699856" y="100106"/>
                    <a:pt x="1699856" y="223594"/>
                  </a:cubicBezTo>
                  <a:cubicBezTo>
                    <a:pt x="1699856" y="347082"/>
                    <a:pt x="1608880" y="447188"/>
                    <a:pt x="1496656" y="447188"/>
                  </a:cubicBezTo>
                  <a:lnTo>
                    <a:pt x="203200" y="447188"/>
                  </a:lnTo>
                  <a:cubicBezTo>
                    <a:pt x="90976" y="447188"/>
                    <a:pt x="0" y="347082"/>
                    <a:pt x="0" y="223594"/>
                  </a:cubicBezTo>
                  <a:cubicBezTo>
                    <a:pt x="0" y="10010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443D6F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123825"/>
              <a:ext cx="1699856" cy="5710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49"/>
                </a:lnSpc>
              </a:pPr>
              <a:endParaRPr lang="en-US" sz="3600" b="1" dirty="0">
                <a:solidFill>
                  <a:srgbClr val="FFFFFF"/>
                </a:solidFill>
                <a:latin typeface="+mj-lt"/>
                <a:ea typeface="Calibri (MS) Bold"/>
                <a:cs typeface="Calibri (MS) Bold"/>
                <a:sym typeface="Calibri (MS) Bold"/>
              </a:endParaRPr>
            </a:p>
            <a:p>
              <a:pPr algn="ctr">
                <a:lnSpc>
                  <a:spcPts val="3749"/>
                </a:lnSpc>
              </a:pPr>
              <a:r>
                <a:rPr lang="en-US" sz="3600" b="1" dirty="0">
                  <a:solidFill>
                    <a:srgbClr val="FFFFFF"/>
                  </a:solidFill>
                  <a:latin typeface="+mj-lt"/>
                  <a:ea typeface="Calibri (MS) Bold"/>
                  <a:cs typeface="Calibri (MS) Bold"/>
                  <a:sym typeface="Calibri (MS) Bold"/>
                </a:rPr>
                <a:t>/</a:t>
              </a:r>
              <a:r>
                <a:rPr lang="en-US" sz="3600" b="1" dirty="0" err="1">
                  <a:solidFill>
                    <a:srgbClr val="FFFFFF"/>
                  </a:solidFill>
                  <a:latin typeface="+mj-lt"/>
                  <a:ea typeface="Calibri (MS) Bold"/>
                  <a:cs typeface="Calibri (MS) Bold"/>
                  <a:sym typeface="Calibri (MS) Bold"/>
                </a:rPr>
                <a:t>api</a:t>
              </a:r>
              <a:r>
                <a:rPr lang="en-US" sz="3600" b="1" dirty="0">
                  <a:solidFill>
                    <a:srgbClr val="FFFFFF"/>
                  </a:solidFill>
                  <a:latin typeface="+mj-lt"/>
                  <a:ea typeface="Calibri (MS) Bold"/>
                  <a:cs typeface="Calibri (MS) Bold"/>
                  <a:sym typeface="Calibri (MS) Bold"/>
                </a:rPr>
                <a:t>/transactions/ </a:t>
              </a:r>
            </a:p>
            <a:p>
              <a:pPr algn="ctr">
                <a:lnSpc>
                  <a:spcPts val="3749"/>
                </a:lnSpc>
              </a:pPr>
              <a:r>
                <a:rPr lang="en-US" sz="3600" b="1" dirty="0">
                  <a:solidFill>
                    <a:srgbClr val="FFFFFF"/>
                  </a:solidFill>
                  <a:latin typeface="+mj-lt"/>
                  <a:ea typeface="Calibri (MS) Bold"/>
                  <a:cs typeface="Calibri (MS) Bold"/>
                  <a:sym typeface="Calibri (MS) Bold"/>
                </a:rPr>
                <a:t>  Issue &amp; track loans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266825" y="5735667"/>
            <a:ext cx="7496175" cy="1520816"/>
            <a:chOff x="0" y="0"/>
            <a:chExt cx="1699856" cy="45456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699856" cy="454566"/>
            </a:xfrm>
            <a:custGeom>
              <a:avLst/>
              <a:gdLst/>
              <a:ahLst/>
              <a:cxnLst/>
              <a:rect l="l" t="t" r="r" b="b"/>
              <a:pathLst>
                <a:path w="1699856" h="454566">
                  <a:moveTo>
                    <a:pt x="1496656" y="0"/>
                  </a:moveTo>
                  <a:cubicBezTo>
                    <a:pt x="1608880" y="0"/>
                    <a:pt x="1699856" y="101758"/>
                    <a:pt x="1699856" y="227283"/>
                  </a:cubicBezTo>
                  <a:cubicBezTo>
                    <a:pt x="1699856" y="352808"/>
                    <a:pt x="1608880" y="454566"/>
                    <a:pt x="1496656" y="454566"/>
                  </a:cubicBezTo>
                  <a:lnTo>
                    <a:pt x="203200" y="454566"/>
                  </a:lnTo>
                  <a:cubicBezTo>
                    <a:pt x="90976" y="454566"/>
                    <a:pt x="0" y="352808"/>
                    <a:pt x="0" y="227283"/>
                  </a:cubicBezTo>
                  <a:cubicBezTo>
                    <a:pt x="0" y="101758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443D6F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0" y="-123825"/>
              <a:ext cx="1699856" cy="57839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49"/>
                </a:lnSpc>
              </a:pPr>
              <a:endParaRPr lang="en-US" sz="3600" b="1" dirty="0">
                <a:solidFill>
                  <a:srgbClr val="FFFFFF"/>
                </a:solidFill>
                <a:latin typeface="+mj-lt"/>
                <a:ea typeface="Calibri (MS) Bold"/>
                <a:cs typeface="Calibri (MS) Bold"/>
                <a:sym typeface="Calibri (MS) Bold"/>
              </a:endParaRPr>
            </a:p>
            <a:p>
              <a:pPr algn="ctr">
                <a:lnSpc>
                  <a:spcPts val="3749"/>
                </a:lnSpc>
              </a:pPr>
              <a:r>
                <a:rPr lang="en-US" sz="3600" b="1" dirty="0">
                  <a:solidFill>
                    <a:srgbClr val="FFFFFF"/>
                  </a:solidFill>
                  <a:latin typeface="+mj-lt"/>
                  <a:ea typeface="Calibri (MS) Bold"/>
                  <a:cs typeface="Calibri (MS) Bold"/>
                  <a:sym typeface="Calibri (MS) Bold"/>
                </a:rPr>
                <a:t>/</a:t>
              </a:r>
              <a:r>
                <a:rPr lang="en-US" sz="3600" b="1" dirty="0" err="1">
                  <a:solidFill>
                    <a:srgbClr val="FFFFFF"/>
                  </a:solidFill>
                  <a:latin typeface="+mj-lt"/>
                  <a:ea typeface="Calibri (MS) Bold"/>
                  <a:cs typeface="Calibri (MS) Bold"/>
                  <a:sym typeface="Calibri (MS) Bold"/>
                </a:rPr>
                <a:t>api</a:t>
              </a:r>
              <a:r>
                <a:rPr lang="en-US" sz="3600" b="1" dirty="0">
                  <a:solidFill>
                    <a:srgbClr val="FFFFFF"/>
                  </a:solidFill>
                  <a:latin typeface="+mj-lt"/>
                  <a:ea typeface="Calibri (MS) Bold"/>
                  <a:cs typeface="Calibri (MS) Bold"/>
                  <a:sym typeface="Calibri (MS) Bold"/>
                </a:rPr>
                <a:t>/books/ </a:t>
              </a:r>
            </a:p>
            <a:p>
              <a:pPr algn="ctr">
                <a:lnSpc>
                  <a:spcPts val="3749"/>
                </a:lnSpc>
              </a:pPr>
              <a:r>
                <a:rPr lang="en-US" sz="3600" b="1" dirty="0">
                  <a:solidFill>
                    <a:srgbClr val="FFFFFF"/>
                  </a:solidFill>
                  <a:latin typeface="+mj-lt"/>
                  <a:ea typeface="Calibri (MS) Bold"/>
                  <a:cs typeface="Calibri (MS) Bold"/>
                  <a:sym typeface="Calibri (MS) Bold"/>
                </a:rPr>
                <a:t>  Manage books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282486" y="7551758"/>
            <a:ext cx="7480513" cy="1506396"/>
            <a:chOff x="0" y="0"/>
            <a:chExt cx="1691606" cy="450552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691606" cy="450552"/>
            </a:xfrm>
            <a:custGeom>
              <a:avLst/>
              <a:gdLst/>
              <a:ahLst/>
              <a:cxnLst/>
              <a:rect l="l" t="t" r="r" b="b"/>
              <a:pathLst>
                <a:path w="1691606" h="450552">
                  <a:moveTo>
                    <a:pt x="1488406" y="0"/>
                  </a:moveTo>
                  <a:cubicBezTo>
                    <a:pt x="1600630" y="0"/>
                    <a:pt x="1691606" y="100860"/>
                    <a:pt x="1691606" y="225276"/>
                  </a:cubicBezTo>
                  <a:cubicBezTo>
                    <a:pt x="1691606" y="349693"/>
                    <a:pt x="1600630" y="450552"/>
                    <a:pt x="1488406" y="450552"/>
                  </a:cubicBezTo>
                  <a:lnTo>
                    <a:pt x="203200" y="450552"/>
                  </a:lnTo>
                  <a:cubicBezTo>
                    <a:pt x="90976" y="450552"/>
                    <a:pt x="0" y="349693"/>
                    <a:pt x="0" y="225276"/>
                  </a:cubicBezTo>
                  <a:cubicBezTo>
                    <a:pt x="0" y="10086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443D6F"/>
            </a:solidFill>
          </p:spPr>
          <p:txBody>
            <a:bodyPr/>
            <a:lstStyle/>
            <a:p>
              <a:endParaRPr lang="en-IN" dirty="0">
                <a:latin typeface="+mj-lt"/>
              </a:endParaRP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123825"/>
              <a:ext cx="1691606" cy="5743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49"/>
                </a:lnSpc>
              </a:pPr>
              <a:r>
                <a:rPr lang="en-US" sz="3600" b="1" dirty="0">
                  <a:solidFill>
                    <a:srgbClr val="FFFFFF"/>
                  </a:solidFill>
                  <a:latin typeface="+mj-lt"/>
                  <a:ea typeface="Calibri (MS) Bold"/>
                  <a:cs typeface="Calibri (MS) Bold"/>
                  <a:sym typeface="Calibri (MS) Bold"/>
                </a:rPr>
                <a:t> </a:t>
              </a:r>
            </a:p>
            <a:p>
              <a:pPr algn="ctr">
                <a:lnSpc>
                  <a:spcPts val="3749"/>
                </a:lnSpc>
              </a:pPr>
              <a:r>
                <a:rPr lang="en-US" sz="3600" b="1" dirty="0">
                  <a:solidFill>
                    <a:srgbClr val="FFFFFF"/>
                  </a:solidFill>
                  <a:latin typeface="+mj-lt"/>
                  <a:ea typeface="Calibri (MS) Bold"/>
                  <a:cs typeface="Calibri (MS) Bold"/>
                  <a:sym typeface="Calibri (MS) Bold"/>
                </a:rPr>
                <a:t>/</a:t>
              </a:r>
              <a:r>
                <a:rPr lang="en-US" sz="3600" b="1" dirty="0" err="1">
                  <a:solidFill>
                    <a:srgbClr val="FFFFFF"/>
                  </a:solidFill>
                  <a:latin typeface="+mj-lt"/>
                  <a:ea typeface="Calibri (MS) Bold"/>
                  <a:cs typeface="Calibri (MS) Bold"/>
                  <a:sym typeface="Calibri (MS) Bold"/>
                </a:rPr>
                <a:t>api</a:t>
              </a:r>
              <a:r>
                <a:rPr lang="en-US" sz="3600" b="1" dirty="0">
                  <a:solidFill>
                    <a:srgbClr val="FFFFFF"/>
                  </a:solidFill>
                  <a:latin typeface="+mj-lt"/>
                  <a:ea typeface="Calibri (MS) Bold"/>
                  <a:cs typeface="Calibri (MS) Bold"/>
                  <a:sym typeface="Calibri (MS) Bold"/>
                </a:rPr>
                <a:t>/users/ </a:t>
              </a:r>
            </a:p>
            <a:p>
              <a:pPr algn="ctr">
                <a:lnSpc>
                  <a:spcPts val="3749"/>
                </a:lnSpc>
              </a:pPr>
              <a:r>
                <a:rPr lang="en-US" sz="3600" b="1" dirty="0">
                  <a:solidFill>
                    <a:srgbClr val="FFFFFF"/>
                  </a:solidFill>
                  <a:latin typeface="+mj-lt"/>
                  <a:ea typeface="Calibri (MS) Bold"/>
                  <a:cs typeface="Calibri (MS) Bold"/>
                  <a:sym typeface="Calibri (MS) Bold"/>
                </a:rPr>
                <a:t>  Manage users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219839" y="2136370"/>
            <a:ext cx="7543162" cy="1504373"/>
            <a:chOff x="0" y="0"/>
            <a:chExt cx="1699856" cy="447188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699856" cy="447188"/>
            </a:xfrm>
            <a:custGeom>
              <a:avLst/>
              <a:gdLst/>
              <a:ahLst/>
              <a:cxnLst/>
              <a:rect l="l" t="t" r="r" b="b"/>
              <a:pathLst>
                <a:path w="1699856" h="447188">
                  <a:moveTo>
                    <a:pt x="1496656" y="0"/>
                  </a:moveTo>
                  <a:cubicBezTo>
                    <a:pt x="1608880" y="0"/>
                    <a:pt x="1699856" y="100106"/>
                    <a:pt x="1699856" y="223594"/>
                  </a:cubicBezTo>
                  <a:cubicBezTo>
                    <a:pt x="1699856" y="347082"/>
                    <a:pt x="1608880" y="447188"/>
                    <a:pt x="1496656" y="447188"/>
                  </a:cubicBezTo>
                  <a:lnTo>
                    <a:pt x="203200" y="447188"/>
                  </a:lnTo>
                  <a:cubicBezTo>
                    <a:pt x="90976" y="447188"/>
                    <a:pt x="0" y="347082"/>
                    <a:pt x="0" y="223594"/>
                  </a:cubicBezTo>
                  <a:cubicBezTo>
                    <a:pt x="0" y="10010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443D6F"/>
            </a:solidFill>
          </p:spPr>
        </p:sp>
        <p:sp>
          <p:nvSpPr>
            <p:cNvPr id="19" name="TextBox 19"/>
            <p:cNvSpPr txBox="1"/>
            <p:nvPr/>
          </p:nvSpPr>
          <p:spPr>
            <a:xfrm>
              <a:off x="0" y="-123825"/>
              <a:ext cx="1699856" cy="5710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49"/>
                </a:lnSpc>
              </a:pPr>
              <a:endParaRPr lang="en-US" sz="3600" b="1" dirty="0">
                <a:solidFill>
                  <a:srgbClr val="FFFFFF"/>
                </a:solidFill>
                <a:latin typeface="+mj-lt"/>
                <a:ea typeface="Calibri (MS) Bold"/>
                <a:cs typeface="Calibri (MS) Bold"/>
                <a:sym typeface="Calibri (MS) Bold"/>
              </a:endParaRPr>
            </a:p>
            <a:p>
              <a:pPr algn="ctr">
                <a:lnSpc>
                  <a:spcPts val="3749"/>
                </a:lnSpc>
              </a:pPr>
              <a:r>
                <a:rPr lang="en-US" sz="3600" b="1" dirty="0">
                  <a:solidFill>
                    <a:srgbClr val="FFFFFF"/>
                  </a:solidFill>
                  <a:latin typeface="+mj-lt"/>
                  <a:ea typeface="Calibri (MS) Bold"/>
                  <a:cs typeface="Calibri (MS) Bold"/>
                  <a:sym typeface="Calibri (MS) Bold"/>
                </a:rPr>
                <a:t>/</a:t>
              </a:r>
              <a:r>
                <a:rPr lang="en-US" sz="3600" b="1" dirty="0" err="1">
                  <a:solidFill>
                    <a:srgbClr val="FFFFFF"/>
                  </a:solidFill>
                  <a:latin typeface="+mj-lt"/>
                  <a:ea typeface="Calibri (MS) Bold"/>
                  <a:cs typeface="Calibri (MS) Bold"/>
                  <a:sym typeface="Calibri (MS) Bold"/>
                </a:rPr>
                <a:t>api</a:t>
              </a:r>
              <a:r>
                <a:rPr lang="en-US" sz="3600" b="1" dirty="0">
                  <a:solidFill>
                    <a:srgbClr val="FFFFFF"/>
                  </a:solidFill>
                  <a:latin typeface="+mj-lt"/>
                  <a:ea typeface="Calibri (MS) Bold"/>
                  <a:cs typeface="Calibri (MS) Bold"/>
                  <a:sym typeface="Calibri (MS) Bold"/>
                </a:rPr>
                <a:t>/transactions/{id}/</a:t>
              </a:r>
              <a:r>
                <a:rPr lang="en-US" sz="3600" b="1" dirty="0" err="1">
                  <a:solidFill>
                    <a:srgbClr val="FFFFFF"/>
                  </a:solidFill>
                  <a:latin typeface="+mj-lt"/>
                  <a:ea typeface="Calibri (MS) Bold"/>
                  <a:cs typeface="Calibri (MS) Bold"/>
                  <a:sym typeface="Calibri (MS) Bold"/>
                </a:rPr>
                <a:t>return_book</a:t>
              </a:r>
              <a:r>
                <a:rPr lang="en-US" sz="3600" b="1" dirty="0">
                  <a:solidFill>
                    <a:srgbClr val="FFFFFF"/>
                  </a:solidFill>
                  <a:latin typeface="+mj-lt"/>
                  <a:ea typeface="Calibri (MS) Bold"/>
                  <a:cs typeface="Calibri (MS) Bold"/>
                  <a:sym typeface="Calibri (MS) Bold"/>
                </a:rPr>
                <a:t>/ </a:t>
              </a:r>
            </a:p>
            <a:p>
              <a:pPr algn="ctr">
                <a:lnSpc>
                  <a:spcPts val="3749"/>
                </a:lnSpc>
              </a:pPr>
              <a:r>
                <a:rPr lang="en-US" sz="3600" b="1" dirty="0">
                  <a:solidFill>
                    <a:srgbClr val="FFFFFF"/>
                  </a:solidFill>
                  <a:latin typeface="+mj-lt"/>
                  <a:ea typeface="Calibri (MS) Bold"/>
                  <a:cs typeface="Calibri (MS) Bold"/>
                  <a:sym typeface="Calibri (MS) Bold"/>
                </a:rPr>
                <a:t>Return a book + fine calculation</a:t>
              </a: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35B971F0-88C2-2A1A-5E66-6CDBBB7D0D0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0" y="1691300"/>
            <a:ext cx="7948111" cy="7948111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51329">
                <a:alpha val="100000"/>
              </a:srgbClr>
            </a:gs>
            <a:gs pos="50000">
              <a:srgbClr val="2E295A">
                <a:alpha val="100000"/>
              </a:srgbClr>
            </a:gs>
            <a:gs pos="100000">
              <a:srgbClr val="151329">
                <a:alpha val="100000"/>
              </a:srgbClr>
            </a:gs>
          </a:gsLst>
          <a:lin ang="2700006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5486400" y="447674"/>
            <a:ext cx="8722718" cy="923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200"/>
              </a:lnSpc>
              <a:spcBef>
                <a:spcPct val="0"/>
              </a:spcBef>
            </a:pPr>
            <a:r>
              <a:rPr lang="en-US" sz="6000" b="1" dirty="0">
                <a:solidFill>
                  <a:srgbClr val="FFFFFF"/>
                </a:solidFill>
                <a:latin typeface="+mj-lt"/>
                <a:ea typeface="Calibri (MS) Bold"/>
                <a:cs typeface="Calibri (MS) Bold"/>
                <a:sym typeface="Calibri (MS) Bold"/>
              </a:rPr>
              <a:t>SYSTEM WORKFLOW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525000" y="1463880"/>
            <a:ext cx="7810500" cy="80759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690881" lvl="1" indent="-345440" algn="l">
              <a:lnSpc>
                <a:spcPts val="6400"/>
              </a:lnSpc>
              <a:buAutoNum type="arabicPeriod"/>
            </a:pPr>
            <a:r>
              <a:rPr lang="en-US" sz="32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User selects an action from the React frontend.</a:t>
            </a:r>
          </a:p>
          <a:p>
            <a:pPr marL="690881" lvl="1" indent="-345440" algn="l">
              <a:lnSpc>
                <a:spcPts val="6400"/>
              </a:lnSpc>
              <a:buAutoNum type="arabicPeriod"/>
            </a:pPr>
            <a:r>
              <a:rPr lang="en-US" sz="32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Frontend sends API request via Axios to the Django REST backend.</a:t>
            </a:r>
          </a:p>
          <a:p>
            <a:pPr marL="690881" lvl="1" indent="-345440" algn="l">
              <a:lnSpc>
                <a:spcPts val="6400"/>
              </a:lnSpc>
              <a:buAutoNum type="arabicPeriod"/>
            </a:pPr>
            <a:r>
              <a:rPr lang="en-US" sz="32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Backend processes the request and updates the SQLite database </a:t>
            </a:r>
          </a:p>
          <a:p>
            <a:pPr marL="690881" lvl="1" indent="-345440" algn="l">
              <a:lnSpc>
                <a:spcPts val="6400"/>
              </a:lnSpc>
              <a:buAutoNum type="arabicPeriod"/>
            </a:pPr>
            <a:r>
              <a:rPr lang="en-US" sz="32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Django Admin panel reflects all updates for monitoring and management.</a:t>
            </a:r>
          </a:p>
          <a:p>
            <a:pPr marL="690881" lvl="1" indent="-345440" algn="l">
              <a:lnSpc>
                <a:spcPts val="6400"/>
              </a:lnSpc>
              <a:buAutoNum type="arabicPeriod"/>
            </a:pPr>
            <a:r>
              <a:rPr lang="en-US" sz="32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Backend returns JSON responses, and the frontend updates UI with latest data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A8C6F39-4F3F-E1CD-B659-E1B0D39CB2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282" y="1609202"/>
            <a:ext cx="8722718" cy="823012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9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5EBC66-6F4B-14B9-009D-D63CE4F676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CD940DF8-3436-4D55-6672-4437BC17A56E}"/>
              </a:ext>
            </a:extLst>
          </p:cNvPr>
          <p:cNvSpPr txBox="1"/>
          <p:nvPr/>
        </p:nvSpPr>
        <p:spPr>
          <a:xfrm>
            <a:off x="8965660" y="3560759"/>
            <a:ext cx="12487085" cy="31654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b="1" dirty="0">
                <a:solidFill>
                  <a:srgbClr val="AB0DD2"/>
                </a:solidFill>
                <a:ea typeface="Arimo Bold"/>
                <a:cs typeface="Arimo Bold"/>
                <a:sym typeface="Arimo Bold"/>
              </a:rPr>
              <a:t>PYTHON </a:t>
            </a:r>
          </a:p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b="1" dirty="0">
                <a:solidFill>
                  <a:srgbClr val="AB0DD2"/>
                </a:solidFill>
                <a:ea typeface="Arimo Bold"/>
                <a:cs typeface="Arimo Bold"/>
                <a:sym typeface="Arimo Bold"/>
              </a:rPr>
              <a:t>BACKEND </a:t>
            </a:r>
          </a:p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b="1" dirty="0">
                <a:solidFill>
                  <a:srgbClr val="AB0DD2"/>
                </a:solidFill>
                <a:ea typeface="Arimo Bold"/>
                <a:cs typeface="Arimo Bold"/>
                <a:sym typeface="Arimo Bold"/>
              </a:rPr>
              <a:t>SECTION</a:t>
            </a:r>
          </a:p>
        </p:txBody>
      </p:sp>
      <p:sp>
        <p:nvSpPr>
          <p:cNvPr id="7" name="AutoShape 4">
            <a:extLst>
              <a:ext uri="{FF2B5EF4-FFF2-40B4-BE49-F238E27FC236}">
                <a16:creationId xmlns:a16="http://schemas.microsoft.com/office/drawing/2014/main" id="{40419072-3C3A-4340-1F3C-25748811002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991600" y="49911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A3FC1FD-2CD6-D0A6-DFE1-9FDEAE097C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4" y="0"/>
            <a:ext cx="11963400" cy="1028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37780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2C44"/>
            </a:gs>
            <a:gs pos="50000">
              <a:srgbClr val="2E295A">
                <a:alpha val="100000"/>
              </a:srgbClr>
            </a:gs>
            <a:gs pos="100000">
              <a:srgbClr val="151329">
                <a:alpha val="100000"/>
              </a:srgbClr>
            </a:gs>
          </a:gsLst>
          <a:lin ang="2700006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448800" y="1833582"/>
            <a:ext cx="8172450" cy="8453418"/>
          </a:xfrm>
          <a:custGeom>
            <a:avLst/>
            <a:gdLst/>
            <a:ahLst/>
            <a:cxnLst/>
            <a:rect l="l" t="t" r="r" b="b"/>
            <a:pathLst>
              <a:path w="8172450" h="8453418">
                <a:moveTo>
                  <a:pt x="0" y="0"/>
                </a:moveTo>
                <a:lnTo>
                  <a:pt x="8172450" y="0"/>
                </a:lnTo>
                <a:lnTo>
                  <a:pt x="8172450" y="8453418"/>
                </a:lnTo>
                <a:lnTo>
                  <a:pt x="0" y="845341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658" t="-1817" r="-2658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219200" y="2171700"/>
            <a:ext cx="8945880" cy="69964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90881" lvl="1" indent="-345440" algn="l">
              <a:lnSpc>
                <a:spcPts val="8000"/>
              </a:lnSpc>
              <a:buAutoNum type="arabicPeriod"/>
            </a:pPr>
            <a:r>
              <a:rPr lang="en-US" sz="32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Modules : </a:t>
            </a:r>
            <a:r>
              <a:rPr lang="en-US" sz="3200" dirty="0" err="1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json</a:t>
            </a:r>
            <a:r>
              <a:rPr lang="en-US" sz="32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, </a:t>
            </a:r>
            <a:r>
              <a:rPr lang="en-US" sz="3200" dirty="0" err="1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os</a:t>
            </a:r>
            <a:r>
              <a:rPr lang="en-US" sz="32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, datetime, logging. </a:t>
            </a:r>
          </a:p>
          <a:p>
            <a:pPr algn="l">
              <a:lnSpc>
                <a:spcPts val="8000"/>
              </a:lnSpc>
            </a:pPr>
            <a:r>
              <a:rPr lang="en-US" sz="32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   2. Classes: </a:t>
            </a:r>
          </a:p>
          <a:p>
            <a:pPr marL="514350" indent="-514350" algn="l">
              <a:lnSpc>
                <a:spcPts val="8000"/>
              </a:lnSpc>
              <a:buFont typeface="+mj-lt"/>
              <a:buAutoNum type="alphaLcPeriod"/>
            </a:pPr>
            <a:r>
              <a:rPr lang="en-US" sz="32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          Book : stores book details. </a:t>
            </a:r>
          </a:p>
          <a:p>
            <a:pPr marL="514350" indent="-514350" algn="l">
              <a:lnSpc>
                <a:spcPts val="8000"/>
              </a:lnSpc>
              <a:buFont typeface="+mj-lt"/>
              <a:buAutoNum type="alphaLcPeriod"/>
            </a:pPr>
            <a:r>
              <a:rPr lang="en-US" sz="32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          User : stores user details. </a:t>
            </a:r>
          </a:p>
          <a:p>
            <a:pPr algn="l">
              <a:lnSpc>
                <a:spcPts val="8000"/>
              </a:lnSpc>
            </a:pPr>
            <a:r>
              <a:rPr lang="en-US" sz="32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   3. Library System : handles operations</a:t>
            </a:r>
          </a:p>
          <a:p>
            <a:pPr algn="l">
              <a:lnSpc>
                <a:spcPts val="8000"/>
              </a:lnSpc>
            </a:pPr>
            <a:r>
              <a:rPr lang="en-US" sz="32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   4. Storage: All data stored in JSON file. </a:t>
            </a:r>
          </a:p>
          <a:p>
            <a:pPr algn="l">
              <a:lnSpc>
                <a:spcPts val="8000"/>
              </a:lnSpc>
            </a:pPr>
            <a:r>
              <a:rPr lang="en-US" sz="32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   5. Logs: System activities stored in a log file. 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3539924" y="595798"/>
            <a:ext cx="11208152" cy="923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200"/>
              </a:lnSpc>
              <a:spcBef>
                <a:spcPct val="0"/>
              </a:spcBef>
            </a:pPr>
            <a:r>
              <a:rPr lang="en-US" sz="6000" b="1" dirty="0">
                <a:solidFill>
                  <a:srgbClr val="FFFFFF"/>
                </a:solidFill>
                <a:latin typeface="+mj-lt"/>
                <a:ea typeface="Calibri (MS) Bold"/>
                <a:cs typeface="Calibri (MS) Bold"/>
                <a:sym typeface="Calibri (MS) Bold"/>
              </a:rPr>
              <a:t>SYSTEM ARCHITECTURE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51329">
                <a:alpha val="100000"/>
              </a:srgbClr>
            </a:gs>
            <a:gs pos="50000">
              <a:srgbClr val="2E295A">
                <a:alpha val="100000"/>
              </a:srgbClr>
            </a:gs>
            <a:gs pos="100000">
              <a:srgbClr val="151329">
                <a:alpha val="100000"/>
              </a:srgbClr>
            </a:gs>
          </a:gsLst>
          <a:lin ang="2700006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809432"/>
            <a:ext cx="6681976" cy="15388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000"/>
              </a:lnSpc>
            </a:pPr>
            <a:r>
              <a:rPr lang="en-US" sz="5000" b="1" dirty="0">
                <a:solidFill>
                  <a:srgbClr val="FFFFFF"/>
                </a:solidFill>
                <a:latin typeface="+mj-lt"/>
                <a:ea typeface="Calibri (MS) Bold"/>
                <a:cs typeface="Calibri (MS) Bold"/>
                <a:sym typeface="Calibri (MS) Bold"/>
              </a:rPr>
              <a:t>FUNCTIONAL REQUIREMENTS 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479280" y="542732"/>
            <a:ext cx="6705600" cy="15388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000"/>
              </a:lnSpc>
            </a:pPr>
            <a:r>
              <a:rPr lang="en-US" sz="5000" b="1">
                <a:solidFill>
                  <a:srgbClr val="FFFFFF"/>
                </a:solidFill>
                <a:latin typeface="+mj-lt"/>
                <a:ea typeface="Calibri (MS) Bold"/>
                <a:cs typeface="Calibri (MS) Bold"/>
                <a:sym typeface="Calibri (MS) Bold"/>
              </a:rPr>
              <a:t>NON-FUNCTIONAL REQUIREMENTS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38811" y="2647950"/>
            <a:ext cx="6913750" cy="6610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l">
              <a:lnSpc>
                <a:spcPts val="7500"/>
              </a:lnSpc>
              <a:buAutoNum type="arabicPeriod"/>
            </a:pPr>
            <a:r>
              <a:rPr lang="en-US" sz="300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Add and remove books </a:t>
            </a:r>
          </a:p>
          <a:p>
            <a:pPr marL="647700" lvl="1" indent="-323850" algn="l">
              <a:lnSpc>
                <a:spcPts val="7500"/>
              </a:lnSpc>
              <a:buAutoNum type="arabicPeriod"/>
            </a:pPr>
            <a:r>
              <a:rPr lang="en-US" sz="300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Register new users</a:t>
            </a:r>
          </a:p>
          <a:p>
            <a:pPr marL="647700" lvl="1" indent="-323850" algn="l">
              <a:lnSpc>
                <a:spcPts val="7500"/>
              </a:lnSpc>
              <a:buAutoNum type="arabicPeriod"/>
            </a:pPr>
            <a:r>
              <a:rPr lang="en-US" sz="300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Issue and return books with due dates</a:t>
            </a:r>
          </a:p>
          <a:p>
            <a:pPr marL="647700" lvl="1" indent="-323850" algn="l">
              <a:lnSpc>
                <a:spcPts val="7500"/>
              </a:lnSpc>
              <a:buAutoNum type="arabicPeriod"/>
            </a:pPr>
            <a:r>
              <a:rPr lang="en-US" sz="300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Calculate fines for late returns</a:t>
            </a:r>
          </a:p>
          <a:p>
            <a:pPr marL="647700" lvl="1" indent="-323850" algn="l">
              <a:lnSpc>
                <a:spcPts val="7500"/>
              </a:lnSpc>
              <a:buAutoNum type="arabicPeriod"/>
            </a:pPr>
            <a:r>
              <a:rPr lang="en-US" sz="300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Display available books,registered users, and active loans</a:t>
            </a:r>
          </a:p>
          <a:p>
            <a:pPr marL="647700" lvl="1" indent="-323850" algn="l">
              <a:lnSpc>
                <a:spcPts val="7500"/>
              </a:lnSpc>
              <a:buAutoNum type="arabicPeriod"/>
            </a:pPr>
            <a:r>
              <a:rPr lang="en-US" sz="300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Maintain persistent storage using JSON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805179" y="2247707"/>
            <a:ext cx="8620125" cy="25355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l">
              <a:lnSpc>
                <a:spcPts val="5009"/>
              </a:lnSpc>
              <a:buAutoNum type="arabicPeriod"/>
            </a:pPr>
            <a:r>
              <a:rPr lang="en-US" sz="300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Easy-to-use Command Line Interface (CLI)</a:t>
            </a:r>
          </a:p>
          <a:p>
            <a:pPr marL="647700" lvl="1" indent="-323850" algn="l">
              <a:lnSpc>
                <a:spcPts val="5009"/>
              </a:lnSpc>
              <a:buAutoNum type="arabicPeriod"/>
            </a:pPr>
            <a:r>
              <a:rPr lang="en-US" sz="300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Data consistency between sessions (via library.json)</a:t>
            </a:r>
          </a:p>
          <a:p>
            <a:pPr marL="647700" lvl="1" indent="-323850" algn="l">
              <a:lnSpc>
                <a:spcPts val="5009"/>
              </a:lnSpc>
              <a:buAutoNum type="arabicPeriod"/>
            </a:pPr>
            <a:r>
              <a:rPr lang="en-US" sz="300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Logging of activities (library.log) for tracking</a:t>
            </a:r>
          </a:p>
          <a:p>
            <a:pPr marL="647700" lvl="1" indent="-323850" algn="l">
              <a:lnSpc>
                <a:spcPts val="5009"/>
              </a:lnSpc>
              <a:buAutoNum type="arabicPeriod"/>
            </a:pPr>
            <a:r>
              <a:rPr lang="en-US" sz="300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Error handling for invalid inputs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9144000" y="5868728"/>
            <a:ext cx="7807080" cy="7694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sz="5000" b="1">
                <a:solidFill>
                  <a:srgbClr val="FFFFFF"/>
                </a:solidFill>
                <a:latin typeface="+mj-lt"/>
                <a:ea typeface="Calibri (MS) Bold"/>
                <a:cs typeface="Calibri (MS) Bold"/>
                <a:sym typeface="Calibri (MS) Bold"/>
              </a:rPr>
              <a:t> SOFTWARE REQUIREMENTS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805179" y="6767888"/>
            <a:ext cx="9137689" cy="27851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l">
              <a:lnSpc>
                <a:spcPts val="5520"/>
              </a:lnSpc>
              <a:buAutoNum type="arabicPeriod"/>
            </a:pPr>
            <a:r>
              <a:rPr lang="en-US" sz="300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Python 3.10 or 3.12 installed </a:t>
            </a:r>
          </a:p>
          <a:p>
            <a:pPr marL="647700" lvl="1" indent="-323850" algn="l">
              <a:lnSpc>
                <a:spcPts val="5520"/>
              </a:lnSpc>
              <a:buAutoNum type="arabicPeriod"/>
            </a:pPr>
            <a:r>
              <a:rPr lang="en-US" sz="300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Text editor / IDE (VS Code, PyCharm, IDLE etc.) </a:t>
            </a:r>
          </a:p>
          <a:p>
            <a:pPr marL="647700" lvl="1" indent="-323850" algn="l">
              <a:lnSpc>
                <a:spcPts val="5520"/>
              </a:lnSpc>
              <a:buAutoNum type="arabicPeriod"/>
            </a:pPr>
            <a:r>
              <a:rPr lang="en-US" sz="300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Command line / terminal to run the program </a:t>
            </a:r>
          </a:p>
          <a:p>
            <a:pPr marL="647700" lvl="1" indent="-323850" algn="l">
              <a:lnSpc>
                <a:spcPts val="5520"/>
              </a:lnSpc>
              <a:buAutoNum type="arabicPeriod"/>
            </a:pPr>
            <a:r>
              <a:rPr lang="en-US" sz="300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Numpy and pandas library </a:t>
            </a:r>
          </a:p>
        </p:txBody>
      </p:sp>
      <p:sp>
        <p:nvSpPr>
          <p:cNvPr id="8" name="AutoShape 8"/>
          <p:cNvSpPr/>
          <p:nvPr/>
        </p:nvSpPr>
        <p:spPr>
          <a:xfrm flipV="1">
            <a:off x="8355200" y="397192"/>
            <a:ext cx="0" cy="9480544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9" name="AutoShape 9"/>
          <p:cNvSpPr/>
          <p:nvPr/>
        </p:nvSpPr>
        <p:spPr>
          <a:xfrm>
            <a:off x="8355265" y="5479983"/>
            <a:ext cx="97010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51329">
                <a:alpha val="100000"/>
              </a:srgbClr>
            </a:gs>
            <a:gs pos="50000">
              <a:srgbClr val="2E295A">
                <a:alpha val="100000"/>
              </a:srgbClr>
            </a:gs>
            <a:gs pos="100000">
              <a:srgbClr val="151329">
                <a:alpha val="100000"/>
              </a:srgbClr>
            </a:gs>
          </a:gsLst>
          <a:lin ang="2700006" scaled="0"/>
        </a:gradFill>
        <a:effectLst/>
      </p:bgPr>
    </p:bg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31"/>
          <p:cNvSpPr txBox="1">
            <a:spLocks noGrp="1"/>
          </p:cNvSpPr>
          <p:nvPr>
            <p:ph type="title"/>
          </p:nvPr>
        </p:nvSpPr>
        <p:spPr>
          <a:xfrm>
            <a:off x="1440000" y="890050"/>
            <a:ext cx="15408000" cy="1145400"/>
          </a:xfrm>
          <a:prstGeom prst="rect">
            <a:avLst/>
          </a:prstGeom>
        </p:spPr>
        <p:txBody>
          <a:bodyPr spcFirstLastPara="1" vert="horz" wrap="square" lIns="182850" tIns="182850" rIns="182850" bIns="182850" rtlCol="0" anchor="t" anchorCtr="0">
            <a:noAutofit/>
          </a:bodyPr>
          <a:lstStyle/>
          <a:p>
            <a:r>
              <a:rPr lang="en-IN" sz="6000" b="1" dirty="0">
                <a:solidFill>
                  <a:schemeClr val="bg1"/>
                </a:solidFill>
              </a:rPr>
              <a:t>SYSTEM ARCHITECTURE-PYTHON BACKEND</a:t>
            </a:r>
            <a:endParaRPr sz="6000" dirty="0">
              <a:solidFill>
                <a:schemeClr val="bg1"/>
              </a:solidFill>
            </a:endParaRPr>
          </a:p>
        </p:txBody>
      </p:sp>
      <p:sp>
        <p:nvSpPr>
          <p:cNvPr id="337" name="Google Shape;337;p31"/>
          <p:cNvSpPr txBox="1">
            <a:spLocks noGrp="1"/>
          </p:cNvSpPr>
          <p:nvPr>
            <p:ph type="body" idx="1"/>
          </p:nvPr>
        </p:nvSpPr>
        <p:spPr>
          <a:xfrm>
            <a:off x="500974" y="2857500"/>
            <a:ext cx="8382000" cy="4963800"/>
          </a:xfrm>
          <a:prstGeom prst="rect">
            <a:avLst/>
          </a:prstGeom>
        </p:spPr>
        <p:txBody>
          <a:bodyPr spcFirstLastPara="1" vert="horz" wrap="square" lIns="182850" tIns="182850" rIns="182850" bIns="182850" rtlCol="0" anchor="t" anchorCtr="0">
            <a:noAutofit/>
          </a:bodyPr>
          <a:lstStyle/>
          <a:p>
            <a:pPr marL="1022350" indent="-742950">
              <a:buSzPct val="70000"/>
              <a:buFont typeface="+mj-lt"/>
              <a:buAutoNum type="arabicPeriod"/>
            </a:pPr>
            <a:r>
              <a:rPr lang="en-US" sz="4000" dirty="0">
                <a:solidFill>
                  <a:schemeClr val="bg1"/>
                </a:solidFill>
                <a:latin typeface="+mj-lt"/>
              </a:rPr>
              <a:t>User selects an option from the menu. </a:t>
            </a:r>
          </a:p>
          <a:p>
            <a:pPr marL="1022350" indent="-742950">
              <a:buSzPct val="70000"/>
              <a:buFont typeface="+mj-lt"/>
              <a:buAutoNum type="arabicPeriod"/>
            </a:pPr>
            <a:r>
              <a:rPr lang="en-US" sz="4000" dirty="0">
                <a:solidFill>
                  <a:schemeClr val="bg1"/>
                </a:solidFill>
                <a:latin typeface="+mj-lt"/>
              </a:rPr>
              <a:t>System checks data and performs the requested operation. </a:t>
            </a:r>
          </a:p>
          <a:p>
            <a:pPr marL="1022350" indent="-742950">
              <a:buSzPct val="70000"/>
              <a:buFont typeface="+mj-lt"/>
              <a:buAutoNum type="arabicPeriod"/>
            </a:pPr>
            <a:r>
              <a:rPr lang="en-US" sz="4000" dirty="0">
                <a:solidFill>
                  <a:schemeClr val="bg1"/>
                </a:solidFill>
                <a:latin typeface="+mj-lt"/>
              </a:rPr>
              <a:t>Transactions (issue/return) are saved in JSON file. </a:t>
            </a:r>
          </a:p>
          <a:p>
            <a:pPr marL="1022350" indent="-742950">
              <a:buSzPct val="70000"/>
              <a:buFont typeface="+mj-lt"/>
              <a:buAutoNum type="arabicPeriod"/>
            </a:pPr>
            <a:r>
              <a:rPr lang="en-US" sz="4000" dirty="0">
                <a:solidFill>
                  <a:schemeClr val="bg1"/>
                </a:solidFill>
                <a:latin typeface="+mj-lt"/>
              </a:rPr>
              <a:t>Logs are updated for each action. </a:t>
            </a:r>
          </a:p>
          <a:p>
            <a:pPr marL="1022350" indent="-742950">
              <a:buSzPct val="70000"/>
              <a:buFont typeface="+mj-lt"/>
              <a:buAutoNum type="arabicPeriod"/>
            </a:pPr>
            <a:r>
              <a:rPr lang="en-US" sz="4000" dirty="0">
                <a:solidFill>
                  <a:schemeClr val="bg1"/>
                </a:solidFill>
                <a:latin typeface="+mj-lt"/>
              </a:rPr>
              <a:t>User can view current books, users, and issued records anytime.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4850D8A-CDD1-A829-24A7-C1A12B8F56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00" y="2476500"/>
            <a:ext cx="838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51329">
                <a:alpha val="100000"/>
              </a:srgbClr>
            </a:gs>
            <a:gs pos="50000">
              <a:srgbClr val="2E295A">
                <a:alpha val="100000"/>
              </a:srgbClr>
            </a:gs>
            <a:gs pos="100000">
              <a:srgbClr val="151329">
                <a:alpha val="100000"/>
              </a:srgbClr>
            </a:gs>
          </a:gsLst>
          <a:lin ang="2700006" scaled="0"/>
        </a:gradFill>
        <a:effectLst/>
      </p:bgPr>
    </p:bg>
    <p:spTree>
      <p:nvGrpSpPr>
        <p:cNvPr id="1" name="Shape 9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p43"/>
          <p:cNvSpPr txBox="1">
            <a:spLocks noGrp="1"/>
          </p:cNvSpPr>
          <p:nvPr>
            <p:ph type="title"/>
          </p:nvPr>
        </p:nvSpPr>
        <p:spPr>
          <a:xfrm>
            <a:off x="1348547" y="993348"/>
            <a:ext cx="15408000" cy="1145400"/>
          </a:xfrm>
          <a:prstGeom prst="rect">
            <a:avLst/>
          </a:prstGeom>
        </p:spPr>
        <p:txBody>
          <a:bodyPr spcFirstLastPara="1" vert="horz" wrap="square" lIns="182850" tIns="182850" rIns="182850" bIns="182850" rtlCol="0" anchor="t" anchorCtr="0">
            <a:noAutofit/>
          </a:bodyPr>
          <a:lstStyle/>
          <a:p>
            <a:r>
              <a:rPr lang="de" sz="6000" b="1" dirty="0">
                <a:solidFill>
                  <a:schemeClr val="bg1"/>
                </a:solidFill>
              </a:rPr>
              <a:t>KEY FUNCTIONS OF PYTHON BACKEND</a:t>
            </a:r>
            <a:endParaRPr sz="6000" b="1" dirty="0">
              <a:solidFill>
                <a:schemeClr val="bg1"/>
              </a:solidFill>
            </a:endParaRPr>
          </a:p>
        </p:txBody>
      </p:sp>
      <p:sp>
        <p:nvSpPr>
          <p:cNvPr id="990" name="Google Shape;990;p43"/>
          <p:cNvSpPr txBox="1">
            <a:spLocks noGrp="1"/>
          </p:cNvSpPr>
          <p:nvPr>
            <p:ph type="subTitle" idx="1"/>
          </p:nvPr>
        </p:nvSpPr>
        <p:spPr>
          <a:xfrm>
            <a:off x="1745000" y="8279400"/>
            <a:ext cx="4679400" cy="1232400"/>
          </a:xfrm>
          <a:prstGeom prst="rect">
            <a:avLst/>
          </a:prstGeom>
        </p:spPr>
        <p:txBody>
          <a:bodyPr spcFirstLastPara="1" vert="horz" wrap="square" lIns="182850" tIns="182850" rIns="182850" bIns="182850" rtlCol="0" anchor="b" anchorCtr="0">
            <a:noAutofit/>
          </a:bodyPr>
          <a:lstStyle/>
          <a:p>
            <a:pPr marL="0" indent="0"/>
            <a:r>
              <a:rPr lang="en-US" dirty="0">
                <a:solidFill>
                  <a:schemeClr val="bg1"/>
                </a:solidFill>
              </a:rPr>
              <a:t>Issues book with due date.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991" name="Google Shape;991;p43"/>
          <p:cNvSpPr txBox="1">
            <a:spLocks noGrp="1"/>
          </p:cNvSpPr>
          <p:nvPr>
            <p:ph type="subTitle" idx="2"/>
          </p:nvPr>
        </p:nvSpPr>
        <p:spPr>
          <a:xfrm>
            <a:off x="1744802" y="7493100"/>
            <a:ext cx="4679400" cy="1003200"/>
          </a:xfrm>
          <a:prstGeom prst="rect">
            <a:avLst/>
          </a:prstGeom>
        </p:spPr>
        <p:txBody>
          <a:bodyPr spcFirstLastPara="1" vert="horz" wrap="square" lIns="182850" tIns="182850" rIns="182850" bIns="182850" rtlCol="0" anchor="t" anchorCtr="0">
            <a:noAutofit/>
          </a:bodyPr>
          <a:lstStyle/>
          <a:p>
            <a:pPr marL="0" indent="0">
              <a:spcAft>
                <a:spcPts val="2400"/>
              </a:spcAft>
            </a:pPr>
            <a:r>
              <a:rPr lang="en-US" sz="3500" dirty="0" err="1">
                <a:solidFill>
                  <a:schemeClr val="bg1"/>
                </a:solidFill>
              </a:rPr>
              <a:t>issue_book</a:t>
            </a:r>
            <a:r>
              <a:rPr lang="en-US" sz="3500" dirty="0">
                <a:solidFill>
                  <a:schemeClr val="bg1"/>
                </a:solidFill>
              </a:rPr>
              <a:t>() </a:t>
            </a:r>
            <a:endParaRPr sz="3500" dirty="0">
              <a:solidFill>
                <a:schemeClr val="bg1"/>
              </a:solidFill>
            </a:endParaRPr>
          </a:p>
        </p:txBody>
      </p:sp>
      <p:sp>
        <p:nvSpPr>
          <p:cNvPr id="992" name="Google Shape;992;p43"/>
          <p:cNvSpPr txBox="1">
            <a:spLocks noGrp="1"/>
          </p:cNvSpPr>
          <p:nvPr>
            <p:ph type="subTitle" idx="3"/>
          </p:nvPr>
        </p:nvSpPr>
        <p:spPr>
          <a:xfrm>
            <a:off x="6804400" y="8279400"/>
            <a:ext cx="4679400" cy="1232400"/>
          </a:xfrm>
          <a:prstGeom prst="rect">
            <a:avLst/>
          </a:prstGeom>
        </p:spPr>
        <p:txBody>
          <a:bodyPr spcFirstLastPara="1" vert="horz" wrap="square" lIns="182850" tIns="182850" rIns="182850" bIns="182850" rtlCol="0" anchor="b" anchorCtr="0">
            <a:noAutofit/>
          </a:bodyPr>
          <a:lstStyle/>
          <a:p>
            <a:pPr marL="0" indent="0"/>
            <a:r>
              <a:rPr lang="en-US" dirty="0">
                <a:solidFill>
                  <a:schemeClr val="bg1"/>
                </a:solidFill>
              </a:rPr>
              <a:t>Shows all books with status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993" name="Google Shape;993;p43"/>
          <p:cNvSpPr txBox="1">
            <a:spLocks noGrp="1"/>
          </p:cNvSpPr>
          <p:nvPr>
            <p:ph type="subTitle" idx="4"/>
          </p:nvPr>
        </p:nvSpPr>
        <p:spPr>
          <a:xfrm>
            <a:off x="6804202" y="7493100"/>
            <a:ext cx="4679400" cy="1003200"/>
          </a:xfrm>
          <a:prstGeom prst="rect">
            <a:avLst/>
          </a:prstGeom>
        </p:spPr>
        <p:txBody>
          <a:bodyPr spcFirstLastPara="1" vert="horz" wrap="square" lIns="182850" tIns="182850" rIns="182850" bIns="182850" rtlCol="0" anchor="t" anchorCtr="0">
            <a:noAutofit/>
          </a:bodyPr>
          <a:lstStyle/>
          <a:p>
            <a:pPr marL="0" indent="0">
              <a:spcAft>
                <a:spcPts val="2400"/>
              </a:spcAft>
            </a:pPr>
            <a:r>
              <a:rPr lang="en-US" sz="3500" dirty="0" err="1">
                <a:solidFill>
                  <a:schemeClr val="bg1"/>
                </a:solidFill>
              </a:rPr>
              <a:t>list_books</a:t>
            </a:r>
            <a:r>
              <a:rPr lang="en-US" sz="3500" dirty="0">
                <a:solidFill>
                  <a:schemeClr val="bg1"/>
                </a:solidFill>
              </a:rPr>
              <a:t>() </a:t>
            </a:r>
            <a:endParaRPr sz="3500" dirty="0">
              <a:solidFill>
                <a:schemeClr val="bg1"/>
              </a:solidFill>
            </a:endParaRPr>
          </a:p>
        </p:txBody>
      </p:sp>
      <p:sp>
        <p:nvSpPr>
          <p:cNvPr id="994" name="Google Shape;994;p43"/>
          <p:cNvSpPr txBox="1">
            <a:spLocks noGrp="1"/>
          </p:cNvSpPr>
          <p:nvPr>
            <p:ph type="subTitle" idx="5"/>
          </p:nvPr>
        </p:nvSpPr>
        <p:spPr>
          <a:xfrm>
            <a:off x="11880890" y="7862106"/>
            <a:ext cx="4679400" cy="1232400"/>
          </a:xfrm>
          <a:prstGeom prst="rect">
            <a:avLst/>
          </a:prstGeom>
        </p:spPr>
        <p:txBody>
          <a:bodyPr spcFirstLastPara="1" vert="horz" wrap="square" lIns="182850" tIns="182850" rIns="182850" bIns="182850" rtlCol="0" anchor="b" anchorCtr="0">
            <a:noAutofit/>
          </a:bodyPr>
          <a:lstStyle/>
          <a:p>
            <a:pPr marL="0" indent="0"/>
            <a:r>
              <a:rPr lang="en-IN" dirty="0">
                <a:solidFill>
                  <a:schemeClr val="bg1"/>
                </a:solidFill>
              </a:rPr>
              <a:t>Displays registered users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995" name="Google Shape;995;p43"/>
          <p:cNvSpPr txBox="1">
            <a:spLocks noGrp="1"/>
          </p:cNvSpPr>
          <p:nvPr>
            <p:ph type="subTitle" idx="6"/>
          </p:nvPr>
        </p:nvSpPr>
        <p:spPr>
          <a:xfrm>
            <a:off x="11863602" y="7493100"/>
            <a:ext cx="4679400" cy="1003200"/>
          </a:xfrm>
          <a:prstGeom prst="rect">
            <a:avLst/>
          </a:prstGeom>
        </p:spPr>
        <p:txBody>
          <a:bodyPr spcFirstLastPara="1" vert="horz" wrap="square" lIns="182850" tIns="182850" rIns="182850" bIns="182850" rtlCol="0" anchor="t" anchorCtr="0">
            <a:noAutofit/>
          </a:bodyPr>
          <a:lstStyle/>
          <a:p>
            <a:pPr marL="0" indent="0">
              <a:spcAft>
                <a:spcPts val="2400"/>
              </a:spcAft>
            </a:pPr>
            <a:r>
              <a:rPr lang="en-IN" sz="3500" dirty="0" err="1">
                <a:solidFill>
                  <a:schemeClr val="bg1"/>
                </a:solidFill>
              </a:rPr>
              <a:t>list_users</a:t>
            </a:r>
            <a:r>
              <a:rPr lang="en-IN" sz="3500" dirty="0">
                <a:solidFill>
                  <a:schemeClr val="bg1"/>
                </a:solidFill>
              </a:rPr>
              <a:t>() </a:t>
            </a:r>
            <a:endParaRPr sz="3500" dirty="0">
              <a:solidFill>
                <a:schemeClr val="bg1"/>
              </a:solidFill>
            </a:endParaRPr>
          </a:p>
        </p:txBody>
      </p:sp>
      <p:sp>
        <p:nvSpPr>
          <p:cNvPr id="996" name="Google Shape;996;p43"/>
          <p:cNvSpPr txBox="1">
            <a:spLocks noGrp="1"/>
          </p:cNvSpPr>
          <p:nvPr>
            <p:ph type="subTitle" idx="7"/>
          </p:nvPr>
        </p:nvSpPr>
        <p:spPr>
          <a:xfrm>
            <a:off x="1745000" y="4742176"/>
            <a:ext cx="4679400" cy="1232400"/>
          </a:xfrm>
          <a:prstGeom prst="rect">
            <a:avLst/>
          </a:prstGeom>
        </p:spPr>
        <p:txBody>
          <a:bodyPr spcFirstLastPara="1" vert="horz" wrap="square" lIns="182850" tIns="182850" rIns="182850" bIns="182850" rtlCol="0" anchor="b" anchorCtr="0">
            <a:noAutofit/>
          </a:bodyPr>
          <a:lstStyle/>
          <a:p>
            <a:pPr marL="0" indent="0"/>
            <a:r>
              <a:rPr lang="en-US" dirty="0">
                <a:solidFill>
                  <a:schemeClr val="bg1"/>
                </a:solidFill>
              </a:rPr>
              <a:t>Adds new books to the system.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997" name="Google Shape;997;p43"/>
          <p:cNvSpPr txBox="1">
            <a:spLocks noGrp="1"/>
          </p:cNvSpPr>
          <p:nvPr>
            <p:ph type="subTitle" idx="8"/>
          </p:nvPr>
        </p:nvSpPr>
        <p:spPr>
          <a:xfrm>
            <a:off x="1744802" y="3955876"/>
            <a:ext cx="4679400" cy="1003200"/>
          </a:xfrm>
          <a:prstGeom prst="rect">
            <a:avLst/>
          </a:prstGeom>
        </p:spPr>
        <p:txBody>
          <a:bodyPr spcFirstLastPara="1" vert="horz" wrap="square" lIns="182850" tIns="182850" rIns="182850" bIns="182850" rtlCol="0" anchor="t" anchorCtr="0">
            <a:noAutofit/>
          </a:bodyPr>
          <a:lstStyle/>
          <a:p>
            <a:pPr marL="0" indent="0">
              <a:spcAft>
                <a:spcPts val="2400"/>
              </a:spcAft>
            </a:pPr>
            <a:r>
              <a:rPr lang="en-US" sz="3500" dirty="0" err="1">
                <a:solidFill>
                  <a:schemeClr val="bg1"/>
                </a:solidFill>
              </a:rPr>
              <a:t>add_book</a:t>
            </a:r>
            <a:r>
              <a:rPr lang="en-US" sz="3500" dirty="0">
                <a:solidFill>
                  <a:schemeClr val="bg1"/>
                </a:solidFill>
              </a:rPr>
              <a:t>() </a:t>
            </a:r>
            <a:endParaRPr sz="3500" dirty="0">
              <a:solidFill>
                <a:schemeClr val="bg1"/>
              </a:solidFill>
            </a:endParaRPr>
          </a:p>
        </p:txBody>
      </p:sp>
      <p:sp>
        <p:nvSpPr>
          <p:cNvPr id="998" name="Google Shape;998;p43"/>
          <p:cNvSpPr txBox="1">
            <a:spLocks noGrp="1"/>
          </p:cNvSpPr>
          <p:nvPr>
            <p:ph type="subTitle" idx="9"/>
          </p:nvPr>
        </p:nvSpPr>
        <p:spPr>
          <a:xfrm>
            <a:off x="6804202" y="4306578"/>
            <a:ext cx="4679400" cy="1232400"/>
          </a:xfrm>
          <a:prstGeom prst="rect">
            <a:avLst/>
          </a:prstGeom>
        </p:spPr>
        <p:txBody>
          <a:bodyPr spcFirstLastPara="1" vert="horz" wrap="square" lIns="182850" tIns="182850" rIns="182850" bIns="182850" rtlCol="0" anchor="b" anchorCtr="0">
            <a:noAutofit/>
          </a:bodyPr>
          <a:lstStyle/>
          <a:p>
            <a:pPr marL="0" indent="0"/>
            <a:r>
              <a:rPr lang="en-US" dirty="0">
                <a:solidFill>
                  <a:schemeClr val="bg1"/>
                </a:solidFill>
              </a:rPr>
              <a:t>Deletes a book if available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999" name="Google Shape;999;p43"/>
          <p:cNvSpPr txBox="1">
            <a:spLocks noGrp="1"/>
          </p:cNvSpPr>
          <p:nvPr>
            <p:ph type="subTitle" idx="13"/>
          </p:nvPr>
        </p:nvSpPr>
        <p:spPr>
          <a:xfrm>
            <a:off x="6804202" y="3955876"/>
            <a:ext cx="4679400" cy="1003200"/>
          </a:xfrm>
          <a:prstGeom prst="rect">
            <a:avLst/>
          </a:prstGeom>
        </p:spPr>
        <p:txBody>
          <a:bodyPr spcFirstLastPara="1" vert="horz" wrap="square" lIns="182850" tIns="182850" rIns="182850" bIns="182850" rtlCol="0" anchor="t" anchorCtr="0">
            <a:noAutofit/>
          </a:bodyPr>
          <a:lstStyle/>
          <a:p>
            <a:pPr marL="0" indent="0">
              <a:spcAft>
                <a:spcPts val="2400"/>
              </a:spcAft>
            </a:pPr>
            <a:r>
              <a:rPr lang="en-US" sz="3500" dirty="0" err="1">
                <a:solidFill>
                  <a:schemeClr val="bg1"/>
                </a:solidFill>
              </a:rPr>
              <a:t>remove_book</a:t>
            </a:r>
            <a:r>
              <a:rPr lang="en-US" sz="3500" dirty="0">
                <a:solidFill>
                  <a:schemeClr val="bg1"/>
                </a:solidFill>
              </a:rPr>
              <a:t>() </a:t>
            </a:r>
            <a:endParaRPr sz="3500" dirty="0">
              <a:solidFill>
                <a:schemeClr val="bg1"/>
              </a:solidFill>
            </a:endParaRPr>
          </a:p>
        </p:txBody>
      </p:sp>
      <p:sp>
        <p:nvSpPr>
          <p:cNvPr id="1000" name="Google Shape;1000;p43"/>
          <p:cNvSpPr txBox="1">
            <a:spLocks noGrp="1"/>
          </p:cNvSpPr>
          <p:nvPr>
            <p:ph type="subTitle" idx="14"/>
          </p:nvPr>
        </p:nvSpPr>
        <p:spPr>
          <a:xfrm>
            <a:off x="11906290" y="4317097"/>
            <a:ext cx="4679400" cy="1232400"/>
          </a:xfrm>
          <a:prstGeom prst="rect">
            <a:avLst/>
          </a:prstGeom>
        </p:spPr>
        <p:txBody>
          <a:bodyPr spcFirstLastPara="1" vert="horz" wrap="square" lIns="182850" tIns="182850" rIns="182850" bIns="182850" rtlCol="0" anchor="b" anchorCtr="0">
            <a:noAutofit/>
          </a:bodyPr>
          <a:lstStyle/>
          <a:p>
            <a:pPr marL="0" indent="0"/>
            <a:r>
              <a:rPr lang="en-IN" dirty="0">
                <a:solidFill>
                  <a:schemeClr val="bg1"/>
                </a:solidFill>
              </a:rPr>
              <a:t>Registers a new user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1001" name="Google Shape;1001;p43"/>
          <p:cNvSpPr txBox="1">
            <a:spLocks noGrp="1"/>
          </p:cNvSpPr>
          <p:nvPr>
            <p:ph type="subTitle" idx="15"/>
          </p:nvPr>
        </p:nvSpPr>
        <p:spPr>
          <a:xfrm>
            <a:off x="11863602" y="3955876"/>
            <a:ext cx="4679400" cy="1003200"/>
          </a:xfrm>
          <a:prstGeom prst="rect">
            <a:avLst/>
          </a:prstGeom>
        </p:spPr>
        <p:txBody>
          <a:bodyPr spcFirstLastPara="1" vert="horz" wrap="square" lIns="182850" tIns="182850" rIns="182850" bIns="182850" rtlCol="0" anchor="t" anchorCtr="0">
            <a:noAutofit/>
          </a:bodyPr>
          <a:lstStyle/>
          <a:p>
            <a:pPr marL="0" indent="0">
              <a:spcAft>
                <a:spcPts val="2400"/>
              </a:spcAft>
            </a:pPr>
            <a:r>
              <a:rPr lang="en-IN" sz="3500" dirty="0" err="1">
                <a:solidFill>
                  <a:schemeClr val="bg1"/>
                </a:solidFill>
              </a:rPr>
              <a:t>register_user</a:t>
            </a:r>
            <a:r>
              <a:rPr lang="en-IN" sz="3500" dirty="0">
                <a:solidFill>
                  <a:schemeClr val="bg1"/>
                </a:solidFill>
              </a:rPr>
              <a:t>() </a:t>
            </a:r>
            <a:endParaRPr sz="3500" dirty="0">
              <a:solidFill>
                <a:schemeClr val="bg1"/>
              </a:solidFill>
            </a:endParaRPr>
          </a:p>
        </p:txBody>
      </p:sp>
      <p:cxnSp>
        <p:nvCxnSpPr>
          <p:cNvPr id="1002" name="Google Shape;1002;p43"/>
          <p:cNvCxnSpPr/>
          <p:nvPr/>
        </p:nvCxnSpPr>
        <p:spPr>
          <a:xfrm>
            <a:off x="1850502" y="4679000"/>
            <a:ext cx="44682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algn="bl" rotWithShape="0">
              <a:schemeClr val="lt1">
                <a:alpha val="50000"/>
              </a:schemeClr>
            </a:outerShdw>
          </a:effectLst>
        </p:spPr>
      </p:cxnSp>
      <p:cxnSp>
        <p:nvCxnSpPr>
          <p:cNvPr id="1003" name="Google Shape;1003;p43"/>
          <p:cNvCxnSpPr/>
          <p:nvPr/>
        </p:nvCxnSpPr>
        <p:spPr>
          <a:xfrm>
            <a:off x="6909900" y="4679000"/>
            <a:ext cx="44682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algn="bl" rotWithShape="0">
              <a:schemeClr val="lt1">
                <a:alpha val="50000"/>
              </a:schemeClr>
            </a:outerShdw>
          </a:effectLst>
        </p:spPr>
      </p:cxnSp>
      <p:cxnSp>
        <p:nvCxnSpPr>
          <p:cNvPr id="1004" name="Google Shape;1004;p43"/>
          <p:cNvCxnSpPr/>
          <p:nvPr/>
        </p:nvCxnSpPr>
        <p:spPr>
          <a:xfrm>
            <a:off x="11969300" y="4679000"/>
            <a:ext cx="44682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algn="bl" rotWithShape="0">
              <a:schemeClr val="lt1">
                <a:alpha val="50000"/>
              </a:schemeClr>
            </a:outerShdw>
          </a:effectLst>
        </p:spPr>
      </p:cxnSp>
      <p:cxnSp>
        <p:nvCxnSpPr>
          <p:cNvPr id="1005" name="Google Shape;1005;p43"/>
          <p:cNvCxnSpPr/>
          <p:nvPr/>
        </p:nvCxnSpPr>
        <p:spPr>
          <a:xfrm>
            <a:off x="1850502" y="8279400"/>
            <a:ext cx="44682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algn="bl" rotWithShape="0">
              <a:schemeClr val="lt1">
                <a:alpha val="50000"/>
              </a:schemeClr>
            </a:outerShdw>
          </a:effectLst>
        </p:spPr>
      </p:cxnSp>
      <p:cxnSp>
        <p:nvCxnSpPr>
          <p:cNvPr id="1006" name="Google Shape;1006;p43"/>
          <p:cNvCxnSpPr/>
          <p:nvPr/>
        </p:nvCxnSpPr>
        <p:spPr>
          <a:xfrm>
            <a:off x="6909900" y="8279400"/>
            <a:ext cx="44682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algn="bl" rotWithShape="0">
              <a:schemeClr val="lt1">
                <a:alpha val="50000"/>
              </a:schemeClr>
            </a:outerShdw>
          </a:effectLst>
        </p:spPr>
      </p:cxnSp>
      <p:cxnSp>
        <p:nvCxnSpPr>
          <p:cNvPr id="1007" name="Google Shape;1007;p43"/>
          <p:cNvCxnSpPr/>
          <p:nvPr/>
        </p:nvCxnSpPr>
        <p:spPr>
          <a:xfrm>
            <a:off x="11969300" y="8279400"/>
            <a:ext cx="44682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algn="bl" rotWithShape="0">
              <a:schemeClr val="lt1">
                <a:alpha val="50000"/>
              </a:schemeClr>
            </a:outerShdw>
          </a:effectLst>
        </p:spPr>
      </p:cxnSp>
      <p:pic>
        <p:nvPicPr>
          <p:cNvPr id="1008" name="Google Shape;1008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44000" y="2640650"/>
            <a:ext cx="1081200" cy="1081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9" name="Google Shape;1009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603300" y="2640650"/>
            <a:ext cx="1081200" cy="1081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0" name="Google Shape;1010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662600" y="2640650"/>
            <a:ext cx="1081200" cy="1081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1" name="Google Shape;1011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44000" y="6168950"/>
            <a:ext cx="1081200" cy="1081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2" name="Google Shape;1012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603300" y="6168950"/>
            <a:ext cx="1081200" cy="1081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3" name="Google Shape;1013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662600" y="6168950"/>
            <a:ext cx="1081200" cy="1081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14" name="Google Shape;1014;p43"/>
          <p:cNvGrpSpPr/>
          <p:nvPr/>
        </p:nvGrpSpPr>
        <p:grpSpPr>
          <a:xfrm>
            <a:off x="13894649" y="6400999"/>
            <a:ext cx="617106" cy="617106"/>
            <a:chOff x="3082358" y="4048966"/>
            <a:chExt cx="351467" cy="351467"/>
          </a:xfrm>
        </p:grpSpPr>
        <p:sp>
          <p:nvSpPr>
            <p:cNvPr id="1015" name="Google Shape;1015;p43"/>
            <p:cNvSpPr/>
            <p:nvPr/>
          </p:nvSpPr>
          <p:spPr>
            <a:xfrm>
              <a:off x="3124820" y="4125745"/>
              <a:ext cx="103401" cy="14053"/>
            </a:xfrm>
            <a:custGeom>
              <a:avLst/>
              <a:gdLst/>
              <a:ahLst/>
              <a:cxnLst/>
              <a:rect l="l" t="t" r="r" b="b"/>
              <a:pathLst>
                <a:path w="5445" h="740" extrusionOk="0">
                  <a:moveTo>
                    <a:pt x="370" y="1"/>
                  </a:moveTo>
                  <a:cubicBezTo>
                    <a:pt x="175" y="1"/>
                    <a:pt x="1" y="177"/>
                    <a:pt x="1" y="371"/>
                  </a:cubicBezTo>
                  <a:cubicBezTo>
                    <a:pt x="1" y="566"/>
                    <a:pt x="175" y="740"/>
                    <a:pt x="370" y="740"/>
                  </a:cubicBezTo>
                  <a:lnTo>
                    <a:pt x="5094" y="740"/>
                  </a:lnTo>
                  <a:cubicBezTo>
                    <a:pt x="5289" y="740"/>
                    <a:pt x="5444" y="566"/>
                    <a:pt x="5444" y="371"/>
                  </a:cubicBezTo>
                  <a:cubicBezTo>
                    <a:pt x="5444" y="177"/>
                    <a:pt x="5289" y="1"/>
                    <a:pt x="509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/>
            </a:p>
          </p:txBody>
        </p:sp>
        <p:sp>
          <p:nvSpPr>
            <p:cNvPr id="1016" name="Google Shape;1016;p43"/>
            <p:cNvSpPr/>
            <p:nvPr/>
          </p:nvSpPr>
          <p:spPr>
            <a:xfrm>
              <a:off x="3124820" y="4164524"/>
              <a:ext cx="49849" cy="13673"/>
            </a:xfrm>
            <a:custGeom>
              <a:avLst/>
              <a:gdLst/>
              <a:ahLst/>
              <a:cxnLst/>
              <a:rect l="l" t="t" r="r" b="b"/>
              <a:pathLst>
                <a:path w="2625" h="720" extrusionOk="0">
                  <a:moveTo>
                    <a:pt x="370" y="1"/>
                  </a:moveTo>
                  <a:cubicBezTo>
                    <a:pt x="175" y="1"/>
                    <a:pt x="1" y="157"/>
                    <a:pt x="1" y="351"/>
                  </a:cubicBezTo>
                  <a:cubicBezTo>
                    <a:pt x="1" y="545"/>
                    <a:pt x="175" y="719"/>
                    <a:pt x="370" y="719"/>
                  </a:cubicBezTo>
                  <a:lnTo>
                    <a:pt x="2275" y="719"/>
                  </a:lnTo>
                  <a:cubicBezTo>
                    <a:pt x="2469" y="719"/>
                    <a:pt x="2625" y="545"/>
                    <a:pt x="2625" y="351"/>
                  </a:cubicBezTo>
                  <a:cubicBezTo>
                    <a:pt x="2625" y="157"/>
                    <a:pt x="2469" y="1"/>
                    <a:pt x="22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/>
            </a:p>
          </p:txBody>
        </p:sp>
        <p:sp>
          <p:nvSpPr>
            <p:cNvPr id="1017" name="Google Shape;1017;p43"/>
            <p:cNvSpPr/>
            <p:nvPr/>
          </p:nvSpPr>
          <p:spPr>
            <a:xfrm>
              <a:off x="3282461" y="4241321"/>
              <a:ext cx="108927" cy="13673"/>
            </a:xfrm>
            <a:custGeom>
              <a:avLst/>
              <a:gdLst/>
              <a:ahLst/>
              <a:cxnLst/>
              <a:rect l="l" t="t" r="r" b="b"/>
              <a:pathLst>
                <a:path w="5736" h="720" extrusionOk="0">
                  <a:moveTo>
                    <a:pt x="370" y="1"/>
                  </a:moveTo>
                  <a:cubicBezTo>
                    <a:pt x="156" y="1"/>
                    <a:pt x="0" y="156"/>
                    <a:pt x="0" y="350"/>
                  </a:cubicBezTo>
                  <a:cubicBezTo>
                    <a:pt x="0" y="564"/>
                    <a:pt x="156" y="719"/>
                    <a:pt x="370" y="719"/>
                  </a:cubicBezTo>
                  <a:lnTo>
                    <a:pt x="5366" y="719"/>
                  </a:lnTo>
                  <a:cubicBezTo>
                    <a:pt x="5560" y="719"/>
                    <a:pt x="5736" y="564"/>
                    <a:pt x="5736" y="350"/>
                  </a:cubicBezTo>
                  <a:cubicBezTo>
                    <a:pt x="5736" y="156"/>
                    <a:pt x="5560" y="1"/>
                    <a:pt x="53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/>
            </a:p>
          </p:txBody>
        </p:sp>
        <p:sp>
          <p:nvSpPr>
            <p:cNvPr id="1018" name="Google Shape;1018;p43"/>
            <p:cNvSpPr/>
            <p:nvPr/>
          </p:nvSpPr>
          <p:spPr>
            <a:xfrm>
              <a:off x="3282461" y="4279720"/>
              <a:ext cx="108927" cy="13654"/>
            </a:xfrm>
            <a:custGeom>
              <a:avLst/>
              <a:gdLst/>
              <a:ahLst/>
              <a:cxnLst/>
              <a:rect l="l" t="t" r="r" b="b"/>
              <a:pathLst>
                <a:path w="5736" h="719" extrusionOk="0">
                  <a:moveTo>
                    <a:pt x="370" y="0"/>
                  </a:moveTo>
                  <a:cubicBezTo>
                    <a:pt x="156" y="0"/>
                    <a:pt x="0" y="156"/>
                    <a:pt x="0" y="369"/>
                  </a:cubicBezTo>
                  <a:cubicBezTo>
                    <a:pt x="0" y="563"/>
                    <a:pt x="156" y="719"/>
                    <a:pt x="370" y="719"/>
                  </a:cubicBezTo>
                  <a:lnTo>
                    <a:pt x="5366" y="719"/>
                  </a:lnTo>
                  <a:cubicBezTo>
                    <a:pt x="5560" y="719"/>
                    <a:pt x="5736" y="563"/>
                    <a:pt x="5736" y="369"/>
                  </a:cubicBezTo>
                  <a:cubicBezTo>
                    <a:pt x="5736" y="156"/>
                    <a:pt x="5560" y="0"/>
                    <a:pt x="53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/>
            </a:p>
          </p:txBody>
        </p:sp>
        <p:sp>
          <p:nvSpPr>
            <p:cNvPr id="1019" name="Google Shape;1019;p43"/>
            <p:cNvSpPr/>
            <p:nvPr/>
          </p:nvSpPr>
          <p:spPr>
            <a:xfrm>
              <a:off x="3289829" y="4125745"/>
              <a:ext cx="101559" cy="101919"/>
            </a:xfrm>
            <a:custGeom>
              <a:avLst/>
              <a:gdLst/>
              <a:ahLst/>
              <a:cxnLst/>
              <a:rect l="l" t="t" r="r" b="b"/>
              <a:pathLst>
                <a:path w="5348" h="5367" extrusionOk="0">
                  <a:moveTo>
                    <a:pt x="3034" y="760"/>
                  </a:moveTo>
                  <a:cubicBezTo>
                    <a:pt x="3811" y="915"/>
                    <a:pt x="4433" y="1538"/>
                    <a:pt x="4589" y="2315"/>
                  </a:cubicBezTo>
                  <a:lnTo>
                    <a:pt x="3034" y="2315"/>
                  </a:lnTo>
                  <a:lnTo>
                    <a:pt x="3034" y="760"/>
                  </a:lnTo>
                  <a:close/>
                  <a:moveTo>
                    <a:pt x="4589" y="3054"/>
                  </a:moveTo>
                  <a:cubicBezTo>
                    <a:pt x="4531" y="3306"/>
                    <a:pt x="4433" y="3559"/>
                    <a:pt x="4278" y="3793"/>
                  </a:cubicBezTo>
                  <a:lnTo>
                    <a:pt x="3539" y="3054"/>
                  </a:lnTo>
                  <a:close/>
                  <a:moveTo>
                    <a:pt x="2315" y="760"/>
                  </a:moveTo>
                  <a:lnTo>
                    <a:pt x="2315" y="2684"/>
                  </a:lnTo>
                  <a:cubicBezTo>
                    <a:pt x="2315" y="2782"/>
                    <a:pt x="2354" y="2878"/>
                    <a:pt x="2412" y="2937"/>
                  </a:cubicBezTo>
                  <a:lnTo>
                    <a:pt x="3772" y="4298"/>
                  </a:lnTo>
                  <a:cubicBezTo>
                    <a:pt x="3461" y="4511"/>
                    <a:pt x="3073" y="4628"/>
                    <a:pt x="2665" y="4628"/>
                  </a:cubicBezTo>
                  <a:cubicBezTo>
                    <a:pt x="1595" y="4628"/>
                    <a:pt x="721" y="3754"/>
                    <a:pt x="721" y="2684"/>
                  </a:cubicBezTo>
                  <a:cubicBezTo>
                    <a:pt x="721" y="1732"/>
                    <a:pt x="1401" y="934"/>
                    <a:pt x="2315" y="760"/>
                  </a:cubicBezTo>
                  <a:close/>
                  <a:moveTo>
                    <a:pt x="2665" y="1"/>
                  </a:moveTo>
                  <a:cubicBezTo>
                    <a:pt x="1188" y="1"/>
                    <a:pt x="1" y="1206"/>
                    <a:pt x="1" y="2684"/>
                  </a:cubicBezTo>
                  <a:cubicBezTo>
                    <a:pt x="1" y="4161"/>
                    <a:pt x="1188" y="5366"/>
                    <a:pt x="2665" y="5366"/>
                  </a:cubicBezTo>
                  <a:cubicBezTo>
                    <a:pt x="4143" y="5366"/>
                    <a:pt x="5348" y="4161"/>
                    <a:pt x="5348" y="2684"/>
                  </a:cubicBezTo>
                  <a:cubicBezTo>
                    <a:pt x="5348" y="1206"/>
                    <a:pt x="4143" y="1"/>
                    <a:pt x="26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/>
            </a:p>
          </p:txBody>
        </p:sp>
        <p:sp>
          <p:nvSpPr>
            <p:cNvPr id="1020" name="Google Shape;1020;p43"/>
            <p:cNvSpPr/>
            <p:nvPr/>
          </p:nvSpPr>
          <p:spPr>
            <a:xfrm>
              <a:off x="3124820" y="4170050"/>
              <a:ext cx="125163" cy="123321"/>
            </a:xfrm>
            <a:custGeom>
              <a:avLst/>
              <a:gdLst/>
              <a:ahLst/>
              <a:cxnLst/>
              <a:rect l="l" t="t" r="r" b="b"/>
              <a:pathLst>
                <a:path w="6591" h="6494" extrusionOk="0">
                  <a:moveTo>
                    <a:pt x="1964" y="4550"/>
                  </a:moveTo>
                  <a:lnTo>
                    <a:pt x="1964" y="5775"/>
                  </a:lnTo>
                  <a:lnTo>
                    <a:pt x="740" y="5775"/>
                  </a:lnTo>
                  <a:lnTo>
                    <a:pt x="740" y="4550"/>
                  </a:lnTo>
                  <a:close/>
                  <a:moveTo>
                    <a:pt x="3908" y="2411"/>
                  </a:moveTo>
                  <a:lnTo>
                    <a:pt x="3908" y="5775"/>
                  </a:lnTo>
                  <a:lnTo>
                    <a:pt x="2684" y="5775"/>
                  </a:lnTo>
                  <a:lnTo>
                    <a:pt x="2684" y="4181"/>
                  </a:lnTo>
                  <a:lnTo>
                    <a:pt x="2684" y="2411"/>
                  </a:lnTo>
                  <a:close/>
                  <a:moveTo>
                    <a:pt x="5872" y="740"/>
                  </a:moveTo>
                  <a:lnTo>
                    <a:pt x="5872" y="5775"/>
                  </a:lnTo>
                  <a:lnTo>
                    <a:pt x="4628" y="5775"/>
                  </a:lnTo>
                  <a:lnTo>
                    <a:pt x="4628" y="740"/>
                  </a:lnTo>
                  <a:close/>
                  <a:moveTo>
                    <a:pt x="4278" y="1"/>
                  </a:moveTo>
                  <a:cubicBezTo>
                    <a:pt x="4083" y="1"/>
                    <a:pt x="3908" y="177"/>
                    <a:pt x="3908" y="371"/>
                  </a:cubicBezTo>
                  <a:lnTo>
                    <a:pt x="3908" y="1693"/>
                  </a:lnTo>
                  <a:lnTo>
                    <a:pt x="2314" y="1693"/>
                  </a:lnTo>
                  <a:cubicBezTo>
                    <a:pt x="2119" y="1693"/>
                    <a:pt x="1964" y="1848"/>
                    <a:pt x="1964" y="2043"/>
                  </a:cubicBezTo>
                  <a:lnTo>
                    <a:pt x="1964" y="3831"/>
                  </a:lnTo>
                  <a:lnTo>
                    <a:pt x="370" y="3831"/>
                  </a:lnTo>
                  <a:cubicBezTo>
                    <a:pt x="175" y="3831"/>
                    <a:pt x="1" y="3987"/>
                    <a:pt x="1" y="4181"/>
                  </a:cubicBezTo>
                  <a:lnTo>
                    <a:pt x="1" y="6144"/>
                  </a:lnTo>
                  <a:cubicBezTo>
                    <a:pt x="1" y="6338"/>
                    <a:pt x="175" y="6494"/>
                    <a:pt x="370" y="6494"/>
                  </a:cubicBezTo>
                  <a:lnTo>
                    <a:pt x="6222" y="6494"/>
                  </a:lnTo>
                  <a:cubicBezTo>
                    <a:pt x="6416" y="6494"/>
                    <a:pt x="6590" y="6338"/>
                    <a:pt x="6590" y="6144"/>
                  </a:cubicBezTo>
                  <a:lnTo>
                    <a:pt x="6590" y="371"/>
                  </a:lnTo>
                  <a:cubicBezTo>
                    <a:pt x="6590" y="177"/>
                    <a:pt x="6416" y="1"/>
                    <a:pt x="622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/>
            </a:p>
          </p:txBody>
        </p:sp>
        <p:sp>
          <p:nvSpPr>
            <p:cNvPr id="1021" name="Google Shape;1021;p43"/>
            <p:cNvSpPr/>
            <p:nvPr/>
          </p:nvSpPr>
          <p:spPr>
            <a:xfrm>
              <a:off x="3082358" y="4048966"/>
              <a:ext cx="351467" cy="351467"/>
            </a:xfrm>
            <a:custGeom>
              <a:avLst/>
              <a:gdLst/>
              <a:ahLst/>
              <a:cxnLst/>
              <a:rect l="l" t="t" r="r" b="b"/>
              <a:pathLst>
                <a:path w="18508" h="18508" extrusionOk="0">
                  <a:moveTo>
                    <a:pt x="17789" y="720"/>
                  </a:moveTo>
                  <a:lnTo>
                    <a:pt x="17789" y="2022"/>
                  </a:lnTo>
                  <a:lnTo>
                    <a:pt x="10693" y="2022"/>
                  </a:lnTo>
                  <a:cubicBezTo>
                    <a:pt x="10498" y="2022"/>
                    <a:pt x="10343" y="2198"/>
                    <a:pt x="10343" y="2392"/>
                  </a:cubicBezTo>
                  <a:cubicBezTo>
                    <a:pt x="10343" y="2587"/>
                    <a:pt x="10498" y="2761"/>
                    <a:pt x="10693" y="2761"/>
                  </a:cubicBezTo>
                  <a:lnTo>
                    <a:pt x="17284" y="2761"/>
                  </a:lnTo>
                  <a:lnTo>
                    <a:pt x="17284" y="13745"/>
                  </a:lnTo>
                  <a:cubicBezTo>
                    <a:pt x="17284" y="13940"/>
                    <a:pt x="17128" y="14095"/>
                    <a:pt x="16914" y="14095"/>
                  </a:cubicBezTo>
                  <a:lnTo>
                    <a:pt x="1595" y="14095"/>
                  </a:lnTo>
                  <a:cubicBezTo>
                    <a:pt x="1400" y="14095"/>
                    <a:pt x="1226" y="13940"/>
                    <a:pt x="1226" y="13745"/>
                  </a:cubicBezTo>
                  <a:lnTo>
                    <a:pt x="1226" y="2761"/>
                  </a:lnTo>
                  <a:lnTo>
                    <a:pt x="7816" y="2761"/>
                  </a:lnTo>
                  <a:cubicBezTo>
                    <a:pt x="8010" y="2761"/>
                    <a:pt x="8165" y="2587"/>
                    <a:pt x="8165" y="2392"/>
                  </a:cubicBezTo>
                  <a:cubicBezTo>
                    <a:pt x="8165" y="2198"/>
                    <a:pt x="8010" y="2022"/>
                    <a:pt x="7816" y="2022"/>
                  </a:cubicBezTo>
                  <a:lnTo>
                    <a:pt x="721" y="2022"/>
                  </a:lnTo>
                  <a:lnTo>
                    <a:pt x="721" y="720"/>
                  </a:lnTo>
                  <a:close/>
                  <a:moveTo>
                    <a:pt x="9254" y="16389"/>
                  </a:moveTo>
                  <a:cubicBezTo>
                    <a:pt x="9643" y="16389"/>
                    <a:pt x="9954" y="16700"/>
                    <a:pt x="9954" y="17089"/>
                  </a:cubicBezTo>
                  <a:cubicBezTo>
                    <a:pt x="9954" y="17478"/>
                    <a:pt x="9643" y="17789"/>
                    <a:pt x="9254" y="17789"/>
                  </a:cubicBezTo>
                  <a:cubicBezTo>
                    <a:pt x="8865" y="17789"/>
                    <a:pt x="8554" y="17478"/>
                    <a:pt x="8554" y="17089"/>
                  </a:cubicBezTo>
                  <a:cubicBezTo>
                    <a:pt x="8554" y="16700"/>
                    <a:pt x="8865" y="16389"/>
                    <a:pt x="9254" y="16389"/>
                  </a:cubicBezTo>
                  <a:close/>
                  <a:moveTo>
                    <a:pt x="371" y="0"/>
                  </a:moveTo>
                  <a:cubicBezTo>
                    <a:pt x="176" y="0"/>
                    <a:pt x="1" y="176"/>
                    <a:pt x="1" y="371"/>
                  </a:cubicBezTo>
                  <a:lnTo>
                    <a:pt x="1" y="2392"/>
                  </a:lnTo>
                  <a:cubicBezTo>
                    <a:pt x="1" y="2587"/>
                    <a:pt x="176" y="2761"/>
                    <a:pt x="371" y="2761"/>
                  </a:cubicBezTo>
                  <a:lnTo>
                    <a:pt x="506" y="2761"/>
                  </a:lnTo>
                  <a:lnTo>
                    <a:pt x="506" y="13745"/>
                  </a:lnTo>
                  <a:cubicBezTo>
                    <a:pt x="506" y="14329"/>
                    <a:pt x="993" y="14814"/>
                    <a:pt x="1595" y="14814"/>
                  </a:cubicBezTo>
                  <a:lnTo>
                    <a:pt x="8904" y="14814"/>
                  </a:lnTo>
                  <a:lnTo>
                    <a:pt x="8904" y="15728"/>
                  </a:lnTo>
                  <a:cubicBezTo>
                    <a:pt x="8282" y="15884"/>
                    <a:pt x="7836" y="16428"/>
                    <a:pt x="7836" y="17089"/>
                  </a:cubicBezTo>
                  <a:cubicBezTo>
                    <a:pt x="7836" y="17867"/>
                    <a:pt x="8476" y="18508"/>
                    <a:pt x="9254" y="18508"/>
                  </a:cubicBezTo>
                  <a:cubicBezTo>
                    <a:pt x="10032" y="18508"/>
                    <a:pt x="10674" y="17867"/>
                    <a:pt x="10674" y="17089"/>
                  </a:cubicBezTo>
                  <a:cubicBezTo>
                    <a:pt x="10674" y="16428"/>
                    <a:pt x="10226" y="15884"/>
                    <a:pt x="9624" y="15728"/>
                  </a:cubicBezTo>
                  <a:lnTo>
                    <a:pt x="9624" y="14814"/>
                  </a:lnTo>
                  <a:lnTo>
                    <a:pt x="16914" y="14814"/>
                  </a:lnTo>
                  <a:cubicBezTo>
                    <a:pt x="17517" y="14814"/>
                    <a:pt x="18002" y="14329"/>
                    <a:pt x="18002" y="13745"/>
                  </a:cubicBezTo>
                  <a:lnTo>
                    <a:pt x="18002" y="2761"/>
                  </a:lnTo>
                  <a:lnTo>
                    <a:pt x="18139" y="2761"/>
                  </a:lnTo>
                  <a:cubicBezTo>
                    <a:pt x="18352" y="2761"/>
                    <a:pt x="18508" y="2587"/>
                    <a:pt x="18508" y="2392"/>
                  </a:cubicBezTo>
                  <a:lnTo>
                    <a:pt x="18508" y="371"/>
                  </a:lnTo>
                  <a:cubicBezTo>
                    <a:pt x="18508" y="176"/>
                    <a:pt x="18352" y="0"/>
                    <a:pt x="181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/>
            </a:p>
          </p:txBody>
        </p:sp>
        <p:sp>
          <p:nvSpPr>
            <p:cNvPr id="1022" name="Google Shape;1022;p43"/>
            <p:cNvSpPr/>
            <p:nvPr/>
          </p:nvSpPr>
          <p:spPr>
            <a:xfrm>
              <a:off x="3251449" y="4087365"/>
              <a:ext cx="13692" cy="14034"/>
            </a:xfrm>
            <a:custGeom>
              <a:avLst/>
              <a:gdLst/>
              <a:ahLst/>
              <a:cxnLst/>
              <a:rect l="l" t="t" r="r" b="b"/>
              <a:pathLst>
                <a:path w="721" h="739" extrusionOk="0">
                  <a:moveTo>
                    <a:pt x="350" y="0"/>
                  </a:moveTo>
                  <a:cubicBezTo>
                    <a:pt x="254" y="0"/>
                    <a:pt x="156" y="39"/>
                    <a:pt x="98" y="117"/>
                  </a:cubicBezTo>
                  <a:cubicBezTo>
                    <a:pt x="39" y="176"/>
                    <a:pt x="0" y="272"/>
                    <a:pt x="0" y="370"/>
                  </a:cubicBezTo>
                  <a:cubicBezTo>
                    <a:pt x="0" y="467"/>
                    <a:pt x="39" y="565"/>
                    <a:pt x="98" y="622"/>
                  </a:cubicBezTo>
                  <a:cubicBezTo>
                    <a:pt x="156" y="700"/>
                    <a:pt x="254" y="739"/>
                    <a:pt x="350" y="739"/>
                  </a:cubicBezTo>
                  <a:cubicBezTo>
                    <a:pt x="448" y="739"/>
                    <a:pt x="545" y="700"/>
                    <a:pt x="604" y="622"/>
                  </a:cubicBezTo>
                  <a:cubicBezTo>
                    <a:pt x="681" y="565"/>
                    <a:pt x="720" y="467"/>
                    <a:pt x="720" y="370"/>
                  </a:cubicBezTo>
                  <a:cubicBezTo>
                    <a:pt x="720" y="272"/>
                    <a:pt x="681" y="176"/>
                    <a:pt x="604" y="117"/>
                  </a:cubicBezTo>
                  <a:cubicBezTo>
                    <a:pt x="545" y="39"/>
                    <a:pt x="448" y="0"/>
                    <a:pt x="35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/>
            </a:p>
          </p:txBody>
        </p:sp>
      </p:grpSp>
      <p:grpSp>
        <p:nvGrpSpPr>
          <p:cNvPr id="1023" name="Google Shape;1023;p43"/>
          <p:cNvGrpSpPr/>
          <p:nvPr/>
        </p:nvGrpSpPr>
        <p:grpSpPr>
          <a:xfrm>
            <a:off x="8835349" y="6461281"/>
            <a:ext cx="617106" cy="496538"/>
            <a:chOff x="3082358" y="3418405"/>
            <a:chExt cx="351467" cy="282799"/>
          </a:xfrm>
        </p:grpSpPr>
        <p:sp>
          <p:nvSpPr>
            <p:cNvPr id="1024" name="Google Shape;1024;p43"/>
            <p:cNvSpPr/>
            <p:nvPr/>
          </p:nvSpPr>
          <p:spPr>
            <a:xfrm>
              <a:off x="3082358" y="3418405"/>
              <a:ext cx="351467" cy="282799"/>
            </a:xfrm>
            <a:custGeom>
              <a:avLst/>
              <a:gdLst/>
              <a:ahLst/>
              <a:cxnLst/>
              <a:rect l="l" t="t" r="r" b="b"/>
              <a:pathLst>
                <a:path w="18508" h="14892" extrusionOk="0">
                  <a:moveTo>
                    <a:pt x="7738" y="2450"/>
                  </a:moveTo>
                  <a:lnTo>
                    <a:pt x="7738" y="8380"/>
                  </a:lnTo>
                  <a:lnTo>
                    <a:pt x="3403" y="8380"/>
                  </a:lnTo>
                  <a:cubicBezTo>
                    <a:pt x="3287" y="7932"/>
                    <a:pt x="2917" y="7564"/>
                    <a:pt x="2470" y="7447"/>
                  </a:cubicBezTo>
                  <a:lnTo>
                    <a:pt x="2470" y="3403"/>
                  </a:lnTo>
                  <a:cubicBezTo>
                    <a:pt x="2917" y="3287"/>
                    <a:pt x="3287" y="2917"/>
                    <a:pt x="3403" y="2450"/>
                  </a:cubicBezTo>
                  <a:close/>
                  <a:moveTo>
                    <a:pt x="15106" y="2450"/>
                  </a:moveTo>
                  <a:cubicBezTo>
                    <a:pt x="15242" y="2917"/>
                    <a:pt x="15592" y="3287"/>
                    <a:pt x="16058" y="3403"/>
                  </a:cubicBezTo>
                  <a:lnTo>
                    <a:pt x="16058" y="7447"/>
                  </a:lnTo>
                  <a:cubicBezTo>
                    <a:pt x="15592" y="7564"/>
                    <a:pt x="15242" y="7932"/>
                    <a:pt x="15106" y="8380"/>
                  </a:cubicBezTo>
                  <a:lnTo>
                    <a:pt x="10770" y="8380"/>
                  </a:lnTo>
                  <a:lnTo>
                    <a:pt x="10770" y="2450"/>
                  </a:lnTo>
                  <a:close/>
                  <a:moveTo>
                    <a:pt x="10052" y="721"/>
                  </a:moveTo>
                  <a:lnTo>
                    <a:pt x="10052" y="10130"/>
                  </a:lnTo>
                  <a:lnTo>
                    <a:pt x="8458" y="10130"/>
                  </a:lnTo>
                  <a:lnTo>
                    <a:pt x="8458" y="721"/>
                  </a:lnTo>
                  <a:close/>
                  <a:moveTo>
                    <a:pt x="17789" y="721"/>
                  </a:moveTo>
                  <a:lnTo>
                    <a:pt x="17789" y="10130"/>
                  </a:lnTo>
                  <a:lnTo>
                    <a:pt x="10770" y="10130"/>
                  </a:lnTo>
                  <a:lnTo>
                    <a:pt x="10770" y="9119"/>
                  </a:lnTo>
                  <a:lnTo>
                    <a:pt x="15417" y="9119"/>
                  </a:lnTo>
                  <a:cubicBezTo>
                    <a:pt x="15612" y="9119"/>
                    <a:pt x="15786" y="8943"/>
                    <a:pt x="15786" y="8749"/>
                  </a:cubicBezTo>
                  <a:cubicBezTo>
                    <a:pt x="15786" y="8399"/>
                    <a:pt x="16058" y="8108"/>
                    <a:pt x="16408" y="8108"/>
                  </a:cubicBezTo>
                  <a:cubicBezTo>
                    <a:pt x="16603" y="8108"/>
                    <a:pt x="16778" y="7952"/>
                    <a:pt x="16778" y="7758"/>
                  </a:cubicBezTo>
                  <a:lnTo>
                    <a:pt x="16778" y="3092"/>
                  </a:lnTo>
                  <a:cubicBezTo>
                    <a:pt x="16778" y="2898"/>
                    <a:pt x="16603" y="2722"/>
                    <a:pt x="16408" y="2722"/>
                  </a:cubicBezTo>
                  <a:cubicBezTo>
                    <a:pt x="16058" y="2722"/>
                    <a:pt x="15786" y="2450"/>
                    <a:pt x="15786" y="2100"/>
                  </a:cubicBezTo>
                  <a:cubicBezTo>
                    <a:pt x="15786" y="1906"/>
                    <a:pt x="15612" y="1731"/>
                    <a:pt x="15417" y="1731"/>
                  </a:cubicBezTo>
                  <a:lnTo>
                    <a:pt x="10770" y="1731"/>
                  </a:lnTo>
                  <a:lnTo>
                    <a:pt x="10770" y="721"/>
                  </a:lnTo>
                  <a:close/>
                  <a:moveTo>
                    <a:pt x="7738" y="10848"/>
                  </a:moveTo>
                  <a:lnTo>
                    <a:pt x="7738" y="12151"/>
                  </a:lnTo>
                  <a:lnTo>
                    <a:pt x="721" y="12151"/>
                  </a:lnTo>
                  <a:lnTo>
                    <a:pt x="721" y="10848"/>
                  </a:lnTo>
                  <a:close/>
                  <a:moveTo>
                    <a:pt x="17789" y="10848"/>
                  </a:moveTo>
                  <a:lnTo>
                    <a:pt x="17789" y="12151"/>
                  </a:lnTo>
                  <a:lnTo>
                    <a:pt x="10770" y="12151"/>
                  </a:lnTo>
                  <a:lnTo>
                    <a:pt x="10770" y="10848"/>
                  </a:lnTo>
                  <a:close/>
                  <a:moveTo>
                    <a:pt x="7738" y="12870"/>
                  </a:moveTo>
                  <a:lnTo>
                    <a:pt x="7738" y="14173"/>
                  </a:lnTo>
                  <a:lnTo>
                    <a:pt x="721" y="14173"/>
                  </a:lnTo>
                  <a:lnTo>
                    <a:pt x="721" y="12870"/>
                  </a:lnTo>
                  <a:close/>
                  <a:moveTo>
                    <a:pt x="10052" y="10848"/>
                  </a:moveTo>
                  <a:lnTo>
                    <a:pt x="10052" y="14173"/>
                  </a:lnTo>
                  <a:lnTo>
                    <a:pt x="8458" y="14173"/>
                  </a:lnTo>
                  <a:lnTo>
                    <a:pt x="8458" y="10848"/>
                  </a:lnTo>
                  <a:close/>
                  <a:moveTo>
                    <a:pt x="17789" y="12870"/>
                  </a:moveTo>
                  <a:lnTo>
                    <a:pt x="17789" y="14173"/>
                  </a:lnTo>
                  <a:lnTo>
                    <a:pt x="10770" y="14173"/>
                  </a:lnTo>
                  <a:lnTo>
                    <a:pt x="10770" y="12870"/>
                  </a:lnTo>
                  <a:close/>
                  <a:moveTo>
                    <a:pt x="371" y="1"/>
                  </a:moveTo>
                  <a:cubicBezTo>
                    <a:pt x="176" y="1"/>
                    <a:pt x="1" y="156"/>
                    <a:pt x="1" y="371"/>
                  </a:cubicBezTo>
                  <a:lnTo>
                    <a:pt x="1" y="14523"/>
                  </a:lnTo>
                  <a:cubicBezTo>
                    <a:pt x="1" y="14736"/>
                    <a:pt x="176" y="14892"/>
                    <a:pt x="371" y="14892"/>
                  </a:cubicBezTo>
                  <a:lnTo>
                    <a:pt x="18139" y="14892"/>
                  </a:lnTo>
                  <a:cubicBezTo>
                    <a:pt x="18352" y="14892"/>
                    <a:pt x="18508" y="14736"/>
                    <a:pt x="18508" y="14523"/>
                  </a:cubicBezTo>
                  <a:lnTo>
                    <a:pt x="18508" y="371"/>
                  </a:lnTo>
                  <a:cubicBezTo>
                    <a:pt x="18508" y="156"/>
                    <a:pt x="18352" y="1"/>
                    <a:pt x="18139" y="1"/>
                  </a:cubicBezTo>
                  <a:lnTo>
                    <a:pt x="5755" y="1"/>
                  </a:lnTo>
                  <a:cubicBezTo>
                    <a:pt x="5560" y="1"/>
                    <a:pt x="5405" y="156"/>
                    <a:pt x="5405" y="371"/>
                  </a:cubicBezTo>
                  <a:cubicBezTo>
                    <a:pt x="5405" y="565"/>
                    <a:pt x="5560" y="721"/>
                    <a:pt x="5755" y="721"/>
                  </a:cubicBezTo>
                  <a:lnTo>
                    <a:pt x="7738" y="721"/>
                  </a:lnTo>
                  <a:lnTo>
                    <a:pt x="7738" y="1731"/>
                  </a:lnTo>
                  <a:lnTo>
                    <a:pt x="3092" y="1731"/>
                  </a:lnTo>
                  <a:cubicBezTo>
                    <a:pt x="2898" y="1731"/>
                    <a:pt x="2742" y="1906"/>
                    <a:pt x="2742" y="2100"/>
                  </a:cubicBezTo>
                  <a:cubicBezTo>
                    <a:pt x="2742" y="2450"/>
                    <a:pt x="2450" y="2722"/>
                    <a:pt x="2100" y="2722"/>
                  </a:cubicBezTo>
                  <a:cubicBezTo>
                    <a:pt x="1906" y="2722"/>
                    <a:pt x="1732" y="2898"/>
                    <a:pt x="1732" y="3092"/>
                  </a:cubicBezTo>
                  <a:lnTo>
                    <a:pt x="1732" y="7758"/>
                  </a:lnTo>
                  <a:cubicBezTo>
                    <a:pt x="1732" y="7952"/>
                    <a:pt x="1906" y="8108"/>
                    <a:pt x="2100" y="8108"/>
                  </a:cubicBezTo>
                  <a:cubicBezTo>
                    <a:pt x="2450" y="8108"/>
                    <a:pt x="2742" y="8399"/>
                    <a:pt x="2742" y="8749"/>
                  </a:cubicBezTo>
                  <a:cubicBezTo>
                    <a:pt x="2742" y="8943"/>
                    <a:pt x="2898" y="9119"/>
                    <a:pt x="3092" y="9119"/>
                  </a:cubicBezTo>
                  <a:lnTo>
                    <a:pt x="7738" y="9119"/>
                  </a:lnTo>
                  <a:lnTo>
                    <a:pt x="7738" y="10130"/>
                  </a:lnTo>
                  <a:lnTo>
                    <a:pt x="721" y="10130"/>
                  </a:lnTo>
                  <a:lnTo>
                    <a:pt x="721" y="721"/>
                  </a:lnTo>
                  <a:lnTo>
                    <a:pt x="2859" y="721"/>
                  </a:lnTo>
                  <a:cubicBezTo>
                    <a:pt x="3072" y="721"/>
                    <a:pt x="3228" y="565"/>
                    <a:pt x="3228" y="371"/>
                  </a:cubicBezTo>
                  <a:cubicBezTo>
                    <a:pt x="3228" y="156"/>
                    <a:pt x="3072" y="1"/>
                    <a:pt x="285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/>
            </a:p>
          </p:txBody>
        </p:sp>
        <p:sp>
          <p:nvSpPr>
            <p:cNvPr id="1025" name="Google Shape;1025;p43"/>
            <p:cNvSpPr/>
            <p:nvPr/>
          </p:nvSpPr>
          <p:spPr>
            <a:xfrm>
              <a:off x="3310149" y="3515124"/>
              <a:ext cx="42860" cy="13692"/>
            </a:xfrm>
            <a:custGeom>
              <a:avLst/>
              <a:gdLst/>
              <a:ahLst/>
              <a:cxnLst/>
              <a:rect l="l" t="t" r="r" b="b"/>
              <a:pathLst>
                <a:path w="2257" h="721" extrusionOk="0">
                  <a:moveTo>
                    <a:pt x="370" y="1"/>
                  </a:moveTo>
                  <a:cubicBezTo>
                    <a:pt x="175" y="1"/>
                    <a:pt x="1" y="156"/>
                    <a:pt x="1" y="351"/>
                  </a:cubicBezTo>
                  <a:cubicBezTo>
                    <a:pt x="1" y="565"/>
                    <a:pt x="175" y="721"/>
                    <a:pt x="370" y="721"/>
                  </a:cubicBezTo>
                  <a:lnTo>
                    <a:pt x="1886" y="721"/>
                  </a:lnTo>
                  <a:cubicBezTo>
                    <a:pt x="2080" y="721"/>
                    <a:pt x="2256" y="565"/>
                    <a:pt x="2256" y="351"/>
                  </a:cubicBezTo>
                  <a:cubicBezTo>
                    <a:pt x="2256" y="156"/>
                    <a:pt x="2080" y="1"/>
                    <a:pt x="188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/>
            </a:p>
          </p:txBody>
        </p:sp>
        <p:sp>
          <p:nvSpPr>
            <p:cNvPr id="1026" name="Google Shape;1026;p43"/>
            <p:cNvSpPr/>
            <p:nvPr/>
          </p:nvSpPr>
          <p:spPr>
            <a:xfrm>
              <a:off x="3163580" y="3515124"/>
              <a:ext cx="42481" cy="13692"/>
            </a:xfrm>
            <a:custGeom>
              <a:avLst/>
              <a:gdLst/>
              <a:ahLst/>
              <a:cxnLst/>
              <a:rect l="l" t="t" r="r" b="b"/>
              <a:pathLst>
                <a:path w="2237" h="721" extrusionOk="0">
                  <a:moveTo>
                    <a:pt x="350" y="1"/>
                  </a:moveTo>
                  <a:cubicBezTo>
                    <a:pt x="156" y="1"/>
                    <a:pt x="0" y="156"/>
                    <a:pt x="0" y="351"/>
                  </a:cubicBezTo>
                  <a:cubicBezTo>
                    <a:pt x="0" y="565"/>
                    <a:pt x="156" y="721"/>
                    <a:pt x="350" y="721"/>
                  </a:cubicBezTo>
                  <a:lnTo>
                    <a:pt x="1867" y="721"/>
                  </a:lnTo>
                  <a:cubicBezTo>
                    <a:pt x="2081" y="721"/>
                    <a:pt x="2237" y="565"/>
                    <a:pt x="2237" y="351"/>
                  </a:cubicBezTo>
                  <a:cubicBezTo>
                    <a:pt x="2237" y="156"/>
                    <a:pt x="2081" y="1"/>
                    <a:pt x="186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/>
            </a:p>
          </p:txBody>
        </p:sp>
        <p:sp>
          <p:nvSpPr>
            <p:cNvPr id="1027" name="Google Shape;1027;p43"/>
            <p:cNvSpPr/>
            <p:nvPr/>
          </p:nvSpPr>
          <p:spPr>
            <a:xfrm>
              <a:off x="3157313" y="3418405"/>
              <a:ext cx="13673" cy="13692"/>
            </a:xfrm>
            <a:custGeom>
              <a:avLst/>
              <a:gdLst/>
              <a:ahLst/>
              <a:cxnLst/>
              <a:rect l="l" t="t" r="r" b="b"/>
              <a:pathLst>
                <a:path w="720" h="721" extrusionOk="0">
                  <a:moveTo>
                    <a:pt x="369" y="1"/>
                  </a:moveTo>
                  <a:cubicBezTo>
                    <a:pt x="273" y="1"/>
                    <a:pt x="175" y="39"/>
                    <a:pt x="117" y="98"/>
                  </a:cubicBezTo>
                  <a:cubicBezTo>
                    <a:pt x="40" y="176"/>
                    <a:pt x="1" y="273"/>
                    <a:pt x="1" y="371"/>
                  </a:cubicBezTo>
                  <a:cubicBezTo>
                    <a:pt x="1" y="448"/>
                    <a:pt x="40" y="545"/>
                    <a:pt x="117" y="623"/>
                  </a:cubicBezTo>
                  <a:cubicBezTo>
                    <a:pt x="175" y="682"/>
                    <a:pt x="273" y="721"/>
                    <a:pt x="369" y="721"/>
                  </a:cubicBezTo>
                  <a:cubicBezTo>
                    <a:pt x="467" y="721"/>
                    <a:pt x="545" y="682"/>
                    <a:pt x="623" y="623"/>
                  </a:cubicBezTo>
                  <a:cubicBezTo>
                    <a:pt x="680" y="545"/>
                    <a:pt x="719" y="448"/>
                    <a:pt x="719" y="371"/>
                  </a:cubicBezTo>
                  <a:cubicBezTo>
                    <a:pt x="719" y="273"/>
                    <a:pt x="680" y="176"/>
                    <a:pt x="623" y="98"/>
                  </a:cubicBezTo>
                  <a:cubicBezTo>
                    <a:pt x="545" y="39"/>
                    <a:pt x="467" y="1"/>
                    <a:pt x="36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/>
            </a:p>
          </p:txBody>
        </p:sp>
      </p:grpSp>
      <p:grpSp>
        <p:nvGrpSpPr>
          <p:cNvPr id="1028" name="Google Shape;1028;p43"/>
          <p:cNvGrpSpPr/>
          <p:nvPr/>
        </p:nvGrpSpPr>
        <p:grpSpPr>
          <a:xfrm>
            <a:off x="3775064" y="6401078"/>
            <a:ext cx="619072" cy="616944"/>
            <a:chOff x="3081617" y="2719269"/>
            <a:chExt cx="352587" cy="351375"/>
          </a:xfrm>
        </p:grpSpPr>
        <p:sp>
          <p:nvSpPr>
            <p:cNvPr id="1029" name="Google Shape;1029;p43"/>
            <p:cNvSpPr/>
            <p:nvPr/>
          </p:nvSpPr>
          <p:spPr>
            <a:xfrm>
              <a:off x="3081617" y="2719269"/>
              <a:ext cx="352587" cy="216999"/>
            </a:xfrm>
            <a:custGeom>
              <a:avLst/>
              <a:gdLst/>
              <a:ahLst/>
              <a:cxnLst/>
              <a:rect l="l" t="t" r="r" b="b"/>
              <a:pathLst>
                <a:path w="18567" h="11427" extrusionOk="0">
                  <a:moveTo>
                    <a:pt x="18197" y="1"/>
                  </a:moveTo>
                  <a:cubicBezTo>
                    <a:pt x="18164" y="1"/>
                    <a:pt x="18132" y="6"/>
                    <a:pt x="18100" y="16"/>
                  </a:cubicBezTo>
                  <a:lnTo>
                    <a:pt x="14757" y="910"/>
                  </a:lnTo>
                  <a:cubicBezTo>
                    <a:pt x="14620" y="929"/>
                    <a:pt x="14523" y="1027"/>
                    <a:pt x="14503" y="1162"/>
                  </a:cubicBezTo>
                  <a:cubicBezTo>
                    <a:pt x="14464" y="1279"/>
                    <a:pt x="14503" y="1416"/>
                    <a:pt x="14581" y="1512"/>
                  </a:cubicBezTo>
                  <a:lnTo>
                    <a:pt x="14912" y="1823"/>
                  </a:lnTo>
                  <a:lnTo>
                    <a:pt x="11063" y="5672"/>
                  </a:lnTo>
                  <a:lnTo>
                    <a:pt x="7738" y="2367"/>
                  </a:lnTo>
                  <a:cubicBezTo>
                    <a:pt x="7670" y="2300"/>
                    <a:pt x="7578" y="2266"/>
                    <a:pt x="7486" y="2266"/>
                  </a:cubicBezTo>
                  <a:cubicBezTo>
                    <a:pt x="7393" y="2266"/>
                    <a:pt x="7301" y="2300"/>
                    <a:pt x="7232" y="2367"/>
                  </a:cubicBezTo>
                  <a:lnTo>
                    <a:pt x="156" y="9444"/>
                  </a:lnTo>
                  <a:cubicBezTo>
                    <a:pt x="1" y="9599"/>
                    <a:pt x="1" y="9814"/>
                    <a:pt x="156" y="9969"/>
                  </a:cubicBezTo>
                  <a:lnTo>
                    <a:pt x="1498" y="11310"/>
                  </a:lnTo>
                  <a:cubicBezTo>
                    <a:pt x="1576" y="11388"/>
                    <a:pt x="1673" y="11427"/>
                    <a:pt x="1771" y="11427"/>
                  </a:cubicBezTo>
                  <a:cubicBezTo>
                    <a:pt x="1848" y="11427"/>
                    <a:pt x="1945" y="11388"/>
                    <a:pt x="2022" y="11310"/>
                  </a:cubicBezTo>
                  <a:lnTo>
                    <a:pt x="7486" y="5848"/>
                  </a:lnTo>
                  <a:lnTo>
                    <a:pt x="10791" y="9153"/>
                  </a:lnTo>
                  <a:cubicBezTo>
                    <a:pt x="10869" y="9231"/>
                    <a:pt x="10965" y="9269"/>
                    <a:pt x="11063" y="9269"/>
                  </a:cubicBezTo>
                  <a:cubicBezTo>
                    <a:pt x="11159" y="9269"/>
                    <a:pt x="11237" y="9231"/>
                    <a:pt x="11315" y="9153"/>
                  </a:cubicBezTo>
                  <a:lnTo>
                    <a:pt x="13240" y="7248"/>
                  </a:lnTo>
                  <a:cubicBezTo>
                    <a:pt x="13376" y="7092"/>
                    <a:pt x="13376" y="6878"/>
                    <a:pt x="13240" y="6722"/>
                  </a:cubicBezTo>
                  <a:cubicBezTo>
                    <a:pt x="13162" y="6654"/>
                    <a:pt x="13070" y="6621"/>
                    <a:pt x="12977" y="6621"/>
                  </a:cubicBezTo>
                  <a:cubicBezTo>
                    <a:pt x="12885" y="6621"/>
                    <a:pt x="12792" y="6654"/>
                    <a:pt x="12715" y="6722"/>
                  </a:cubicBezTo>
                  <a:lnTo>
                    <a:pt x="11063" y="8394"/>
                  </a:lnTo>
                  <a:lnTo>
                    <a:pt x="7738" y="5089"/>
                  </a:lnTo>
                  <a:cubicBezTo>
                    <a:pt x="7680" y="5011"/>
                    <a:pt x="7582" y="4972"/>
                    <a:pt x="7486" y="4972"/>
                  </a:cubicBezTo>
                  <a:cubicBezTo>
                    <a:pt x="7388" y="4972"/>
                    <a:pt x="7292" y="5011"/>
                    <a:pt x="7232" y="5089"/>
                  </a:cubicBezTo>
                  <a:lnTo>
                    <a:pt x="1771" y="10553"/>
                  </a:lnTo>
                  <a:lnTo>
                    <a:pt x="915" y="9716"/>
                  </a:lnTo>
                  <a:lnTo>
                    <a:pt x="7486" y="3145"/>
                  </a:lnTo>
                  <a:lnTo>
                    <a:pt x="10791" y="6450"/>
                  </a:lnTo>
                  <a:cubicBezTo>
                    <a:pt x="10869" y="6509"/>
                    <a:pt x="10965" y="6548"/>
                    <a:pt x="11063" y="6548"/>
                  </a:cubicBezTo>
                  <a:cubicBezTo>
                    <a:pt x="11159" y="6548"/>
                    <a:pt x="11237" y="6509"/>
                    <a:pt x="11315" y="6450"/>
                  </a:cubicBezTo>
                  <a:lnTo>
                    <a:pt x="15670" y="2077"/>
                  </a:lnTo>
                  <a:cubicBezTo>
                    <a:pt x="15825" y="1940"/>
                    <a:pt x="15825" y="1706"/>
                    <a:pt x="15670" y="1571"/>
                  </a:cubicBezTo>
                  <a:lnTo>
                    <a:pt x="15534" y="1434"/>
                  </a:lnTo>
                  <a:lnTo>
                    <a:pt x="17673" y="871"/>
                  </a:lnTo>
                  <a:lnTo>
                    <a:pt x="17108" y="3010"/>
                  </a:lnTo>
                  <a:lnTo>
                    <a:pt x="17030" y="2932"/>
                  </a:lnTo>
                  <a:cubicBezTo>
                    <a:pt x="16973" y="2854"/>
                    <a:pt x="16875" y="2815"/>
                    <a:pt x="16778" y="2815"/>
                  </a:cubicBezTo>
                  <a:cubicBezTo>
                    <a:pt x="16680" y="2815"/>
                    <a:pt x="16584" y="2854"/>
                    <a:pt x="16525" y="2932"/>
                  </a:cubicBezTo>
                  <a:lnTo>
                    <a:pt x="14757" y="4682"/>
                  </a:lnTo>
                  <a:cubicBezTo>
                    <a:pt x="14620" y="4817"/>
                    <a:pt x="14620" y="5050"/>
                    <a:pt x="14757" y="5187"/>
                  </a:cubicBezTo>
                  <a:cubicBezTo>
                    <a:pt x="14834" y="5265"/>
                    <a:pt x="14927" y="5304"/>
                    <a:pt x="15019" y="5304"/>
                  </a:cubicBezTo>
                  <a:cubicBezTo>
                    <a:pt x="15111" y="5304"/>
                    <a:pt x="15203" y="5265"/>
                    <a:pt x="15281" y="5187"/>
                  </a:cubicBezTo>
                  <a:lnTo>
                    <a:pt x="16778" y="3689"/>
                  </a:lnTo>
                  <a:lnTo>
                    <a:pt x="17030" y="3962"/>
                  </a:lnTo>
                  <a:cubicBezTo>
                    <a:pt x="17102" y="4018"/>
                    <a:pt x="17194" y="4055"/>
                    <a:pt x="17284" y="4055"/>
                  </a:cubicBezTo>
                  <a:cubicBezTo>
                    <a:pt x="17316" y="4055"/>
                    <a:pt x="17349" y="4050"/>
                    <a:pt x="17380" y="4039"/>
                  </a:cubicBezTo>
                  <a:cubicBezTo>
                    <a:pt x="17517" y="4021"/>
                    <a:pt x="17614" y="3923"/>
                    <a:pt x="17634" y="3787"/>
                  </a:cubicBezTo>
                  <a:lnTo>
                    <a:pt x="18528" y="444"/>
                  </a:lnTo>
                  <a:cubicBezTo>
                    <a:pt x="18567" y="327"/>
                    <a:pt x="18528" y="190"/>
                    <a:pt x="18450" y="94"/>
                  </a:cubicBezTo>
                  <a:cubicBezTo>
                    <a:pt x="18379" y="37"/>
                    <a:pt x="18287" y="1"/>
                    <a:pt x="1819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/>
            </a:p>
          </p:txBody>
        </p:sp>
        <p:sp>
          <p:nvSpPr>
            <p:cNvPr id="1030" name="Google Shape;1030;p43"/>
            <p:cNvSpPr/>
            <p:nvPr/>
          </p:nvSpPr>
          <p:spPr>
            <a:xfrm>
              <a:off x="3082358" y="2842479"/>
              <a:ext cx="351467" cy="228165"/>
            </a:xfrm>
            <a:custGeom>
              <a:avLst/>
              <a:gdLst/>
              <a:ahLst/>
              <a:cxnLst/>
              <a:rect l="l" t="t" r="r" b="b"/>
              <a:pathLst>
                <a:path w="18508" h="12015" extrusionOk="0">
                  <a:moveTo>
                    <a:pt x="2742" y="8341"/>
                  </a:moveTo>
                  <a:lnTo>
                    <a:pt x="2742" y="11296"/>
                  </a:lnTo>
                  <a:lnTo>
                    <a:pt x="1459" y="11296"/>
                  </a:lnTo>
                  <a:lnTo>
                    <a:pt x="1459" y="8341"/>
                  </a:lnTo>
                  <a:close/>
                  <a:moveTo>
                    <a:pt x="6338" y="5037"/>
                  </a:moveTo>
                  <a:lnTo>
                    <a:pt x="6338" y="11296"/>
                  </a:lnTo>
                  <a:lnTo>
                    <a:pt x="5036" y="11296"/>
                  </a:lnTo>
                  <a:lnTo>
                    <a:pt x="5036" y="5037"/>
                  </a:lnTo>
                  <a:close/>
                  <a:moveTo>
                    <a:pt x="9915" y="6960"/>
                  </a:moveTo>
                  <a:lnTo>
                    <a:pt x="9915" y="11296"/>
                  </a:lnTo>
                  <a:lnTo>
                    <a:pt x="8613" y="11296"/>
                  </a:lnTo>
                  <a:lnTo>
                    <a:pt x="8613" y="6960"/>
                  </a:lnTo>
                  <a:close/>
                  <a:moveTo>
                    <a:pt x="13492" y="5037"/>
                  </a:moveTo>
                  <a:lnTo>
                    <a:pt x="13492" y="11296"/>
                  </a:lnTo>
                  <a:lnTo>
                    <a:pt x="12190" y="11296"/>
                  </a:lnTo>
                  <a:lnTo>
                    <a:pt x="12190" y="5037"/>
                  </a:lnTo>
                  <a:close/>
                  <a:moveTo>
                    <a:pt x="17069" y="721"/>
                  </a:moveTo>
                  <a:lnTo>
                    <a:pt x="17069" y="11296"/>
                  </a:lnTo>
                  <a:lnTo>
                    <a:pt x="15767" y="11296"/>
                  </a:lnTo>
                  <a:lnTo>
                    <a:pt x="15767" y="721"/>
                  </a:lnTo>
                  <a:close/>
                  <a:moveTo>
                    <a:pt x="15397" y="1"/>
                  </a:moveTo>
                  <a:cubicBezTo>
                    <a:pt x="15203" y="1"/>
                    <a:pt x="15047" y="156"/>
                    <a:pt x="15047" y="371"/>
                  </a:cubicBezTo>
                  <a:lnTo>
                    <a:pt x="15047" y="11296"/>
                  </a:lnTo>
                  <a:lnTo>
                    <a:pt x="14212" y="11296"/>
                  </a:lnTo>
                  <a:lnTo>
                    <a:pt x="14212" y="4666"/>
                  </a:lnTo>
                  <a:cubicBezTo>
                    <a:pt x="14212" y="4472"/>
                    <a:pt x="14036" y="4316"/>
                    <a:pt x="13842" y="4316"/>
                  </a:cubicBezTo>
                  <a:lnTo>
                    <a:pt x="11820" y="4316"/>
                  </a:lnTo>
                  <a:cubicBezTo>
                    <a:pt x="11626" y="4316"/>
                    <a:pt x="11470" y="4472"/>
                    <a:pt x="11470" y="4666"/>
                  </a:cubicBezTo>
                  <a:lnTo>
                    <a:pt x="11470" y="11296"/>
                  </a:lnTo>
                  <a:lnTo>
                    <a:pt x="10635" y="11296"/>
                  </a:lnTo>
                  <a:lnTo>
                    <a:pt x="10635" y="6592"/>
                  </a:lnTo>
                  <a:cubicBezTo>
                    <a:pt x="10635" y="6397"/>
                    <a:pt x="10459" y="6222"/>
                    <a:pt x="10265" y="6222"/>
                  </a:cubicBezTo>
                  <a:lnTo>
                    <a:pt x="8243" y="6222"/>
                  </a:lnTo>
                  <a:cubicBezTo>
                    <a:pt x="8049" y="6222"/>
                    <a:pt x="7875" y="6397"/>
                    <a:pt x="7875" y="6592"/>
                  </a:cubicBezTo>
                  <a:lnTo>
                    <a:pt x="7875" y="11296"/>
                  </a:lnTo>
                  <a:lnTo>
                    <a:pt x="7058" y="11296"/>
                  </a:lnTo>
                  <a:lnTo>
                    <a:pt x="7058" y="4666"/>
                  </a:lnTo>
                  <a:cubicBezTo>
                    <a:pt x="7058" y="4472"/>
                    <a:pt x="6882" y="4316"/>
                    <a:pt x="6688" y="4316"/>
                  </a:cubicBezTo>
                  <a:lnTo>
                    <a:pt x="4666" y="4316"/>
                  </a:lnTo>
                  <a:cubicBezTo>
                    <a:pt x="4472" y="4316"/>
                    <a:pt x="4298" y="4472"/>
                    <a:pt x="4298" y="4666"/>
                  </a:cubicBezTo>
                  <a:lnTo>
                    <a:pt x="4298" y="11296"/>
                  </a:lnTo>
                  <a:lnTo>
                    <a:pt x="3481" y="11296"/>
                  </a:lnTo>
                  <a:lnTo>
                    <a:pt x="3481" y="7971"/>
                  </a:lnTo>
                  <a:cubicBezTo>
                    <a:pt x="3481" y="7777"/>
                    <a:pt x="3305" y="7621"/>
                    <a:pt x="3111" y="7621"/>
                  </a:cubicBezTo>
                  <a:lnTo>
                    <a:pt x="1089" y="7621"/>
                  </a:lnTo>
                  <a:cubicBezTo>
                    <a:pt x="895" y="7621"/>
                    <a:pt x="721" y="7777"/>
                    <a:pt x="721" y="7971"/>
                  </a:cubicBezTo>
                  <a:lnTo>
                    <a:pt x="721" y="11296"/>
                  </a:lnTo>
                  <a:lnTo>
                    <a:pt x="371" y="11296"/>
                  </a:lnTo>
                  <a:cubicBezTo>
                    <a:pt x="176" y="11296"/>
                    <a:pt x="1" y="11452"/>
                    <a:pt x="1" y="11646"/>
                  </a:cubicBezTo>
                  <a:cubicBezTo>
                    <a:pt x="1" y="11841"/>
                    <a:pt x="176" y="12015"/>
                    <a:pt x="371" y="12015"/>
                  </a:cubicBezTo>
                  <a:lnTo>
                    <a:pt x="18139" y="12015"/>
                  </a:lnTo>
                  <a:cubicBezTo>
                    <a:pt x="18352" y="12015"/>
                    <a:pt x="18508" y="11841"/>
                    <a:pt x="18508" y="11646"/>
                  </a:cubicBezTo>
                  <a:cubicBezTo>
                    <a:pt x="18508" y="11452"/>
                    <a:pt x="18352" y="11296"/>
                    <a:pt x="18139" y="11296"/>
                  </a:cubicBezTo>
                  <a:lnTo>
                    <a:pt x="17789" y="11296"/>
                  </a:lnTo>
                  <a:lnTo>
                    <a:pt x="17789" y="371"/>
                  </a:lnTo>
                  <a:cubicBezTo>
                    <a:pt x="17789" y="156"/>
                    <a:pt x="17634" y="1"/>
                    <a:pt x="1741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/>
            </a:p>
          </p:txBody>
        </p:sp>
        <p:sp>
          <p:nvSpPr>
            <p:cNvPr id="1031" name="Google Shape;1031;p43"/>
            <p:cNvSpPr/>
            <p:nvPr/>
          </p:nvSpPr>
          <p:spPr>
            <a:xfrm>
              <a:off x="3340439" y="2825502"/>
              <a:ext cx="14034" cy="13692"/>
            </a:xfrm>
            <a:custGeom>
              <a:avLst/>
              <a:gdLst/>
              <a:ahLst/>
              <a:cxnLst/>
              <a:rect l="l" t="t" r="r" b="b"/>
              <a:pathLst>
                <a:path w="739" h="721" extrusionOk="0">
                  <a:moveTo>
                    <a:pt x="369" y="0"/>
                  </a:moveTo>
                  <a:cubicBezTo>
                    <a:pt x="272" y="0"/>
                    <a:pt x="174" y="39"/>
                    <a:pt x="117" y="117"/>
                  </a:cubicBezTo>
                  <a:cubicBezTo>
                    <a:pt x="39" y="176"/>
                    <a:pt x="0" y="273"/>
                    <a:pt x="0" y="371"/>
                  </a:cubicBezTo>
                  <a:cubicBezTo>
                    <a:pt x="0" y="467"/>
                    <a:pt x="39" y="565"/>
                    <a:pt x="117" y="623"/>
                  </a:cubicBezTo>
                  <a:cubicBezTo>
                    <a:pt x="174" y="682"/>
                    <a:pt x="272" y="721"/>
                    <a:pt x="369" y="721"/>
                  </a:cubicBezTo>
                  <a:cubicBezTo>
                    <a:pt x="467" y="721"/>
                    <a:pt x="563" y="682"/>
                    <a:pt x="622" y="623"/>
                  </a:cubicBezTo>
                  <a:cubicBezTo>
                    <a:pt x="700" y="565"/>
                    <a:pt x="739" y="467"/>
                    <a:pt x="739" y="371"/>
                  </a:cubicBezTo>
                  <a:cubicBezTo>
                    <a:pt x="739" y="273"/>
                    <a:pt x="700" y="176"/>
                    <a:pt x="622" y="117"/>
                  </a:cubicBezTo>
                  <a:cubicBezTo>
                    <a:pt x="563" y="39"/>
                    <a:pt x="467" y="0"/>
                    <a:pt x="36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/>
            </a:p>
          </p:txBody>
        </p:sp>
      </p:grpSp>
      <p:grpSp>
        <p:nvGrpSpPr>
          <p:cNvPr id="1032" name="Google Shape;1032;p43"/>
          <p:cNvGrpSpPr/>
          <p:nvPr/>
        </p:nvGrpSpPr>
        <p:grpSpPr>
          <a:xfrm>
            <a:off x="8895631" y="2872699"/>
            <a:ext cx="496538" cy="617106"/>
            <a:chOff x="3116711" y="2054296"/>
            <a:chExt cx="282799" cy="351467"/>
          </a:xfrm>
        </p:grpSpPr>
        <p:sp>
          <p:nvSpPr>
            <p:cNvPr id="1033" name="Google Shape;1033;p43"/>
            <p:cNvSpPr/>
            <p:nvPr/>
          </p:nvSpPr>
          <p:spPr>
            <a:xfrm>
              <a:off x="3116711" y="2058778"/>
              <a:ext cx="282799" cy="346985"/>
            </a:xfrm>
            <a:custGeom>
              <a:avLst/>
              <a:gdLst/>
              <a:ahLst/>
              <a:cxnLst/>
              <a:rect l="l" t="t" r="r" b="b"/>
              <a:pathLst>
                <a:path w="14892" h="18272" extrusionOk="0">
                  <a:moveTo>
                    <a:pt x="8806" y="10320"/>
                  </a:moveTo>
                  <a:lnTo>
                    <a:pt x="8806" y="10884"/>
                  </a:lnTo>
                  <a:lnTo>
                    <a:pt x="6084" y="10884"/>
                  </a:lnTo>
                  <a:lnTo>
                    <a:pt x="6084" y="10320"/>
                  </a:lnTo>
                  <a:close/>
                  <a:moveTo>
                    <a:pt x="7056" y="11623"/>
                  </a:moveTo>
                  <a:lnTo>
                    <a:pt x="6084" y="12595"/>
                  </a:lnTo>
                  <a:lnTo>
                    <a:pt x="6084" y="11623"/>
                  </a:lnTo>
                  <a:close/>
                  <a:moveTo>
                    <a:pt x="8806" y="11623"/>
                  </a:moveTo>
                  <a:lnTo>
                    <a:pt x="8806" y="12595"/>
                  </a:lnTo>
                  <a:lnTo>
                    <a:pt x="7834" y="11623"/>
                  </a:lnTo>
                  <a:close/>
                  <a:moveTo>
                    <a:pt x="7445" y="12245"/>
                  </a:moveTo>
                  <a:lnTo>
                    <a:pt x="8184" y="12984"/>
                  </a:lnTo>
                  <a:lnTo>
                    <a:pt x="7834" y="13625"/>
                  </a:lnTo>
                  <a:lnTo>
                    <a:pt x="7077" y="13625"/>
                  </a:lnTo>
                  <a:lnTo>
                    <a:pt x="6727" y="12984"/>
                  </a:lnTo>
                  <a:lnTo>
                    <a:pt x="7445" y="12245"/>
                  </a:lnTo>
                  <a:close/>
                  <a:moveTo>
                    <a:pt x="5366" y="11740"/>
                  </a:moveTo>
                  <a:lnTo>
                    <a:pt x="5366" y="13469"/>
                  </a:lnTo>
                  <a:cubicBezTo>
                    <a:pt x="5366" y="13606"/>
                    <a:pt x="5444" y="13741"/>
                    <a:pt x="5579" y="13800"/>
                  </a:cubicBezTo>
                  <a:cubicBezTo>
                    <a:pt x="5622" y="13819"/>
                    <a:pt x="5668" y="13827"/>
                    <a:pt x="5714" y="13827"/>
                  </a:cubicBezTo>
                  <a:cubicBezTo>
                    <a:pt x="5811" y="13827"/>
                    <a:pt x="5908" y="13788"/>
                    <a:pt x="5988" y="13723"/>
                  </a:cubicBezTo>
                  <a:lnTo>
                    <a:pt x="6182" y="13508"/>
                  </a:lnTo>
                  <a:lnTo>
                    <a:pt x="6473" y="14034"/>
                  </a:lnTo>
                  <a:lnTo>
                    <a:pt x="5695" y="17533"/>
                  </a:lnTo>
                  <a:lnTo>
                    <a:pt x="3033" y="17533"/>
                  </a:lnTo>
                  <a:lnTo>
                    <a:pt x="3033" y="15141"/>
                  </a:lnTo>
                  <a:cubicBezTo>
                    <a:pt x="3033" y="14947"/>
                    <a:pt x="2857" y="14791"/>
                    <a:pt x="2663" y="14791"/>
                  </a:cubicBezTo>
                  <a:cubicBezTo>
                    <a:pt x="2468" y="14791"/>
                    <a:pt x="2313" y="14947"/>
                    <a:pt x="2313" y="15141"/>
                  </a:cubicBezTo>
                  <a:lnTo>
                    <a:pt x="2313" y="17533"/>
                  </a:lnTo>
                  <a:lnTo>
                    <a:pt x="719" y="17533"/>
                  </a:lnTo>
                  <a:lnTo>
                    <a:pt x="719" y="14228"/>
                  </a:lnTo>
                  <a:cubicBezTo>
                    <a:pt x="719" y="13780"/>
                    <a:pt x="1050" y="13373"/>
                    <a:pt x="1535" y="13197"/>
                  </a:cubicBezTo>
                  <a:lnTo>
                    <a:pt x="5366" y="11740"/>
                  </a:lnTo>
                  <a:close/>
                  <a:moveTo>
                    <a:pt x="7756" y="14345"/>
                  </a:moveTo>
                  <a:lnTo>
                    <a:pt x="8456" y="17533"/>
                  </a:lnTo>
                  <a:lnTo>
                    <a:pt x="6434" y="17533"/>
                  </a:lnTo>
                  <a:lnTo>
                    <a:pt x="7154" y="14345"/>
                  </a:lnTo>
                  <a:close/>
                  <a:moveTo>
                    <a:pt x="9526" y="11740"/>
                  </a:moveTo>
                  <a:lnTo>
                    <a:pt x="13355" y="13197"/>
                  </a:lnTo>
                  <a:cubicBezTo>
                    <a:pt x="13860" y="13373"/>
                    <a:pt x="14171" y="13780"/>
                    <a:pt x="14171" y="14228"/>
                  </a:cubicBezTo>
                  <a:lnTo>
                    <a:pt x="14171" y="17533"/>
                  </a:lnTo>
                  <a:lnTo>
                    <a:pt x="12598" y="17533"/>
                  </a:lnTo>
                  <a:lnTo>
                    <a:pt x="12598" y="15141"/>
                  </a:lnTo>
                  <a:cubicBezTo>
                    <a:pt x="12598" y="14947"/>
                    <a:pt x="12422" y="14791"/>
                    <a:pt x="12227" y="14791"/>
                  </a:cubicBezTo>
                  <a:cubicBezTo>
                    <a:pt x="12033" y="14791"/>
                    <a:pt x="11859" y="14947"/>
                    <a:pt x="11859" y="15141"/>
                  </a:cubicBezTo>
                  <a:lnTo>
                    <a:pt x="11859" y="17533"/>
                  </a:lnTo>
                  <a:lnTo>
                    <a:pt x="9195" y="17533"/>
                  </a:lnTo>
                  <a:lnTo>
                    <a:pt x="8417" y="14034"/>
                  </a:lnTo>
                  <a:lnTo>
                    <a:pt x="8710" y="13508"/>
                  </a:lnTo>
                  <a:lnTo>
                    <a:pt x="8923" y="13723"/>
                  </a:lnTo>
                  <a:cubicBezTo>
                    <a:pt x="8982" y="13800"/>
                    <a:pt x="9078" y="13819"/>
                    <a:pt x="9176" y="13819"/>
                  </a:cubicBezTo>
                  <a:cubicBezTo>
                    <a:pt x="9215" y="13819"/>
                    <a:pt x="9272" y="13819"/>
                    <a:pt x="9311" y="13800"/>
                  </a:cubicBezTo>
                  <a:cubicBezTo>
                    <a:pt x="9448" y="13741"/>
                    <a:pt x="9526" y="13606"/>
                    <a:pt x="9526" y="13469"/>
                  </a:cubicBezTo>
                  <a:lnTo>
                    <a:pt x="9526" y="11740"/>
                  </a:lnTo>
                  <a:close/>
                  <a:moveTo>
                    <a:pt x="5995" y="0"/>
                  </a:moveTo>
                  <a:cubicBezTo>
                    <a:pt x="5959" y="0"/>
                    <a:pt x="5924" y="5"/>
                    <a:pt x="5890" y="17"/>
                  </a:cubicBezTo>
                  <a:cubicBezTo>
                    <a:pt x="3946" y="678"/>
                    <a:pt x="2605" y="2505"/>
                    <a:pt x="2566" y="4547"/>
                  </a:cubicBezTo>
                  <a:cubicBezTo>
                    <a:pt x="2546" y="6180"/>
                    <a:pt x="3324" y="7715"/>
                    <a:pt x="4685" y="8648"/>
                  </a:cubicBezTo>
                  <a:cubicBezTo>
                    <a:pt x="5112" y="8940"/>
                    <a:pt x="5366" y="9426"/>
                    <a:pt x="5366" y="9951"/>
                  </a:cubicBezTo>
                  <a:lnTo>
                    <a:pt x="5366" y="10962"/>
                  </a:lnTo>
                  <a:lnTo>
                    <a:pt x="1283" y="12517"/>
                  </a:lnTo>
                  <a:cubicBezTo>
                    <a:pt x="506" y="12808"/>
                    <a:pt x="0" y="13489"/>
                    <a:pt x="0" y="14228"/>
                  </a:cubicBezTo>
                  <a:lnTo>
                    <a:pt x="0" y="17902"/>
                  </a:lnTo>
                  <a:cubicBezTo>
                    <a:pt x="0" y="18096"/>
                    <a:pt x="156" y="18272"/>
                    <a:pt x="369" y="18272"/>
                  </a:cubicBezTo>
                  <a:lnTo>
                    <a:pt x="14542" y="18272"/>
                  </a:lnTo>
                  <a:cubicBezTo>
                    <a:pt x="14736" y="18272"/>
                    <a:pt x="14892" y="18096"/>
                    <a:pt x="14892" y="17902"/>
                  </a:cubicBezTo>
                  <a:lnTo>
                    <a:pt x="14892" y="14228"/>
                  </a:lnTo>
                  <a:cubicBezTo>
                    <a:pt x="14892" y="13489"/>
                    <a:pt x="14386" y="12808"/>
                    <a:pt x="13627" y="12517"/>
                  </a:cubicBezTo>
                  <a:lnTo>
                    <a:pt x="9526" y="10962"/>
                  </a:lnTo>
                  <a:lnTo>
                    <a:pt x="9526" y="9951"/>
                  </a:lnTo>
                  <a:cubicBezTo>
                    <a:pt x="9526" y="9426"/>
                    <a:pt x="9798" y="8940"/>
                    <a:pt x="10226" y="8648"/>
                  </a:cubicBezTo>
                  <a:cubicBezTo>
                    <a:pt x="11548" y="7735"/>
                    <a:pt x="12325" y="6237"/>
                    <a:pt x="12325" y="4643"/>
                  </a:cubicBezTo>
                  <a:cubicBezTo>
                    <a:pt x="12325" y="2544"/>
                    <a:pt x="11003" y="678"/>
                    <a:pt x="9021" y="17"/>
                  </a:cubicBezTo>
                  <a:cubicBezTo>
                    <a:pt x="8983" y="5"/>
                    <a:pt x="8944" y="0"/>
                    <a:pt x="8907" y="0"/>
                  </a:cubicBezTo>
                  <a:cubicBezTo>
                    <a:pt x="8749" y="0"/>
                    <a:pt x="8600" y="93"/>
                    <a:pt x="8554" y="250"/>
                  </a:cubicBezTo>
                  <a:cubicBezTo>
                    <a:pt x="8495" y="426"/>
                    <a:pt x="8593" y="639"/>
                    <a:pt x="8787" y="698"/>
                  </a:cubicBezTo>
                  <a:cubicBezTo>
                    <a:pt x="10459" y="1281"/>
                    <a:pt x="11605" y="2855"/>
                    <a:pt x="11605" y="4643"/>
                  </a:cubicBezTo>
                  <a:cubicBezTo>
                    <a:pt x="11605" y="6004"/>
                    <a:pt x="10926" y="7269"/>
                    <a:pt x="9817" y="8046"/>
                  </a:cubicBezTo>
                  <a:cubicBezTo>
                    <a:pt x="9293" y="8415"/>
                    <a:pt x="8943" y="8979"/>
                    <a:pt x="8845" y="9581"/>
                  </a:cubicBezTo>
                  <a:lnTo>
                    <a:pt x="6066" y="9581"/>
                  </a:lnTo>
                  <a:cubicBezTo>
                    <a:pt x="5968" y="8979"/>
                    <a:pt x="5618" y="8415"/>
                    <a:pt x="5094" y="8065"/>
                  </a:cubicBezTo>
                  <a:cubicBezTo>
                    <a:pt x="3946" y="7269"/>
                    <a:pt x="3266" y="5947"/>
                    <a:pt x="3305" y="4566"/>
                  </a:cubicBezTo>
                  <a:cubicBezTo>
                    <a:pt x="3324" y="2816"/>
                    <a:pt x="4451" y="1261"/>
                    <a:pt x="6123" y="698"/>
                  </a:cubicBezTo>
                  <a:cubicBezTo>
                    <a:pt x="6299" y="639"/>
                    <a:pt x="6416" y="426"/>
                    <a:pt x="6338" y="250"/>
                  </a:cubicBezTo>
                  <a:cubicBezTo>
                    <a:pt x="6290" y="93"/>
                    <a:pt x="6142" y="0"/>
                    <a:pt x="599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/>
            </a:p>
          </p:txBody>
        </p:sp>
        <p:sp>
          <p:nvSpPr>
            <p:cNvPr id="1034" name="Google Shape;1034;p43"/>
            <p:cNvSpPr/>
            <p:nvPr/>
          </p:nvSpPr>
          <p:spPr>
            <a:xfrm>
              <a:off x="3227825" y="2098829"/>
              <a:ext cx="62021" cy="76188"/>
            </a:xfrm>
            <a:custGeom>
              <a:avLst/>
              <a:gdLst/>
              <a:ahLst/>
              <a:cxnLst/>
              <a:rect l="l" t="t" r="r" b="b"/>
              <a:pathLst>
                <a:path w="3266" h="4012" extrusionOk="0">
                  <a:moveTo>
                    <a:pt x="1621" y="1"/>
                  </a:moveTo>
                  <a:cubicBezTo>
                    <a:pt x="1224" y="1"/>
                    <a:pt x="837" y="140"/>
                    <a:pt x="526" y="416"/>
                  </a:cubicBezTo>
                  <a:cubicBezTo>
                    <a:pt x="194" y="707"/>
                    <a:pt x="0" y="1155"/>
                    <a:pt x="0" y="1601"/>
                  </a:cubicBezTo>
                  <a:cubicBezTo>
                    <a:pt x="0" y="1796"/>
                    <a:pt x="156" y="1971"/>
                    <a:pt x="350" y="1971"/>
                  </a:cubicBezTo>
                  <a:cubicBezTo>
                    <a:pt x="565" y="1971"/>
                    <a:pt x="720" y="1796"/>
                    <a:pt x="720" y="1601"/>
                  </a:cubicBezTo>
                  <a:cubicBezTo>
                    <a:pt x="720" y="1349"/>
                    <a:pt x="837" y="1116"/>
                    <a:pt x="1011" y="960"/>
                  </a:cubicBezTo>
                  <a:cubicBezTo>
                    <a:pt x="1185" y="803"/>
                    <a:pt x="1391" y="724"/>
                    <a:pt x="1614" y="724"/>
                  </a:cubicBezTo>
                  <a:cubicBezTo>
                    <a:pt x="1640" y="724"/>
                    <a:pt x="1666" y="725"/>
                    <a:pt x="1692" y="727"/>
                  </a:cubicBezTo>
                  <a:cubicBezTo>
                    <a:pt x="2100" y="785"/>
                    <a:pt x="2431" y="1096"/>
                    <a:pt x="2470" y="1505"/>
                  </a:cubicBezTo>
                  <a:cubicBezTo>
                    <a:pt x="2509" y="1912"/>
                    <a:pt x="2275" y="2301"/>
                    <a:pt x="1886" y="2438"/>
                  </a:cubicBezTo>
                  <a:cubicBezTo>
                    <a:pt x="1498" y="2573"/>
                    <a:pt x="1244" y="2923"/>
                    <a:pt x="1244" y="3351"/>
                  </a:cubicBezTo>
                  <a:lnTo>
                    <a:pt x="1244" y="3643"/>
                  </a:lnTo>
                  <a:cubicBezTo>
                    <a:pt x="1244" y="3856"/>
                    <a:pt x="1400" y="4012"/>
                    <a:pt x="1594" y="4012"/>
                  </a:cubicBezTo>
                  <a:cubicBezTo>
                    <a:pt x="1789" y="4012"/>
                    <a:pt x="1964" y="3856"/>
                    <a:pt x="1964" y="3643"/>
                  </a:cubicBezTo>
                  <a:lnTo>
                    <a:pt x="1964" y="3351"/>
                  </a:lnTo>
                  <a:cubicBezTo>
                    <a:pt x="1964" y="3234"/>
                    <a:pt x="2022" y="3156"/>
                    <a:pt x="2120" y="3118"/>
                  </a:cubicBezTo>
                  <a:cubicBezTo>
                    <a:pt x="2820" y="2884"/>
                    <a:pt x="3266" y="2184"/>
                    <a:pt x="3188" y="1427"/>
                  </a:cubicBezTo>
                  <a:cubicBezTo>
                    <a:pt x="3110" y="668"/>
                    <a:pt x="2527" y="105"/>
                    <a:pt x="1770" y="7"/>
                  </a:cubicBezTo>
                  <a:cubicBezTo>
                    <a:pt x="1720" y="3"/>
                    <a:pt x="1671" y="1"/>
                    <a:pt x="162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/>
            </a:p>
          </p:txBody>
        </p:sp>
        <p:sp>
          <p:nvSpPr>
            <p:cNvPr id="1035" name="Google Shape;1035;p43"/>
            <p:cNvSpPr/>
            <p:nvPr/>
          </p:nvSpPr>
          <p:spPr>
            <a:xfrm>
              <a:off x="3251449" y="2187933"/>
              <a:ext cx="13692" cy="13673"/>
            </a:xfrm>
            <a:custGeom>
              <a:avLst/>
              <a:gdLst/>
              <a:ahLst/>
              <a:cxnLst/>
              <a:rect l="l" t="t" r="r" b="b"/>
              <a:pathLst>
                <a:path w="721" h="720" extrusionOk="0">
                  <a:moveTo>
                    <a:pt x="350" y="1"/>
                  </a:moveTo>
                  <a:cubicBezTo>
                    <a:pt x="254" y="1"/>
                    <a:pt x="156" y="40"/>
                    <a:pt x="98" y="118"/>
                  </a:cubicBezTo>
                  <a:cubicBezTo>
                    <a:pt x="39" y="175"/>
                    <a:pt x="0" y="273"/>
                    <a:pt x="0" y="370"/>
                  </a:cubicBezTo>
                  <a:cubicBezTo>
                    <a:pt x="0" y="468"/>
                    <a:pt x="39" y="564"/>
                    <a:pt x="98" y="623"/>
                  </a:cubicBezTo>
                  <a:cubicBezTo>
                    <a:pt x="156" y="681"/>
                    <a:pt x="254" y="720"/>
                    <a:pt x="350" y="720"/>
                  </a:cubicBezTo>
                  <a:cubicBezTo>
                    <a:pt x="448" y="720"/>
                    <a:pt x="545" y="681"/>
                    <a:pt x="604" y="623"/>
                  </a:cubicBezTo>
                  <a:cubicBezTo>
                    <a:pt x="681" y="564"/>
                    <a:pt x="720" y="468"/>
                    <a:pt x="720" y="370"/>
                  </a:cubicBezTo>
                  <a:cubicBezTo>
                    <a:pt x="720" y="273"/>
                    <a:pt x="681" y="175"/>
                    <a:pt x="604" y="118"/>
                  </a:cubicBezTo>
                  <a:cubicBezTo>
                    <a:pt x="545" y="40"/>
                    <a:pt x="448" y="1"/>
                    <a:pt x="35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/>
            </a:p>
          </p:txBody>
        </p:sp>
        <p:sp>
          <p:nvSpPr>
            <p:cNvPr id="1036" name="Google Shape;1036;p43"/>
            <p:cNvSpPr/>
            <p:nvPr/>
          </p:nvSpPr>
          <p:spPr>
            <a:xfrm>
              <a:off x="3252190" y="2054296"/>
              <a:ext cx="13692" cy="13673"/>
            </a:xfrm>
            <a:custGeom>
              <a:avLst/>
              <a:gdLst/>
              <a:ahLst/>
              <a:cxnLst/>
              <a:rect l="l" t="t" r="r" b="b"/>
              <a:pathLst>
                <a:path w="721" h="720" extrusionOk="0">
                  <a:moveTo>
                    <a:pt x="350" y="1"/>
                  </a:moveTo>
                  <a:cubicBezTo>
                    <a:pt x="254" y="1"/>
                    <a:pt x="176" y="40"/>
                    <a:pt x="98" y="97"/>
                  </a:cubicBezTo>
                  <a:cubicBezTo>
                    <a:pt x="39" y="175"/>
                    <a:pt x="0" y="253"/>
                    <a:pt x="0" y="351"/>
                  </a:cubicBezTo>
                  <a:cubicBezTo>
                    <a:pt x="0" y="447"/>
                    <a:pt x="39" y="545"/>
                    <a:pt x="98" y="603"/>
                  </a:cubicBezTo>
                  <a:cubicBezTo>
                    <a:pt x="176" y="680"/>
                    <a:pt x="254" y="719"/>
                    <a:pt x="350" y="719"/>
                  </a:cubicBezTo>
                  <a:cubicBezTo>
                    <a:pt x="448" y="719"/>
                    <a:pt x="544" y="680"/>
                    <a:pt x="603" y="603"/>
                  </a:cubicBezTo>
                  <a:cubicBezTo>
                    <a:pt x="681" y="545"/>
                    <a:pt x="720" y="447"/>
                    <a:pt x="720" y="351"/>
                  </a:cubicBezTo>
                  <a:cubicBezTo>
                    <a:pt x="720" y="253"/>
                    <a:pt x="681" y="175"/>
                    <a:pt x="603" y="97"/>
                  </a:cubicBezTo>
                  <a:cubicBezTo>
                    <a:pt x="544" y="40"/>
                    <a:pt x="448" y="1"/>
                    <a:pt x="35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/>
            </a:p>
          </p:txBody>
        </p:sp>
      </p:grpSp>
      <p:grpSp>
        <p:nvGrpSpPr>
          <p:cNvPr id="1037" name="Google Shape;1037;p43"/>
          <p:cNvGrpSpPr/>
          <p:nvPr/>
        </p:nvGrpSpPr>
        <p:grpSpPr>
          <a:xfrm>
            <a:off x="13907301" y="2872530"/>
            <a:ext cx="591798" cy="617440"/>
            <a:chOff x="3653497" y="2054106"/>
            <a:chExt cx="337054" cy="351657"/>
          </a:xfrm>
        </p:grpSpPr>
        <p:sp>
          <p:nvSpPr>
            <p:cNvPr id="1038" name="Google Shape;1038;p43"/>
            <p:cNvSpPr/>
            <p:nvPr/>
          </p:nvSpPr>
          <p:spPr>
            <a:xfrm>
              <a:off x="3653497" y="2054106"/>
              <a:ext cx="337054" cy="351657"/>
            </a:xfrm>
            <a:custGeom>
              <a:avLst/>
              <a:gdLst/>
              <a:ahLst/>
              <a:cxnLst/>
              <a:rect l="l" t="t" r="r" b="b"/>
              <a:pathLst>
                <a:path w="17749" h="18518" extrusionOk="0">
                  <a:moveTo>
                    <a:pt x="8865" y="4793"/>
                  </a:moveTo>
                  <a:cubicBezTo>
                    <a:pt x="9254" y="4793"/>
                    <a:pt x="9584" y="5026"/>
                    <a:pt x="9584" y="5298"/>
                  </a:cubicBezTo>
                  <a:cubicBezTo>
                    <a:pt x="9584" y="5571"/>
                    <a:pt x="9254" y="5804"/>
                    <a:pt x="8865" y="5804"/>
                  </a:cubicBezTo>
                  <a:cubicBezTo>
                    <a:pt x="8476" y="5804"/>
                    <a:pt x="8145" y="5571"/>
                    <a:pt x="8145" y="5298"/>
                  </a:cubicBezTo>
                  <a:cubicBezTo>
                    <a:pt x="8145" y="5026"/>
                    <a:pt x="8476" y="4793"/>
                    <a:pt x="8865" y="4793"/>
                  </a:cubicBezTo>
                  <a:close/>
                  <a:moveTo>
                    <a:pt x="8865" y="729"/>
                  </a:moveTo>
                  <a:lnTo>
                    <a:pt x="17010" y="5298"/>
                  </a:lnTo>
                  <a:lnTo>
                    <a:pt x="14755" y="6561"/>
                  </a:lnTo>
                  <a:cubicBezTo>
                    <a:pt x="14736" y="6581"/>
                    <a:pt x="14716" y="6581"/>
                    <a:pt x="14697" y="6600"/>
                  </a:cubicBezTo>
                  <a:lnTo>
                    <a:pt x="8865" y="9866"/>
                  </a:lnTo>
                  <a:lnTo>
                    <a:pt x="5172" y="7805"/>
                  </a:lnTo>
                  <a:lnTo>
                    <a:pt x="7932" y="6232"/>
                  </a:lnTo>
                  <a:cubicBezTo>
                    <a:pt x="8184" y="6426"/>
                    <a:pt x="8515" y="6522"/>
                    <a:pt x="8865" y="6522"/>
                  </a:cubicBezTo>
                  <a:cubicBezTo>
                    <a:pt x="9661" y="6522"/>
                    <a:pt x="10304" y="5978"/>
                    <a:pt x="10304" y="5298"/>
                  </a:cubicBezTo>
                  <a:cubicBezTo>
                    <a:pt x="10304" y="4617"/>
                    <a:pt x="9661" y="4073"/>
                    <a:pt x="8865" y="4073"/>
                  </a:cubicBezTo>
                  <a:cubicBezTo>
                    <a:pt x="8067" y="4073"/>
                    <a:pt x="7406" y="4617"/>
                    <a:pt x="7406" y="5298"/>
                  </a:cubicBezTo>
                  <a:cubicBezTo>
                    <a:pt x="7406" y="5434"/>
                    <a:pt x="7445" y="5550"/>
                    <a:pt x="7484" y="5667"/>
                  </a:cubicBezTo>
                  <a:lnTo>
                    <a:pt x="4433" y="7378"/>
                  </a:lnTo>
                  <a:lnTo>
                    <a:pt x="3033" y="6600"/>
                  </a:lnTo>
                  <a:cubicBezTo>
                    <a:pt x="3013" y="6581"/>
                    <a:pt x="2994" y="6581"/>
                    <a:pt x="2974" y="6561"/>
                  </a:cubicBezTo>
                  <a:lnTo>
                    <a:pt x="719" y="5298"/>
                  </a:lnTo>
                  <a:lnTo>
                    <a:pt x="8865" y="729"/>
                  </a:lnTo>
                  <a:close/>
                  <a:moveTo>
                    <a:pt x="3189" y="7515"/>
                  </a:moveTo>
                  <a:lnTo>
                    <a:pt x="4044" y="8000"/>
                  </a:lnTo>
                  <a:lnTo>
                    <a:pt x="4044" y="11344"/>
                  </a:lnTo>
                  <a:cubicBezTo>
                    <a:pt x="3946" y="11382"/>
                    <a:pt x="3829" y="11421"/>
                    <a:pt x="3752" y="11480"/>
                  </a:cubicBezTo>
                  <a:lnTo>
                    <a:pt x="3189" y="11110"/>
                  </a:lnTo>
                  <a:lnTo>
                    <a:pt x="3189" y="7515"/>
                  </a:lnTo>
                  <a:close/>
                  <a:moveTo>
                    <a:pt x="4413" y="12025"/>
                  </a:moveTo>
                  <a:cubicBezTo>
                    <a:pt x="4762" y="12025"/>
                    <a:pt x="5055" y="12316"/>
                    <a:pt x="5055" y="12665"/>
                  </a:cubicBezTo>
                  <a:lnTo>
                    <a:pt x="5055" y="13036"/>
                  </a:lnTo>
                  <a:lnTo>
                    <a:pt x="5055" y="13619"/>
                  </a:lnTo>
                  <a:lnTo>
                    <a:pt x="3752" y="13619"/>
                  </a:lnTo>
                  <a:lnTo>
                    <a:pt x="3752" y="12665"/>
                  </a:lnTo>
                  <a:cubicBezTo>
                    <a:pt x="3752" y="12316"/>
                    <a:pt x="4044" y="12025"/>
                    <a:pt x="4413" y="12025"/>
                  </a:cubicBezTo>
                  <a:close/>
                  <a:moveTo>
                    <a:pt x="14542" y="7515"/>
                  </a:moveTo>
                  <a:lnTo>
                    <a:pt x="14542" y="11110"/>
                  </a:lnTo>
                  <a:lnTo>
                    <a:pt x="9234" y="14687"/>
                  </a:lnTo>
                  <a:lnTo>
                    <a:pt x="9234" y="13171"/>
                  </a:lnTo>
                  <a:cubicBezTo>
                    <a:pt x="9234" y="12976"/>
                    <a:pt x="9060" y="12821"/>
                    <a:pt x="8865" y="12821"/>
                  </a:cubicBezTo>
                  <a:cubicBezTo>
                    <a:pt x="8671" y="12821"/>
                    <a:pt x="8495" y="12976"/>
                    <a:pt x="8495" y="13171"/>
                  </a:cubicBezTo>
                  <a:lnTo>
                    <a:pt x="8495" y="14687"/>
                  </a:lnTo>
                  <a:lnTo>
                    <a:pt x="5794" y="12841"/>
                  </a:lnTo>
                  <a:lnTo>
                    <a:pt x="5794" y="12665"/>
                  </a:lnTo>
                  <a:cubicBezTo>
                    <a:pt x="5794" y="12043"/>
                    <a:pt x="5346" y="11499"/>
                    <a:pt x="4762" y="11344"/>
                  </a:cubicBezTo>
                  <a:lnTo>
                    <a:pt x="4762" y="8409"/>
                  </a:lnTo>
                  <a:lnTo>
                    <a:pt x="8515" y="10508"/>
                  </a:lnTo>
                  <a:cubicBezTo>
                    <a:pt x="8612" y="10566"/>
                    <a:pt x="8749" y="10605"/>
                    <a:pt x="8865" y="10605"/>
                  </a:cubicBezTo>
                  <a:cubicBezTo>
                    <a:pt x="8982" y="10605"/>
                    <a:pt x="9117" y="10566"/>
                    <a:pt x="9215" y="10508"/>
                  </a:cubicBezTo>
                  <a:lnTo>
                    <a:pt x="14542" y="7515"/>
                  </a:lnTo>
                  <a:close/>
                  <a:moveTo>
                    <a:pt x="5055" y="14358"/>
                  </a:moveTo>
                  <a:lnTo>
                    <a:pt x="5055" y="17779"/>
                  </a:lnTo>
                  <a:lnTo>
                    <a:pt x="3752" y="17779"/>
                  </a:lnTo>
                  <a:lnTo>
                    <a:pt x="3752" y="14358"/>
                  </a:lnTo>
                  <a:close/>
                  <a:moveTo>
                    <a:pt x="8865" y="1"/>
                  </a:moveTo>
                  <a:cubicBezTo>
                    <a:pt x="8743" y="1"/>
                    <a:pt x="8622" y="30"/>
                    <a:pt x="8515" y="88"/>
                  </a:cubicBezTo>
                  <a:lnTo>
                    <a:pt x="369" y="4676"/>
                  </a:lnTo>
                  <a:cubicBezTo>
                    <a:pt x="136" y="4793"/>
                    <a:pt x="0" y="5045"/>
                    <a:pt x="0" y="5298"/>
                  </a:cubicBezTo>
                  <a:cubicBezTo>
                    <a:pt x="0" y="5571"/>
                    <a:pt x="136" y="5804"/>
                    <a:pt x="369" y="5939"/>
                  </a:cubicBezTo>
                  <a:lnTo>
                    <a:pt x="2469" y="7106"/>
                  </a:lnTo>
                  <a:lnTo>
                    <a:pt x="2469" y="11110"/>
                  </a:lnTo>
                  <a:cubicBezTo>
                    <a:pt x="2469" y="11344"/>
                    <a:pt x="2585" y="11558"/>
                    <a:pt x="2780" y="11693"/>
                  </a:cubicBezTo>
                  <a:lnTo>
                    <a:pt x="3227" y="11986"/>
                  </a:lnTo>
                  <a:cubicBezTo>
                    <a:pt x="3111" y="12199"/>
                    <a:pt x="3033" y="12432"/>
                    <a:pt x="3033" y="12665"/>
                  </a:cubicBezTo>
                  <a:lnTo>
                    <a:pt x="3033" y="18148"/>
                  </a:lnTo>
                  <a:cubicBezTo>
                    <a:pt x="3033" y="18342"/>
                    <a:pt x="3207" y="18518"/>
                    <a:pt x="3402" y="18518"/>
                  </a:cubicBezTo>
                  <a:lnTo>
                    <a:pt x="5423" y="18518"/>
                  </a:lnTo>
                  <a:cubicBezTo>
                    <a:pt x="5618" y="18518"/>
                    <a:pt x="5794" y="18342"/>
                    <a:pt x="5794" y="18148"/>
                  </a:cubicBezTo>
                  <a:lnTo>
                    <a:pt x="5794" y="13715"/>
                  </a:lnTo>
                  <a:lnTo>
                    <a:pt x="8456" y="15524"/>
                  </a:lnTo>
                  <a:cubicBezTo>
                    <a:pt x="8593" y="15602"/>
                    <a:pt x="8728" y="15641"/>
                    <a:pt x="8865" y="15641"/>
                  </a:cubicBezTo>
                  <a:cubicBezTo>
                    <a:pt x="9000" y="15641"/>
                    <a:pt x="9156" y="15602"/>
                    <a:pt x="9273" y="15524"/>
                  </a:cubicBezTo>
                  <a:lnTo>
                    <a:pt x="14949" y="11693"/>
                  </a:lnTo>
                  <a:cubicBezTo>
                    <a:pt x="15144" y="11558"/>
                    <a:pt x="15260" y="11344"/>
                    <a:pt x="15260" y="11110"/>
                  </a:cubicBezTo>
                  <a:lnTo>
                    <a:pt x="15260" y="7106"/>
                  </a:lnTo>
                  <a:lnTo>
                    <a:pt x="17380" y="5939"/>
                  </a:lnTo>
                  <a:cubicBezTo>
                    <a:pt x="17593" y="5804"/>
                    <a:pt x="17749" y="5571"/>
                    <a:pt x="17749" y="5298"/>
                  </a:cubicBezTo>
                  <a:cubicBezTo>
                    <a:pt x="17749" y="5045"/>
                    <a:pt x="17593" y="4793"/>
                    <a:pt x="17380" y="4676"/>
                  </a:cubicBezTo>
                  <a:lnTo>
                    <a:pt x="9215" y="88"/>
                  </a:lnTo>
                  <a:cubicBezTo>
                    <a:pt x="9108" y="30"/>
                    <a:pt x="8986" y="1"/>
                    <a:pt x="88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/>
            </a:p>
          </p:txBody>
        </p:sp>
        <p:sp>
          <p:nvSpPr>
            <p:cNvPr id="1039" name="Google Shape;1039;p43"/>
            <p:cNvSpPr/>
            <p:nvPr/>
          </p:nvSpPr>
          <p:spPr>
            <a:xfrm>
              <a:off x="3814822" y="2270257"/>
              <a:ext cx="14034" cy="13692"/>
            </a:xfrm>
            <a:custGeom>
              <a:avLst/>
              <a:gdLst/>
              <a:ahLst/>
              <a:cxnLst/>
              <a:rect l="l" t="t" r="r" b="b"/>
              <a:pathLst>
                <a:path w="739" h="721" extrusionOk="0">
                  <a:moveTo>
                    <a:pt x="370" y="0"/>
                  </a:moveTo>
                  <a:cubicBezTo>
                    <a:pt x="272" y="0"/>
                    <a:pt x="176" y="21"/>
                    <a:pt x="117" y="98"/>
                  </a:cubicBezTo>
                  <a:cubicBezTo>
                    <a:pt x="39" y="156"/>
                    <a:pt x="0" y="254"/>
                    <a:pt x="0" y="350"/>
                  </a:cubicBezTo>
                  <a:cubicBezTo>
                    <a:pt x="0" y="448"/>
                    <a:pt x="39" y="545"/>
                    <a:pt x="117" y="604"/>
                  </a:cubicBezTo>
                  <a:cubicBezTo>
                    <a:pt x="176" y="682"/>
                    <a:pt x="272" y="720"/>
                    <a:pt x="370" y="720"/>
                  </a:cubicBezTo>
                  <a:cubicBezTo>
                    <a:pt x="467" y="720"/>
                    <a:pt x="565" y="682"/>
                    <a:pt x="622" y="604"/>
                  </a:cubicBezTo>
                  <a:cubicBezTo>
                    <a:pt x="700" y="545"/>
                    <a:pt x="739" y="448"/>
                    <a:pt x="739" y="350"/>
                  </a:cubicBezTo>
                  <a:cubicBezTo>
                    <a:pt x="739" y="254"/>
                    <a:pt x="700" y="156"/>
                    <a:pt x="622" y="98"/>
                  </a:cubicBezTo>
                  <a:cubicBezTo>
                    <a:pt x="565" y="21"/>
                    <a:pt x="467" y="0"/>
                    <a:pt x="37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/>
            </a:p>
          </p:txBody>
        </p:sp>
      </p:grpSp>
      <p:grpSp>
        <p:nvGrpSpPr>
          <p:cNvPr id="1040" name="Google Shape;1040;p43"/>
          <p:cNvGrpSpPr/>
          <p:nvPr/>
        </p:nvGrpSpPr>
        <p:grpSpPr>
          <a:xfrm>
            <a:off x="3776699" y="2873349"/>
            <a:ext cx="615806" cy="615806"/>
            <a:chOff x="3646471" y="1389780"/>
            <a:chExt cx="350726" cy="350726"/>
          </a:xfrm>
        </p:grpSpPr>
        <p:sp>
          <p:nvSpPr>
            <p:cNvPr id="1041" name="Google Shape;1041;p43"/>
            <p:cNvSpPr/>
            <p:nvPr/>
          </p:nvSpPr>
          <p:spPr>
            <a:xfrm>
              <a:off x="3646471" y="1389780"/>
              <a:ext cx="350726" cy="350726"/>
            </a:xfrm>
            <a:custGeom>
              <a:avLst/>
              <a:gdLst/>
              <a:ahLst/>
              <a:cxnLst/>
              <a:rect l="l" t="t" r="r" b="b"/>
              <a:pathLst>
                <a:path w="18469" h="18469" extrusionOk="0">
                  <a:moveTo>
                    <a:pt x="14542" y="4568"/>
                  </a:moveTo>
                  <a:cubicBezTo>
                    <a:pt x="14951" y="4568"/>
                    <a:pt x="15301" y="4918"/>
                    <a:pt x="15301" y="5327"/>
                  </a:cubicBezTo>
                  <a:lnTo>
                    <a:pt x="15301" y="5618"/>
                  </a:lnTo>
                  <a:cubicBezTo>
                    <a:pt x="15301" y="6027"/>
                    <a:pt x="14951" y="6377"/>
                    <a:pt x="14542" y="6377"/>
                  </a:cubicBezTo>
                  <a:cubicBezTo>
                    <a:pt x="14114" y="6377"/>
                    <a:pt x="13784" y="6027"/>
                    <a:pt x="13784" y="5618"/>
                  </a:cubicBezTo>
                  <a:lnTo>
                    <a:pt x="13784" y="5327"/>
                  </a:lnTo>
                  <a:cubicBezTo>
                    <a:pt x="13784" y="4918"/>
                    <a:pt x="14114" y="4568"/>
                    <a:pt x="14542" y="4568"/>
                  </a:cubicBezTo>
                  <a:close/>
                  <a:moveTo>
                    <a:pt x="14542" y="2663"/>
                  </a:moveTo>
                  <a:cubicBezTo>
                    <a:pt x="16311" y="2663"/>
                    <a:pt x="17750" y="4101"/>
                    <a:pt x="17750" y="5871"/>
                  </a:cubicBezTo>
                  <a:cubicBezTo>
                    <a:pt x="17750" y="6629"/>
                    <a:pt x="17478" y="7328"/>
                    <a:pt x="17030" y="7893"/>
                  </a:cubicBezTo>
                  <a:cubicBezTo>
                    <a:pt x="16739" y="7310"/>
                    <a:pt x="16234" y="6862"/>
                    <a:pt x="15650" y="6610"/>
                  </a:cubicBezTo>
                  <a:cubicBezTo>
                    <a:pt x="15884" y="6338"/>
                    <a:pt x="16019" y="5988"/>
                    <a:pt x="16019" y="5618"/>
                  </a:cubicBezTo>
                  <a:lnTo>
                    <a:pt x="16019" y="5327"/>
                  </a:lnTo>
                  <a:cubicBezTo>
                    <a:pt x="16019" y="4510"/>
                    <a:pt x="15358" y="3849"/>
                    <a:pt x="14542" y="3849"/>
                  </a:cubicBezTo>
                  <a:cubicBezTo>
                    <a:pt x="13725" y="3849"/>
                    <a:pt x="13064" y="4510"/>
                    <a:pt x="13064" y="5327"/>
                  </a:cubicBezTo>
                  <a:lnTo>
                    <a:pt x="13064" y="5618"/>
                  </a:lnTo>
                  <a:cubicBezTo>
                    <a:pt x="13064" y="5988"/>
                    <a:pt x="13201" y="6338"/>
                    <a:pt x="13434" y="6610"/>
                  </a:cubicBezTo>
                  <a:cubicBezTo>
                    <a:pt x="12851" y="6862"/>
                    <a:pt x="12346" y="7310"/>
                    <a:pt x="12035" y="7893"/>
                  </a:cubicBezTo>
                  <a:cubicBezTo>
                    <a:pt x="11587" y="7328"/>
                    <a:pt x="11335" y="6629"/>
                    <a:pt x="11335" y="5871"/>
                  </a:cubicBezTo>
                  <a:cubicBezTo>
                    <a:pt x="11335" y="4101"/>
                    <a:pt x="12773" y="2663"/>
                    <a:pt x="14542" y="2663"/>
                  </a:cubicBezTo>
                  <a:close/>
                  <a:moveTo>
                    <a:pt x="14542" y="7095"/>
                  </a:moveTo>
                  <a:cubicBezTo>
                    <a:pt x="15397" y="7095"/>
                    <a:pt x="16175" y="7639"/>
                    <a:pt x="16486" y="8417"/>
                  </a:cubicBezTo>
                  <a:cubicBezTo>
                    <a:pt x="15941" y="8826"/>
                    <a:pt x="15262" y="9078"/>
                    <a:pt x="14542" y="9078"/>
                  </a:cubicBezTo>
                  <a:cubicBezTo>
                    <a:pt x="13803" y="9078"/>
                    <a:pt x="13142" y="8826"/>
                    <a:pt x="12598" y="8417"/>
                  </a:cubicBezTo>
                  <a:cubicBezTo>
                    <a:pt x="12909" y="7639"/>
                    <a:pt x="13668" y="7095"/>
                    <a:pt x="14542" y="7095"/>
                  </a:cubicBezTo>
                  <a:close/>
                  <a:moveTo>
                    <a:pt x="10615" y="2157"/>
                  </a:moveTo>
                  <a:lnTo>
                    <a:pt x="10615" y="12403"/>
                  </a:lnTo>
                  <a:lnTo>
                    <a:pt x="4122" y="12403"/>
                  </a:lnTo>
                  <a:lnTo>
                    <a:pt x="4122" y="2157"/>
                  </a:lnTo>
                  <a:close/>
                  <a:moveTo>
                    <a:pt x="11335" y="8145"/>
                  </a:moveTo>
                  <a:cubicBezTo>
                    <a:pt x="11490" y="8378"/>
                    <a:pt x="11685" y="8593"/>
                    <a:pt x="11898" y="8787"/>
                  </a:cubicBezTo>
                  <a:lnTo>
                    <a:pt x="11957" y="8845"/>
                  </a:lnTo>
                  <a:cubicBezTo>
                    <a:pt x="11996" y="8865"/>
                    <a:pt x="12014" y="8884"/>
                    <a:pt x="12053" y="8904"/>
                  </a:cubicBezTo>
                  <a:lnTo>
                    <a:pt x="12053" y="13549"/>
                  </a:lnTo>
                  <a:cubicBezTo>
                    <a:pt x="12053" y="13997"/>
                    <a:pt x="11685" y="14347"/>
                    <a:pt x="11257" y="14347"/>
                  </a:cubicBezTo>
                  <a:lnTo>
                    <a:pt x="4997" y="14347"/>
                  </a:lnTo>
                  <a:cubicBezTo>
                    <a:pt x="4919" y="13899"/>
                    <a:pt x="4744" y="13472"/>
                    <a:pt x="4492" y="13122"/>
                  </a:cubicBezTo>
                  <a:lnTo>
                    <a:pt x="10965" y="13122"/>
                  </a:lnTo>
                  <a:cubicBezTo>
                    <a:pt x="11159" y="13122"/>
                    <a:pt x="11335" y="12966"/>
                    <a:pt x="11335" y="12753"/>
                  </a:cubicBezTo>
                  <a:lnTo>
                    <a:pt x="11335" y="8145"/>
                  </a:lnTo>
                  <a:close/>
                  <a:moveTo>
                    <a:pt x="3461" y="0"/>
                  </a:moveTo>
                  <a:cubicBezTo>
                    <a:pt x="2625" y="0"/>
                    <a:pt x="1944" y="661"/>
                    <a:pt x="1944" y="1496"/>
                  </a:cubicBezTo>
                  <a:lnTo>
                    <a:pt x="1944" y="4024"/>
                  </a:lnTo>
                  <a:cubicBezTo>
                    <a:pt x="1944" y="4238"/>
                    <a:pt x="2120" y="4394"/>
                    <a:pt x="2314" y="4394"/>
                  </a:cubicBezTo>
                  <a:cubicBezTo>
                    <a:pt x="2509" y="4394"/>
                    <a:pt x="2664" y="4238"/>
                    <a:pt x="2664" y="4024"/>
                  </a:cubicBezTo>
                  <a:lnTo>
                    <a:pt x="2664" y="1496"/>
                  </a:lnTo>
                  <a:cubicBezTo>
                    <a:pt x="2664" y="1069"/>
                    <a:pt x="3033" y="719"/>
                    <a:pt x="3461" y="719"/>
                  </a:cubicBezTo>
                  <a:lnTo>
                    <a:pt x="11257" y="719"/>
                  </a:lnTo>
                  <a:cubicBezTo>
                    <a:pt x="11685" y="719"/>
                    <a:pt x="12053" y="1069"/>
                    <a:pt x="12053" y="1496"/>
                  </a:cubicBezTo>
                  <a:lnTo>
                    <a:pt x="12053" y="2838"/>
                  </a:lnTo>
                  <a:cubicBezTo>
                    <a:pt x="11781" y="3052"/>
                    <a:pt x="11529" y="3305"/>
                    <a:pt x="11335" y="3596"/>
                  </a:cubicBezTo>
                  <a:lnTo>
                    <a:pt x="11335" y="1789"/>
                  </a:lnTo>
                  <a:cubicBezTo>
                    <a:pt x="11335" y="1594"/>
                    <a:pt x="11159" y="1439"/>
                    <a:pt x="10965" y="1439"/>
                  </a:cubicBezTo>
                  <a:lnTo>
                    <a:pt x="3753" y="1439"/>
                  </a:lnTo>
                  <a:cubicBezTo>
                    <a:pt x="3559" y="1439"/>
                    <a:pt x="3383" y="1594"/>
                    <a:pt x="3383" y="1789"/>
                  </a:cubicBezTo>
                  <a:lnTo>
                    <a:pt x="3383" y="12248"/>
                  </a:lnTo>
                  <a:cubicBezTo>
                    <a:pt x="3170" y="12150"/>
                    <a:pt x="2916" y="12092"/>
                    <a:pt x="2664" y="12053"/>
                  </a:cubicBezTo>
                  <a:lnTo>
                    <a:pt x="2664" y="6921"/>
                  </a:lnTo>
                  <a:cubicBezTo>
                    <a:pt x="2664" y="6727"/>
                    <a:pt x="2509" y="6551"/>
                    <a:pt x="2314" y="6551"/>
                  </a:cubicBezTo>
                  <a:cubicBezTo>
                    <a:pt x="2120" y="6551"/>
                    <a:pt x="1944" y="6727"/>
                    <a:pt x="1944" y="6921"/>
                  </a:cubicBezTo>
                  <a:lnTo>
                    <a:pt x="1944" y="9215"/>
                  </a:lnTo>
                  <a:cubicBezTo>
                    <a:pt x="1692" y="9000"/>
                    <a:pt x="1361" y="8845"/>
                    <a:pt x="992" y="8767"/>
                  </a:cubicBezTo>
                  <a:cubicBezTo>
                    <a:pt x="947" y="8759"/>
                    <a:pt x="901" y="8756"/>
                    <a:pt x="854" y="8756"/>
                  </a:cubicBezTo>
                  <a:cubicBezTo>
                    <a:pt x="663" y="8756"/>
                    <a:pt x="468" y="8821"/>
                    <a:pt x="311" y="8961"/>
                  </a:cubicBezTo>
                  <a:cubicBezTo>
                    <a:pt x="117" y="9117"/>
                    <a:pt x="0" y="9350"/>
                    <a:pt x="0" y="9604"/>
                  </a:cubicBezTo>
                  <a:lnTo>
                    <a:pt x="0" y="13316"/>
                  </a:lnTo>
                  <a:cubicBezTo>
                    <a:pt x="0" y="14658"/>
                    <a:pt x="332" y="15980"/>
                    <a:pt x="972" y="17165"/>
                  </a:cubicBezTo>
                  <a:lnTo>
                    <a:pt x="972" y="18098"/>
                  </a:lnTo>
                  <a:cubicBezTo>
                    <a:pt x="972" y="18293"/>
                    <a:pt x="1128" y="18448"/>
                    <a:pt x="1342" y="18448"/>
                  </a:cubicBezTo>
                  <a:cubicBezTo>
                    <a:pt x="1537" y="18448"/>
                    <a:pt x="1692" y="18293"/>
                    <a:pt x="1692" y="18098"/>
                  </a:cubicBezTo>
                  <a:lnTo>
                    <a:pt x="1692" y="17069"/>
                  </a:lnTo>
                  <a:cubicBezTo>
                    <a:pt x="1692" y="17010"/>
                    <a:pt x="1672" y="16952"/>
                    <a:pt x="1653" y="16893"/>
                  </a:cubicBezTo>
                  <a:cubicBezTo>
                    <a:pt x="1050" y="15804"/>
                    <a:pt x="720" y="14560"/>
                    <a:pt x="720" y="13316"/>
                  </a:cubicBezTo>
                  <a:lnTo>
                    <a:pt x="720" y="9604"/>
                  </a:lnTo>
                  <a:cubicBezTo>
                    <a:pt x="720" y="9565"/>
                    <a:pt x="759" y="9526"/>
                    <a:pt x="759" y="9506"/>
                  </a:cubicBezTo>
                  <a:cubicBezTo>
                    <a:pt x="774" y="9506"/>
                    <a:pt x="802" y="9481"/>
                    <a:pt x="842" y="9481"/>
                  </a:cubicBezTo>
                  <a:cubicBezTo>
                    <a:pt x="852" y="9481"/>
                    <a:pt x="864" y="9483"/>
                    <a:pt x="876" y="9487"/>
                  </a:cubicBezTo>
                  <a:cubicBezTo>
                    <a:pt x="1498" y="9604"/>
                    <a:pt x="1944" y="10148"/>
                    <a:pt x="1944" y="10770"/>
                  </a:cubicBezTo>
                  <a:lnTo>
                    <a:pt x="1944" y="12286"/>
                  </a:lnTo>
                  <a:lnTo>
                    <a:pt x="1944" y="12344"/>
                  </a:lnTo>
                  <a:lnTo>
                    <a:pt x="1944" y="12383"/>
                  </a:lnTo>
                  <a:cubicBezTo>
                    <a:pt x="1944" y="12577"/>
                    <a:pt x="2120" y="12753"/>
                    <a:pt x="2314" y="12753"/>
                  </a:cubicBezTo>
                  <a:cubicBezTo>
                    <a:pt x="3403" y="12753"/>
                    <a:pt x="4297" y="13647"/>
                    <a:pt x="4297" y="14736"/>
                  </a:cubicBezTo>
                  <a:lnTo>
                    <a:pt x="4297" y="15397"/>
                  </a:lnTo>
                  <a:cubicBezTo>
                    <a:pt x="4297" y="15591"/>
                    <a:pt x="4453" y="15747"/>
                    <a:pt x="4666" y="15747"/>
                  </a:cubicBezTo>
                  <a:cubicBezTo>
                    <a:pt x="4860" y="15747"/>
                    <a:pt x="5016" y="15591"/>
                    <a:pt x="5016" y="15397"/>
                  </a:cubicBezTo>
                  <a:lnTo>
                    <a:pt x="5016" y="15066"/>
                  </a:lnTo>
                  <a:lnTo>
                    <a:pt x="9235" y="15066"/>
                  </a:lnTo>
                  <a:cubicBezTo>
                    <a:pt x="8904" y="16271"/>
                    <a:pt x="8049" y="17263"/>
                    <a:pt x="6902" y="17769"/>
                  </a:cubicBezTo>
                  <a:cubicBezTo>
                    <a:pt x="6708" y="17846"/>
                    <a:pt x="6630" y="18059"/>
                    <a:pt x="6708" y="18254"/>
                  </a:cubicBezTo>
                  <a:cubicBezTo>
                    <a:pt x="6765" y="18370"/>
                    <a:pt x="6902" y="18468"/>
                    <a:pt x="7038" y="18468"/>
                  </a:cubicBezTo>
                  <a:cubicBezTo>
                    <a:pt x="7097" y="18468"/>
                    <a:pt x="7136" y="18448"/>
                    <a:pt x="7193" y="18430"/>
                  </a:cubicBezTo>
                  <a:cubicBezTo>
                    <a:pt x="8593" y="17807"/>
                    <a:pt x="9624" y="16563"/>
                    <a:pt x="9993" y="15066"/>
                  </a:cubicBezTo>
                  <a:lnTo>
                    <a:pt x="11257" y="15066"/>
                  </a:lnTo>
                  <a:cubicBezTo>
                    <a:pt x="12092" y="15066"/>
                    <a:pt x="12773" y="14386"/>
                    <a:pt x="12773" y="13549"/>
                  </a:cubicBezTo>
                  <a:lnTo>
                    <a:pt x="12773" y="9389"/>
                  </a:lnTo>
                  <a:cubicBezTo>
                    <a:pt x="13297" y="9643"/>
                    <a:pt x="13901" y="9798"/>
                    <a:pt x="14542" y="9798"/>
                  </a:cubicBezTo>
                  <a:cubicBezTo>
                    <a:pt x="15534" y="9798"/>
                    <a:pt x="16428" y="9428"/>
                    <a:pt x="17108" y="8845"/>
                  </a:cubicBezTo>
                  <a:lnTo>
                    <a:pt x="17167" y="8787"/>
                  </a:lnTo>
                  <a:cubicBezTo>
                    <a:pt x="17963" y="8067"/>
                    <a:pt x="18469" y="7017"/>
                    <a:pt x="18469" y="5871"/>
                  </a:cubicBezTo>
                  <a:cubicBezTo>
                    <a:pt x="18469" y="3694"/>
                    <a:pt x="16700" y="1944"/>
                    <a:pt x="14542" y="1944"/>
                  </a:cubicBezTo>
                  <a:cubicBezTo>
                    <a:pt x="13901" y="1944"/>
                    <a:pt x="13297" y="2100"/>
                    <a:pt x="12773" y="2352"/>
                  </a:cubicBezTo>
                  <a:lnTo>
                    <a:pt x="12773" y="1496"/>
                  </a:lnTo>
                  <a:cubicBezTo>
                    <a:pt x="12773" y="661"/>
                    <a:pt x="12092" y="0"/>
                    <a:pt x="1125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/>
            </a:p>
          </p:txBody>
        </p:sp>
        <p:sp>
          <p:nvSpPr>
            <p:cNvPr id="1042" name="Google Shape;1042;p43"/>
            <p:cNvSpPr/>
            <p:nvPr/>
          </p:nvSpPr>
          <p:spPr>
            <a:xfrm>
              <a:off x="3752799" y="1449201"/>
              <a:ext cx="67206" cy="67206"/>
            </a:xfrm>
            <a:custGeom>
              <a:avLst/>
              <a:gdLst/>
              <a:ahLst/>
              <a:cxnLst/>
              <a:rect l="l" t="t" r="r" b="b"/>
              <a:pathLst>
                <a:path w="3539" h="3539" extrusionOk="0">
                  <a:moveTo>
                    <a:pt x="1770" y="739"/>
                  </a:moveTo>
                  <a:cubicBezTo>
                    <a:pt x="2333" y="739"/>
                    <a:pt x="2799" y="1206"/>
                    <a:pt x="2799" y="1770"/>
                  </a:cubicBezTo>
                  <a:cubicBezTo>
                    <a:pt x="2799" y="2353"/>
                    <a:pt x="2333" y="2820"/>
                    <a:pt x="1770" y="2820"/>
                  </a:cubicBezTo>
                  <a:cubicBezTo>
                    <a:pt x="1187" y="2820"/>
                    <a:pt x="720" y="2353"/>
                    <a:pt x="720" y="1770"/>
                  </a:cubicBezTo>
                  <a:cubicBezTo>
                    <a:pt x="720" y="1206"/>
                    <a:pt x="1187" y="739"/>
                    <a:pt x="1770" y="739"/>
                  </a:cubicBezTo>
                  <a:close/>
                  <a:moveTo>
                    <a:pt x="1770" y="0"/>
                  </a:moveTo>
                  <a:cubicBezTo>
                    <a:pt x="778" y="0"/>
                    <a:pt x="0" y="798"/>
                    <a:pt x="0" y="1770"/>
                  </a:cubicBezTo>
                  <a:cubicBezTo>
                    <a:pt x="0" y="2742"/>
                    <a:pt x="778" y="3538"/>
                    <a:pt x="1770" y="3538"/>
                  </a:cubicBezTo>
                  <a:cubicBezTo>
                    <a:pt x="2742" y="3538"/>
                    <a:pt x="3538" y="2742"/>
                    <a:pt x="3538" y="1770"/>
                  </a:cubicBezTo>
                  <a:cubicBezTo>
                    <a:pt x="3538" y="798"/>
                    <a:pt x="2742" y="0"/>
                    <a:pt x="177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/>
            </a:p>
          </p:txBody>
        </p:sp>
        <p:sp>
          <p:nvSpPr>
            <p:cNvPr id="1043" name="Google Shape;1043;p43"/>
            <p:cNvSpPr/>
            <p:nvPr/>
          </p:nvSpPr>
          <p:spPr>
            <a:xfrm>
              <a:off x="3739505" y="1531886"/>
              <a:ext cx="93431" cy="14053"/>
            </a:xfrm>
            <a:custGeom>
              <a:avLst/>
              <a:gdLst/>
              <a:ahLst/>
              <a:cxnLst/>
              <a:rect l="l" t="t" r="r" b="b"/>
              <a:pathLst>
                <a:path w="4920" h="740" extrusionOk="0">
                  <a:moveTo>
                    <a:pt x="370" y="1"/>
                  </a:moveTo>
                  <a:cubicBezTo>
                    <a:pt x="176" y="1"/>
                    <a:pt x="0" y="177"/>
                    <a:pt x="0" y="371"/>
                  </a:cubicBezTo>
                  <a:cubicBezTo>
                    <a:pt x="0" y="565"/>
                    <a:pt x="176" y="740"/>
                    <a:pt x="370" y="740"/>
                  </a:cubicBezTo>
                  <a:lnTo>
                    <a:pt x="4549" y="740"/>
                  </a:lnTo>
                  <a:cubicBezTo>
                    <a:pt x="4744" y="740"/>
                    <a:pt x="4919" y="565"/>
                    <a:pt x="4919" y="371"/>
                  </a:cubicBezTo>
                  <a:cubicBezTo>
                    <a:pt x="4919" y="177"/>
                    <a:pt x="4744" y="1"/>
                    <a:pt x="454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/>
            </a:p>
          </p:txBody>
        </p:sp>
        <p:sp>
          <p:nvSpPr>
            <p:cNvPr id="1044" name="Google Shape;1044;p43"/>
            <p:cNvSpPr/>
            <p:nvPr/>
          </p:nvSpPr>
          <p:spPr>
            <a:xfrm>
              <a:off x="3739505" y="1563296"/>
              <a:ext cx="93431" cy="13654"/>
            </a:xfrm>
            <a:custGeom>
              <a:avLst/>
              <a:gdLst/>
              <a:ahLst/>
              <a:cxnLst/>
              <a:rect l="l" t="t" r="r" b="b"/>
              <a:pathLst>
                <a:path w="4920" h="719" extrusionOk="0">
                  <a:moveTo>
                    <a:pt x="370" y="0"/>
                  </a:moveTo>
                  <a:cubicBezTo>
                    <a:pt x="176" y="0"/>
                    <a:pt x="0" y="156"/>
                    <a:pt x="0" y="350"/>
                  </a:cubicBezTo>
                  <a:cubicBezTo>
                    <a:pt x="0" y="544"/>
                    <a:pt x="176" y="719"/>
                    <a:pt x="370" y="719"/>
                  </a:cubicBezTo>
                  <a:lnTo>
                    <a:pt x="4549" y="719"/>
                  </a:lnTo>
                  <a:cubicBezTo>
                    <a:pt x="4744" y="719"/>
                    <a:pt x="4919" y="544"/>
                    <a:pt x="4919" y="350"/>
                  </a:cubicBezTo>
                  <a:cubicBezTo>
                    <a:pt x="4919" y="156"/>
                    <a:pt x="4744" y="0"/>
                    <a:pt x="454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/>
            </a:p>
          </p:txBody>
        </p:sp>
        <p:sp>
          <p:nvSpPr>
            <p:cNvPr id="1045" name="Google Shape;1045;p43"/>
            <p:cNvSpPr/>
            <p:nvPr/>
          </p:nvSpPr>
          <p:spPr>
            <a:xfrm>
              <a:off x="3739505" y="1594308"/>
              <a:ext cx="93431" cy="13654"/>
            </a:xfrm>
            <a:custGeom>
              <a:avLst/>
              <a:gdLst/>
              <a:ahLst/>
              <a:cxnLst/>
              <a:rect l="l" t="t" r="r" b="b"/>
              <a:pathLst>
                <a:path w="4920" h="719" extrusionOk="0">
                  <a:moveTo>
                    <a:pt x="370" y="0"/>
                  </a:moveTo>
                  <a:cubicBezTo>
                    <a:pt x="176" y="0"/>
                    <a:pt x="0" y="156"/>
                    <a:pt x="0" y="350"/>
                  </a:cubicBezTo>
                  <a:cubicBezTo>
                    <a:pt x="0" y="563"/>
                    <a:pt x="176" y="719"/>
                    <a:pt x="370" y="719"/>
                  </a:cubicBezTo>
                  <a:lnTo>
                    <a:pt x="4549" y="719"/>
                  </a:lnTo>
                  <a:cubicBezTo>
                    <a:pt x="4744" y="719"/>
                    <a:pt x="4919" y="563"/>
                    <a:pt x="4919" y="350"/>
                  </a:cubicBezTo>
                  <a:cubicBezTo>
                    <a:pt x="4919" y="156"/>
                    <a:pt x="4744" y="0"/>
                    <a:pt x="454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/>
            </a:p>
          </p:txBody>
        </p:sp>
        <p:sp>
          <p:nvSpPr>
            <p:cNvPr id="1046" name="Google Shape;1046;p43"/>
            <p:cNvSpPr/>
            <p:nvPr/>
          </p:nvSpPr>
          <p:spPr>
            <a:xfrm>
              <a:off x="3779366" y="1643778"/>
              <a:ext cx="13692" cy="13654"/>
            </a:xfrm>
            <a:custGeom>
              <a:avLst/>
              <a:gdLst/>
              <a:ahLst/>
              <a:cxnLst/>
              <a:rect l="l" t="t" r="r" b="b"/>
              <a:pathLst>
                <a:path w="721" h="719" extrusionOk="0">
                  <a:moveTo>
                    <a:pt x="371" y="0"/>
                  </a:moveTo>
                  <a:cubicBezTo>
                    <a:pt x="273" y="0"/>
                    <a:pt x="176" y="39"/>
                    <a:pt x="99" y="97"/>
                  </a:cubicBezTo>
                  <a:cubicBezTo>
                    <a:pt x="40" y="174"/>
                    <a:pt x="1" y="272"/>
                    <a:pt x="1" y="350"/>
                  </a:cubicBezTo>
                  <a:cubicBezTo>
                    <a:pt x="1" y="446"/>
                    <a:pt x="40" y="544"/>
                    <a:pt x="99" y="622"/>
                  </a:cubicBezTo>
                  <a:cubicBezTo>
                    <a:pt x="176" y="680"/>
                    <a:pt x="273" y="719"/>
                    <a:pt x="371" y="719"/>
                  </a:cubicBezTo>
                  <a:cubicBezTo>
                    <a:pt x="449" y="719"/>
                    <a:pt x="545" y="680"/>
                    <a:pt x="623" y="622"/>
                  </a:cubicBezTo>
                  <a:cubicBezTo>
                    <a:pt x="682" y="544"/>
                    <a:pt x="721" y="446"/>
                    <a:pt x="721" y="350"/>
                  </a:cubicBezTo>
                  <a:cubicBezTo>
                    <a:pt x="721" y="272"/>
                    <a:pt x="682" y="174"/>
                    <a:pt x="623" y="97"/>
                  </a:cubicBezTo>
                  <a:cubicBezTo>
                    <a:pt x="545" y="39"/>
                    <a:pt x="449" y="0"/>
                    <a:pt x="3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/>
            </a:p>
          </p:txBody>
        </p:sp>
        <p:sp>
          <p:nvSpPr>
            <p:cNvPr id="1047" name="Google Shape;1047;p43"/>
            <p:cNvSpPr/>
            <p:nvPr/>
          </p:nvSpPr>
          <p:spPr>
            <a:xfrm>
              <a:off x="3683388" y="1486859"/>
              <a:ext cx="13692" cy="13692"/>
            </a:xfrm>
            <a:custGeom>
              <a:avLst/>
              <a:gdLst/>
              <a:ahLst/>
              <a:cxnLst/>
              <a:rect l="l" t="t" r="r" b="b"/>
              <a:pathLst>
                <a:path w="721" h="721" extrusionOk="0">
                  <a:moveTo>
                    <a:pt x="370" y="0"/>
                  </a:moveTo>
                  <a:cubicBezTo>
                    <a:pt x="272" y="0"/>
                    <a:pt x="176" y="39"/>
                    <a:pt x="117" y="117"/>
                  </a:cubicBezTo>
                  <a:cubicBezTo>
                    <a:pt x="39" y="176"/>
                    <a:pt x="0" y="272"/>
                    <a:pt x="0" y="370"/>
                  </a:cubicBezTo>
                  <a:cubicBezTo>
                    <a:pt x="0" y="467"/>
                    <a:pt x="39" y="545"/>
                    <a:pt x="117" y="622"/>
                  </a:cubicBezTo>
                  <a:cubicBezTo>
                    <a:pt x="176" y="681"/>
                    <a:pt x="272" y="720"/>
                    <a:pt x="370" y="720"/>
                  </a:cubicBezTo>
                  <a:cubicBezTo>
                    <a:pt x="467" y="720"/>
                    <a:pt x="545" y="681"/>
                    <a:pt x="622" y="622"/>
                  </a:cubicBezTo>
                  <a:cubicBezTo>
                    <a:pt x="681" y="545"/>
                    <a:pt x="720" y="467"/>
                    <a:pt x="720" y="370"/>
                  </a:cubicBezTo>
                  <a:cubicBezTo>
                    <a:pt x="720" y="272"/>
                    <a:pt x="681" y="176"/>
                    <a:pt x="622" y="117"/>
                  </a:cubicBezTo>
                  <a:cubicBezTo>
                    <a:pt x="545" y="39"/>
                    <a:pt x="467" y="0"/>
                    <a:pt x="37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/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51329">
                <a:alpha val="100000"/>
              </a:srgbClr>
            </a:gs>
            <a:gs pos="50000">
              <a:srgbClr val="2E295A">
                <a:alpha val="100000"/>
              </a:srgbClr>
            </a:gs>
            <a:gs pos="100000">
              <a:srgbClr val="151329">
                <a:alpha val="100000"/>
              </a:srgbClr>
            </a:gs>
          </a:gsLst>
          <a:lin ang="2700006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4431550" y="7230558"/>
            <a:ext cx="3727000" cy="2911742"/>
          </a:xfrm>
          <a:custGeom>
            <a:avLst/>
            <a:gdLst/>
            <a:ahLst/>
            <a:cxnLst/>
            <a:rect l="l" t="t" r="r" b="b"/>
            <a:pathLst>
              <a:path w="3727000" h="2911742">
                <a:moveTo>
                  <a:pt x="0" y="0"/>
                </a:moveTo>
                <a:lnTo>
                  <a:pt x="3727000" y="0"/>
                </a:lnTo>
                <a:lnTo>
                  <a:pt x="3727000" y="2911742"/>
                </a:lnTo>
                <a:lnTo>
                  <a:pt x="0" y="29117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flipH="1">
            <a:off x="15484024" y="-108074"/>
            <a:ext cx="3019952" cy="3141648"/>
          </a:xfrm>
          <a:custGeom>
            <a:avLst/>
            <a:gdLst/>
            <a:ahLst/>
            <a:cxnLst/>
            <a:rect l="l" t="t" r="r" b="b"/>
            <a:pathLst>
              <a:path w="3019952" h="3141648">
                <a:moveTo>
                  <a:pt x="3019952" y="0"/>
                </a:moveTo>
                <a:lnTo>
                  <a:pt x="0" y="0"/>
                </a:lnTo>
                <a:lnTo>
                  <a:pt x="0" y="3141648"/>
                </a:lnTo>
                <a:lnTo>
                  <a:pt x="3019952" y="3141648"/>
                </a:lnTo>
                <a:lnTo>
                  <a:pt x="3019952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4928000" y="1533500"/>
            <a:ext cx="1240850" cy="1240900"/>
          </a:xfrm>
          <a:custGeom>
            <a:avLst/>
            <a:gdLst/>
            <a:ahLst/>
            <a:cxnLst/>
            <a:rect l="l" t="t" r="r" b="b"/>
            <a:pathLst>
              <a:path w="1240850" h="1240900">
                <a:moveTo>
                  <a:pt x="0" y="0"/>
                </a:moveTo>
                <a:lnTo>
                  <a:pt x="1240850" y="0"/>
                </a:lnTo>
                <a:lnTo>
                  <a:pt x="1240850" y="1240900"/>
                </a:lnTo>
                <a:lnTo>
                  <a:pt x="0" y="12409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2" r="-2"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914065" y="2601068"/>
            <a:ext cx="8262886" cy="65605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77238" lvl="1" indent="-388619" algn="l">
              <a:lnSpc>
                <a:spcPct val="150000"/>
              </a:lnSpc>
              <a:buAutoNum type="arabicPeriod"/>
            </a:pPr>
            <a:r>
              <a:rPr lang="en-US" sz="3599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Easy online book issue &amp; return.</a:t>
            </a:r>
          </a:p>
          <a:p>
            <a:pPr marL="777238" lvl="1" indent="-388619" algn="l">
              <a:lnSpc>
                <a:spcPct val="150000"/>
              </a:lnSpc>
              <a:buAutoNum type="arabicPeriod"/>
            </a:pPr>
            <a:r>
              <a:rPr lang="en-US" sz="3599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Auto fine calculation for </a:t>
            </a:r>
            <a:r>
              <a:rPr lang="en-US" sz="3599" spc="-15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late</a:t>
            </a:r>
            <a:r>
              <a:rPr lang="en-US" sz="3599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 returns.</a:t>
            </a:r>
          </a:p>
          <a:p>
            <a:pPr marL="777238" lvl="1" indent="-388619" algn="l">
              <a:lnSpc>
                <a:spcPct val="150000"/>
              </a:lnSpc>
              <a:buAutoNum type="arabicPeriod"/>
            </a:pPr>
            <a:r>
              <a:rPr lang="en-US" sz="3599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Real-time book availability tracking.</a:t>
            </a:r>
          </a:p>
          <a:p>
            <a:pPr marL="777238" lvl="1" indent="-388619" algn="l">
              <a:lnSpc>
                <a:spcPct val="150000"/>
              </a:lnSpc>
              <a:buAutoNum type="arabicPeriod"/>
            </a:pPr>
            <a:r>
              <a:rPr lang="en-US" sz="3599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Centralized database for all records.</a:t>
            </a:r>
          </a:p>
          <a:p>
            <a:pPr marL="777238" lvl="1" indent="-388619" algn="l">
              <a:lnSpc>
                <a:spcPct val="150000"/>
              </a:lnSpc>
              <a:buAutoNum type="arabicPeriod"/>
            </a:pPr>
            <a:r>
              <a:rPr lang="en-US" sz="3599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Accessible via web browser on any device.</a:t>
            </a:r>
          </a:p>
          <a:p>
            <a:pPr marL="777238" lvl="1" indent="-388619" algn="l">
              <a:lnSpc>
                <a:spcPct val="150000"/>
              </a:lnSpc>
              <a:buAutoNum type="arabicPeriod"/>
            </a:pPr>
            <a:r>
              <a:rPr lang="en-US" sz="3599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Scalable with Django + React structure.</a:t>
            </a:r>
          </a:p>
          <a:p>
            <a:pPr marL="777238" lvl="1" indent="-388619" algn="l">
              <a:lnSpc>
                <a:spcPct val="150000"/>
              </a:lnSpc>
              <a:buAutoNum type="arabicPeriod"/>
            </a:pPr>
            <a:r>
              <a:rPr lang="en-US" sz="3599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Clear tracking of all transactions.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0EF8BC-6D19-2DC4-5571-D8FCE23AC514}"/>
              </a:ext>
            </a:extLst>
          </p:cNvPr>
          <p:cNvSpPr txBox="1"/>
          <p:nvPr/>
        </p:nvSpPr>
        <p:spPr>
          <a:xfrm>
            <a:off x="3548939" y="482722"/>
            <a:ext cx="10885321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00"/>
              </a:lnSpc>
            </a:pPr>
            <a:r>
              <a:rPr lang="en-US" sz="6000" b="1" dirty="0">
                <a:solidFill>
                  <a:srgbClr val="FFFFFF"/>
                </a:solidFill>
                <a:latin typeface="+mj-lt"/>
                <a:ea typeface="Arimo Bold"/>
                <a:cs typeface="Arimo Bold"/>
                <a:sym typeface="Arimo Bold"/>
              </a:rPr>
              <a:t>ADVANTAGES</a:t>
            </a:r>
          </a:p>
        </p:txBody>
      </p:sp>
      <p:sp>
        <p:nvSpPr>
          <p:cNvPr id="8" name="AutoShape 2">
            <a:extLst>
              <a:ext uri="{FF2B5EF4-FFF2-40B4-BE49-F238E27FC236}">
                <a16:creationId xmlns:a16="http://schemas.microsoft.com/office/drawing/2014/main" id="{99E36A75-2D25-C96D-0C36-6FF788F2630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991600" y="49911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>
              <a:latin typeface="+mj-lt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B733AFB-AC62-C245-DA9F-9100343B023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9478" y="2247899"/>
            <a:ext cx="8262886" cy="7642833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51329">
                <a:alpha val="100000"/>
              </a:srgbClr>
            </a:gs>
            <a:gs pos="50000">
              <a:srgbClr val="2E295A">
                <a:alpha val="100000"/>
              </a:srgbClr>
            </a:gs>
            <a:gs pos="100000">
              <a:srgbClr val="151329">
                <a:alpha val="100000"/>
              </a:srgbClr>
            </a:gs>
          </a:gsLst>
          <a:lin ang="2700006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114139" y="8460740"/>
            <a:ext cx="8044411" cy="1681560"/>
          </a:xfrm>
          <a:custGeom>
            <a:avLst/>
            <a:gdLst/>
            <a:ahLst/>
            <a:cxnLst/>
            <a:rect l="l" t="t" r="r" b="b"/>
            <a:pathLst>
              <a:path w="8044411" h="1681560">
                <a:moveTo>
                  <a:pt x="0" y="0"/>
                </a:moveTo>
                <a:lnTo>
                  <a:pt x="8044411" y="0"/>
                </a:lnTo>
                <a:lnTo>
                  <a:pt x="8044411" y="1681560"/>
                </a:lnTo>
                <a:lnTo>
                  <a:pt x="0" y="168156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203962" b="-69781"/>
            </a:stretch>
          </a:blipFill>
        </p:spPr>
      </p:sp>
      <p:sp>
        <p:nvSpPr>
          <p:cNvPr id="3" name="Freeform 3"/>
          <p:cNvSpPr/>
          <p:nvPr/>
        </p:nvSpPr>
        <p:spPr>
          <a:xfrm rot="-10800000">
            <a:off x="54100" y="121808"/>
            <a:ext cx="3727000" cy="2911742"/>
          </a:xfrm>
          <a:custGeom>
            <a:avLst/>
            <a:gdLst/>
            <a:ahLst/>
            <a:cxnLst/>
            <a:rect l="l" t="t" r="r" b="b"/>
            <a:pathLst>
              <a:path w="3727000" h="2911742">
                <a:moveTo>
                  <a:pt x="0" y="0"/>
                </a:moveTo>
                <a:lnTo>
                  <a:pt x="3727000" y="0"/>
                </a:lnTo>
                <a:lnTo>
                  <a:pt x="3727000" y="2911742"/>
                </a:lnTo>
                <a:lnTo>
                  <a:pt x="0" y="29117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13850" y="7650000"/>
            <a:ext cx="3727002" cy="2383500"/>
          </a:xfrm>
          <a:custGeom>
            <a:avLst/>
            <a:gdLst/>
            <a:ahLst/>
            <a:cxnLst/>
            <a:rect l="l" t="t" r="r" b="b"/>
            <a:pathLst>
              <a:path w="3727002" h="2383500">
                <a:moveTo>
                  <a:pt x="0" y="0"/>
                </a:moveTo>
                <a:lnTo>
                  <a:pt x="3727002" y="0"/>
                </a:lnTo>
                <a:lnTo>
                  <a:pt x="3727002" y="2383500"/>
                </a:lnTo>
                <a:lnTo>
                  <a:pt x="0" y="23835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flipH="1">
            <a:off x="15548425" y="-570036"/>
            <a:ext cx="3019952" cy="3141648"/>
          </a:xfrm>
          <a:custGeom>
            <a:avLst/>
            <a:gdLst/>
            <a:ahLst/>
            <a:cxnLst/>
            <a:rect l="l" t="t" r="r" b="b"/>
            <a:pathLst>
              <a:path w="3019952" h="3141648">
                <a:moveTo>
                  <a:pt x="3019952" y="0"/>
                </a:moveTo>
                <a:lnTo>
                  <a:pt x="0" y="0"/>
                </a:lnTo>
                <a:lnTo>
                  <a:pt x="0" y="3141648"/>
                </a:lnTo>
                <a:lnTo>
                  <a:pt x="3019952" y="3141648"/>
                </a:lnTo>
                <a:lnTo>
                  <a:pt x="3019952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6018450" y="957229"/>
            <a:ext cx="1240850" cy="1240900"/>
          </a:xfrm>
          <a:custGeom>
            <a:avLst/>
            <a:gdLst/>
            <a:ahLst/>
            <a:cxnLst/>
            <a:rect l="l" t="t" r="r" b="b"/>
            <a:pathLst>
              <a:path w="1240850" h="1240900">
                <a:moveTo>
                  <a:pt x="0" y="0"/>
                </a:moveTo>
                <a:lnTo>
                  <a:pt x="1240850" y="0"/>
                </a:lnTo>
                <a:lnTo>
                  <a:pt x="1240850" y="1240900"/>
                </a:lnTo>
                <a:lnTo>
                  <a:pt x="0" y="124090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2" r="-2"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579323" y="2571612"/>
            <a:ext cx="9317646" cy="6936324"/>
          </a:xfrm>
          <a:custGeom>
            <a:avLst/>
            <a:gdLst/>
            <a:ahLst/>
            <a:cxnLst/>
            <a:rect l="l" t="t" r="r" b="b"/>
            <a:pathLst>
              <a:path w="9085439" h="6936324">
                <a:moveTo>
                  <a:pt x="0" y="0"/>
                </a:moveTo>
                <a:lnTo>
                  <a:pt x="9085439" y="0"/>
                </a:lnTo>
                <a:lnTo>
                  <a:pt x="9085439" y="6936324"/>
                </a:lnTo>
                <a:lnTo>
                  <a:pt x="0" y="693632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11285" r="-19815" b="-14624"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531425" y="972212"/>
            <a:ext cx="15225150" cy="952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00"/>
              </a:lnSpc>
            </a:pPr>
            <a:r>
              <a:rPr lang="en-US" sz="6000" b="1">
                <a:solidFill>
                  <a:srgbClr val="FFFFFF"/>
                </a:solidFill>
                <a:latin typeface="+mj-lt"/>
                <a:ea typeface="Arimo Bold"/>
                <a:cs typeface="Arimo Bold"/>
                <a:sym typeface="Arimo Bold"/>
              </a:rPr>
              <a:t>CURRENT SCOPE &amp; CONSTRAINTS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896969" y="2261870"/>
            <a:ext cx="7543306" cy="69964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90881" lvl="1" indent="-345440" algn="l">
              <a:lnSpc>
                <a:spcPts val="8000"/>
              </a:lnSpc>
              <a:buAutoNum type="arabicPeriod"/>
            </a:pPr>
            <a:r>
              <a:rPr lang="en-US" sz="320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Limited to single-user database (SQLite).</a:t>
            </a:r>
          </a:p>
          <a:p>
            <a:pPr marL="690881" lvl="1" indent="-345440" algn="l">
              <a:lnSpc>
                <a:spcPts val="8000"/>
              </a:lnSpc>
              <a:buAutoNum type="arabicPeriod"/>
            </a:pPr>
            <a:r>
              <a:rPr lang="en-US" sz="320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No offline access; requires browser.</a:t>
            </a:r>
          </a:p>
          <a:p>
            <a:pPr marL="690881" lvl="1" indent="-345440" algn="l">
              <a:lnSpc>
                <a:spcPts val="8000"/>
              </a:lnSpc>
              <a:buAutoNum type="arabicPeriod"/>
            </a:pPr>
            <a:r>
              <a:rPr lang="en-US" sz="320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Basic CRUD only; advanced search/filter not supported.</a:t>
            </a:r>
          </a:p>
          <a:p>
            <a:pPr marL="690881" lvl="1" indent="-345440" algn="l">
              <a:lnSpc>
                <a:spcPts val="8000"/>
              </a:lnSpc>
              <a:buAutoNum type="arabicPeriod"/>
            </a:pPr>
            <a:r>
              <a:rPr lang="en-US" sz="320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Single-server setup; not scalable.</a:t>
            </a:r>
          </a:p>
          <a:p>
            <a:pPr marL="690881" lvl="1" indent="-345440" algn="l">
              <a:lnSpc>
                <a:spcPts val="8000"/>
              </a:lnSpc>
              <a:buAutoNum type="arabicPeriod"/>
            </a:pPr>
            <a:r>
              <a:rPr lang="en-US" sz="320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No real-time updates; frontend updates via API fetch.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51329">
                <a:alpha val="100000"/>
              </a:srgbClr>
            </a:gs>
            <a:gs pos="50000">
              <a:srgbClr val="2E295A">
                <a:alpha val="100000"/>
              </a:srgbClr>
            </a:gs>
            <a:gs pos="100000">
              <a:srgbClr val="151329">
                <a:alpha val="100000"/>
              </a:srgbClr>
            </a:gs>
          </a:gsLst>
          <a:lin ang="2700006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4431550" y="7230558"/>
            <a:ext cx="3727000" cy="2911742"/>
          </a:xfrm>
          <a:custGeom>
            <a:avLst/>
            <a:gdLst/>
            <a:ahLst/>
            <a:cxnLst/>
            <a:rect l="l" t="t" r="r" b="b"/>
            <a:pathLst>
              <a:path w="3727000" h="2911742">
                <a:moveTo>
                  <a:pt x="0" y="0"/>
                </a:moveTo>
                <a:lnTo>
                  <a:pt x="3727000" y="0"/>
                </a:lnTo>
                <a:lnTo>
                  <a:pt x="3727000" y="2911742"/>
                </a:lnTo>
                <a:lnTo>
                  <a:pt x="0" y="29117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flipH="1">
            <a:off x="15484024" y="-108074"/>
            <a:ext cx="3019952" cy="3141648"/>
          </a:xfrm>
          <a:custGeom>
            <a:avLst/>
            <a:gdLst/>
            <a:ahLst/>
            <a:cxnLst/>
            <a:rect l="l" t="t" r="r" b="b"/>
            <a:pathLst>
              <a:path w="3019952" h="3141648">
                <a:moveTo>
                  <a:pt x="3019952" y="0"/>
                </a:moveTo>
                <a:lnTo>
                  <a:pt x="0" y="0"/>
                </a:lnTo>
                <a:lnTo>
                  <a:pt x="0" y="3141648"/>
                </a:lnTo>
                <a:lnTo>
                  <a:pt x="3019952" y="3141648"/>
                </a:lnTo>
                <a:lnTo>
                  <a:pt x="3019952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4928000" y="1533500"/>
            <a:ext cx="1240850" cy="1240900"/>
          </a:xfrm>
          <a:custGeom>
            <a:avLst/>
            <a:gdLst/>
            <a:ahLst/>
            <a:cxnLst/>
            <a:rect l="l" t="t" r="r" b="b"/>
            <a:pathLst>
              <a:path w="1240850" h="1240900">
                <a:moveTo>
                  <a:pt x="0" y="0"/>
                </a:moveTo>
                <a:lnTo>
                  <a:pt x="1240850" y="0"/>
                </a:lnTo>
                <a:lnTo>
                  <a:pt x="1240850" y="1240900"/>
                </a:lnTo>
                <a:lnTo>
                  <a:pt x="0" y="12409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2" r="-2"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656471" y="2104941"/>
            <a:ext cx="8915400" cy="7512600"/>
          </a:xfrm>
          <a:custGeom>
            <a:avLst/>
            <a:gdLst/>
            <a:ahLst/>
            <a:cxnLst/>
            <a:rect l="l" t="t" r="r" b="b"/>
            <a:pathLst>
              <a:path w="8757825" h="10287000">
                <a:moveTo>
                  <a:pt x="0" y="0"/>
                </a:moveTo>
                <a:lnTo>
                  <a:pt x="8757825" y="0"/>
                </a:lnTo>
                <a:lnTo>
                  <a:pt x="8757825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39939" t="-1050" r="-38222"/>
            </a:stretch>
          </a:blipFill>
        </p:spPr>
        <p:txBody>
          <a:bodyPr/>
          <a:lstStyle/>
          <a:p>
            <a:endParaRPr lang="en-IN" dirty="0">
              <a:latin typeface="+mj-lt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4564370" y="725483"/>
            <a:ext cx="10885321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00"/>
              </a:lnSpc>
            </a:pPr>
            <a:r>
              <a:rPr lang="en-US" sz="6000" b="1" dirty="0">
                <a:solidFill>
                  <a:srgbClr val="FFFFFF"/>
                </a:solidFill>
                <a:latin typeface="+mj-lt"/>
                <a:ea typeface="Arimo Bold"/>
                <a:cs typeface="Arimo Bold"/>
                <a:sym typeface="Arimo Bold"/>
              </a:rPr>
              <a:t>FUTURE ENHANCEMENTS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571871" y="2191294"/>
            <a:ext cx="8695574" cy="726630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690881" lvl="1" indent="-345440" algn="l">
              <a:lnSpc>
                <a:spcPts val="6400"/>
              </a:lnSpc>
              <a:buAutoNum type="arabicPeriod"/>
            </a:pPr>
            <a:r>
              <a:rPr lang="en-US" sz="32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Multi-user support &amp; scalable database (PostgreSQL/MySQL).</a:t>
            </a:r>
          </a:p>
          <a:p>
            <a:pPr marL="690881" lvl="1" indent="-345440" algn="l">
              <a:lnSpc>
                <a:spcPts val="6400"/>
              </a:lnSpc>
              <a:buAutoNum type="arabicPeriod"/>
            </a:pPr>
            <a:r>
              <a:rPr lang="en-US" sz="32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Advanced search &amp; filtering by author, category, or keywords.</a:t>
            </a:r>
          </a:p>
          <a:p>
            <a:pPr marL="690881" lvl="1" indent="-345440" algn="l">
              <a:lnSpc>
                <a:spcPts val="6400"/>
              </a:lnSpc>
              <a:buAutoNum type="arabicPeriod"/>
            </a:pPr>
            <a:r>
              <a:rPr lang="en-US" sz="32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Real-time updates &amp; notifications for book issues/returns.</a:t>
            </a:r>
          </a:p>
          <a:p>
            <a:pPr marL="690881" lvl="1" indent="-345440" algn="l">
              <a:lnSpc>
                <a:spcPts val="6400"/>
              </a:lnSpc>
              <a:buAutoNum type="arabicPeriod"/>
            </a:pPr>
            <a:r>
              <a:rPr lang="en-US" sz="32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Book reservation &amp; renewal online.</a:t>
            </a:r>
          </a:p>
          <a:p>
            <a:pPr marL="690881" lvl="1" indent="-345440" algn="l">
              <a:lnSpc>
                <a:spcPts val="6400"/>
              </a:lnSpc>
              <a:buAutoNum type="arabicPeriod"/>
            </a:pPr>
            <a:r>
              <a:rPr lang="en-US" sz="3200" dirty="0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Improved UI/UX – responsive design with dashboards.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51329">
                <a:alpha val="100000"/>
              </a:srgbClr>
            </a:gs>
            <a:gs pos="50000">
              <a:srgbClr val="2E295A">
                <a:alpha val="100000"/>
              </a:srgbClr>
            </a:gs>
            <a:gs pos="100000">
              <a:srgbClr val="151329">
                <a:alpha val="100000"/>
              </a:srgbClr>
            </a:gs>
          </a:gsLst>
          <a:lin ang="2700006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54100" y="7121756"/>
            <a:ext cx="3727000" cy="2911742"/>
          </a:xfrm>
          <a:custGeom>
            <a:avLst/>
            <a:gdLst/>
            <a:ahLst/>
            <a:cxnLst/>
            <a:rect l="l" t="t" r="r" b="b"/>
            <a:pathLst>
              <a:path w="3727000" h="2911742">
                <a:moveTo>
                  <a:pt x="3727000" y="0"/>
                </a:moveTo>
                <a:lnTo>
                  <a:pt x="0" y="0"/>
                </a:lnTo>
                <a:lnTo>
                  <a:pt x="0" y="2911742"/>
                </a:lnTo>
                <a:lnTo>
                  <a:pt x="3727000" y="2911742"/>
                </a:lnTo>
                <a:lnTo>
                  <a:pt x="372700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10800000" flipH="1">
            <a:off x="113850" y="121808"/>
            <a:ext cx="3727002" cy="2383500"/>
          </a:xfrm>
          <a:custGeom>
            <a:avLst/>
            <a:gdLst/>
            <a:ahLst/>
            <a:cxnLst/>
            <a:rect l="l" t="t" r="r" b="b"/>
            <a:pathLst>
              <a:path w="3727002" h="2383500">
                <a:moveTo>
                  <a:pt x="3727002" y="0"/>
                </a:moveTo>
                <a:lnTo>
                  <a:pt x="0" y="0"/>
                </a:lnTo>
                <a:lnTo>
                  <a:pt x="0" y="2383500"/>
                </a:lnTo>
                <a:lnTo>
                  <a:pt x="3727002" y="2383500"/>
                </a:lnTo>
                <a:lnTo>
                  <a:pt x="3727002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-10800000" flipH="1">
            <a:off x="14353100" y="7650000"/>
            <a:ext cx="3727002" cy="2383500"/>
          </a:xfrm>
          <a:custGeom>
            <a:avLst/>
            <a:gdLst/>
            <a:ahLst/>
            <a:cxnLst/>
            <a:rect l="l" t="t" r="r" b="b"/>
            <a:pathLst>
              <a:path w="3727002" h="2383500">
                <a:moveTo>
                  <a:pt x="3727002" y="0"/>
                </a:moveTo>
                <a:lnTo>
                  <a:pt x="0" y="0"/>
                </a:lnTo>
                <a:lnTo>
                  <a:pt x="0" y="2383500"/>
                </a:lnTo>
                <a:lnTo>
                  <a:pt x="3727002" y="2383500"/>
                </a:lnTo>
                <a:lnTo>
                  <a:pt x="3727002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-5400000">
            <a:off x="15085590" y="-163800"/>
            <a:ext cx="3244172" cy="3358300"/>
          </a:xfrm>
          <a:custGeom>
            <a:avLst/>
            <a:gdLst/>
            <a:ahLst/>
            <a:cxnLst/>
            <a:rect l="l" t="t" r="r" b="b"/>
            <a:pathLst>
              <a:path w="3244172" h="3358300">
                <a:moveTo>
                  <a:pt x="0" y="0"/>
                </a:moveTo>
                <a:lnTo>
                  <a:pt x="3244172" y="0"/>
                </a:lnTo>
                <a:lnTo>
                  <a:pt x="3244172" y="3358300"/>
                </a:lnTo>
                <a:lnTo>
                  <a:pt x="0" y="33583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4928000" y="1533500"/>
            <a:ext cx="1240850" cy="1240900"/>
          </a:xfrm>
          <a:custGeom>
            <a:avLst/>
            <a:gdLst/>
            <a:ahLst/>
            <a:cxnLst/>
            <a:rect l="l" t="t" r="r" b="b"/>
            <a:pathLst>
              <a:path w="1240850" h="1240900">
                <a:moveTo>
                  <a:pt x="0" y="0"/>
                </a:moveTo>
                <a:lnTo>
                  <a:pt x="1240850" y="0"/>
                </a:lnTo>
                <a:lnTo>
                  <a:pt x="1240850" y="1240900"/>
                </a:lnTo>
                <a:lnTo>
                  <a:pt x="0" y="124090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2" r="-2"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3283526" y="2812750"/>
            <a:ext cx="1936300" cy="1936400"/>
          </a:xfrm>
          <a:custGeom>
            <a:avLst/>
            <a:gdLst/>
            <a:ahLst/>
            <a:cxnLst/>
            <a:rect l="l" t="t" r="r" b="b"/>
            <a:pathLst>
              <a:path w="1936300" h="1936400">
                <a:moveTo>
                  <a:pt x="0" y="0"/>
                </a:moveTo>
                <a:lnTo>
                  <a:pt x="1936300" y="0"/>
                </a:lnTo>
                <a:lnTo>
                  <a:pt x="1936300" y="1936400"/>
                </a:lnTo>
                <a:lnTo>
                  <a:pt x="0" y="19364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40000"/>
            </a:blip>
            <a:stretch>
              <a:fillRect l="-2" r="-2"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4268850" y="2812750"/>
            <a:ext cx="1936300" cy="1936400"/>
          </a:xfrm>
          <a:custGeom>
            <a:avLst/>
            <a:gdLst/>
            <a:ahLst/>
            <a:cxnLst/>
            <a:rect l="l" t="t" r="r" b="b"/>
            <a:pathLst>
              <a:path w="1936300" h="1936400">
                <a:moveTo>
                  <a:pt x="0" y="0"/>
                </a:moveTo>
                <a:lnTo>
                  <a:pt x="1936300" y="0"/>
                </a:lnTo>
                <a:lnTo>
                  <a:pt x="1936300" y="1936400"/>
                </a:lnTo>
                <a:lnTo>
                  <a:pt x="0" y="19364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40000"/>
            </a:blip>
            <a:stretch>
              <a:fillRect l="-2" r="-2"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5237026" y="2812750"/>
            <a:ext cx="1936300" cy="1936400"/>
          </a:xfrm>
          <a:custGeom>
            <a:avLst/>
            <a:gdLst/>
            <a:ahLst/>
            <a:cxnLst/>
            <a:rect l="l" t="t" r="r" b="b"/>
            <a:pathLst>
              <a:path w="1936300" h="1936400">
                <a:moveTo>
                  <a:pt x="0" y="0"/>
                </a:moveTo>
                <a:lnTo>
                  <a:pt x="1936300" y="0"/>
                </a:lnTo>
                <a:lnTo>
                  <a:pt x="1936300" y="1936400"/>
                </a:lnTo>
                <a:lnTo>
                  <a:pt x="0" y="19364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40000"/>
            </a:blip>
            <a:stretch>
              <a:fillRect l="-2" r="-2"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7199026" y="2812750"/>
            <a:ext cx="1936300" cy="1936400"/>
          </a:xfrm>
          <a:custGeom>
            <a:avLst/>
            <a:gdLst/>
            <a:ahLst/>
            <a:cxnLst/>
            <a:rect l="l" t="t" r="r" b="b"/>
            <a:pathLst>
              <a:path w="1936300" h="1936400">
                <a:moveTo>
                  <a:pt x="0" y="0"/>
                </a:moveTo>
                <a:lnTo>
                  <a:pt x="1936300" y="0"/>
                </a:lnTo>
                <a:lnTo>
                  <a:pt x="1936300" y="1936400"/>
                </a:lnTo>
                <a:lnTo>
                  <a:pt x="0" y="19364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40000"/>
            </a:blip>
            <a:stretch>
              <a:fillRect l="-2" r="-2"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8184350" y="2812750"/>
            <a:ext cx="1936300" cy="1936400"/>
          </a:xfrm>
          <a:custGeom>
            <a:avLst/>
            <a:gdLst/>
            <a:ahLst/>
            <a:cxnLst/>
            <a:rect l="l" t="t" r="r" b="b"/>
            <a:pathLst>
              <a:path w="1936300" h="1936400">
                <a:moveTo>
                  <a:pt x="0" y="0"/>
                </a:moveTo>
                <a:lnTo>
                  <a:pt x="1936300" y="0"/>
                </a:lnTo>
                <a:lnTo>
                  <a:pt x="1936300" y="1936400"/>
                </a:lnTo>
                <a:lnTo>
                  <a:pt x="0" y="19364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40000"/>
            </a:blip>
            <a:stretch>
              <a:fillRect l="-2" r="-2"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9152526" y="2812750"/>
            <a:ext cx="1936300" cy="1936400"/>
          </a:xfrm>
          <a:custGeom>
            <a:avLst/>
            <a:gdLst/>
            <a:ahLst/>
            <a:cxnLst/>
            <a:rect l="l" t="t" r="r" b="b"/>
            <a:pathLst>
              <a:path w="1936300" h="1936400">
                <a:moveTo>
                  <a:pt x="0" y="0"/>
                </a:moveTo>
                <a:lnTo>
                  <a:pt x="1936300" y="0"/>
                </a:lnTo>
                <a:lnTo>
                  <a:pt x="1936300" y="1936400"/>
                </a:lnTo>
                <a:lnTo>
                  <a:pt x="0" y="19364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40000"/>
            </a:blip>
            <a:stretch>
              <a:fillRect l="-2" r="-2"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1106026" y="2812750"/>
            <a:ext cx="1936300" cy="1936400"/>
          </a:xfrm>
          <a:custGeom>
            <a:avLst/>
            <a:gdLst/>
            <a:ahLst/>
            <a:cxnLst/>
            <a:rect l="l" t="t" r="r" b="b"/>
            <a:pathLst>
              <a:path w="1936300" h="1936400">
                <a:moveTo>
                  <a:pt x="0" y="0"/>
                </a:moveTo>
                <a:lnTo>
                  <a:pt x="1936300" y="0"/>
                </a:lnTo>
                <a:lnTo>
                  <a:pt x="1936300" y="1936400"/>
                </a:lnTo>
                <a:lnTo>
                  <a:pt x="0" y="19364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40000"/>
            </a:blip>
            <a:stretch>
              <a:fillRect l="-2" r="-2"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12091350" y="2812750"/>
            <a:ext cx="1936300" cy="1936400"/>
          </a:xfrm>
          <a:custGeom>
            <a:avLst/>
            <a:gdLst/>
            <a:ahLst/>
            <a:cxnLst/>
            <a:rect l="l" t="t" r="r" b="b"/>
            <a:pathLst>
              <a:path w="1936300" h="1936400">
                <a:moveTo>
                  <a:pt x="0" y="0"/>
                </a:moveTo>
                <a:lnTo>
                  <a:pt x="1936300" y="0"/>
                </a:lnTo>
                <a:lnTo>
                  <a:pt x="1936300" y="1936400"/>
                </a:lnTo>
                <a:lnTo>
                  <a:pt x="0" y="19364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40000"/>
            </a:blip>
            <a:stretch>
              <a:fillRect l="-2" r="-2"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13059526" y="2812750"/>
            <a:ext cx="1936300" cy="1936400"/>
          </a:xfrm>
          <a:custGeom>
            <a:avLst/>
            <a:gdLst/>
            <a:ahLst/>
            <a:cxnLst/>
            <a:rect l="l" t="t" r="r" b="b"/>
            <a:pathLst>
              <a:path w="1936300" h="1936400">
                <a:moveTo>
                  <a:pt x="0" y="0"/>
                </a:moveTo>
                <a:lnTo>
                  <a:pt x="1936300" y="0"/>
                </a:lnTo>
                <a:lnTo>
                  <a:pt x="1936300" y="1936400"/>
                </a:lnTo>
                <a:lnTo>
                  <a:pt x="0" y="19364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40000"/>
            </a:blip>
            <a:stretch>
              <a:fillRect l="-2" r="-2"/>
            </a:stretch>
          </a:blipFill>
        </p:spPr>
      </p:sp>
      <p:sp>
        <p:nvSpPr>
          <p:cNvPr id="16" name="TextBox 16"/>
          <p:cNvSpPr txBox="1"/>
          <p:nvPr/>
        </p:nvSpPr>
        <p:spPr>
          <a:xfrm>
            <a:off x="1531425" y="952900"/>
            <a:ext cx="15225150" cy="952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00"/>
              </a:lnSpc>
            </a:pPr>
            <a:r>
              <a:rPr lang="en-US" sz="6000" b="1">
                <a:solidFill>
                  <a:srgbClr val="FFFFFF"/>
                </a:solidFill>
                <a:latin typeface="+mj-lt"/>
                <a:ea typeface="Arimo Bold"/>
                <a:cs typeface="Arimo Bold"/>
                <a:sym typeface="Arimo Bold"/>
              </a:rPr>
              <a:t>CONCLUSION</a:t>
            </a:r>
          </a:p>
        </p:txBody>
      </p:sp>
      <p:sp>
        <p:nvSpPr>
          <p:cNvPr id="17" name="Freeform 17"/>
          <p:cNvSpPr/>
          <p:nvPr/>
        </p:nvSpPr>
        <p:spPr>
          <a:xfrm>
            <a:off x="2315376" y="2812750"/>
            <a:ext cx="1936300" cy="1936400"/>
          </a:xfrm>
          <a:custGeom>
            <a:avLst/>
            <a:gdLst/>
            <a:ahLst/>
            <a:cxnLst/>
            <a:rect l="l" t="t" r="r" b="b"/>
            <a:pathLst>
              <a:path w="1936300" h="1936400">
                <a:moveTo>
                  <a:pt x="0" y="0"/>
                </a:moveTo>
                <a:lnTo>
                  <a:pt x="1936300" y="0"/>
                </a:lnTo>
                <a:lnTo>
                  <a:pt x="1936300" y="1936400"/>
                </a:lnTo>
                <a:lnTo>
                  <a:pt x="0" y="193640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2" r="-2"/>
            </a:stretch>
          </a:blipFill>
        </p:spPr>
      </p:sp>
      <p:sp>
        <p:nvSpPr>
          <p:cNvPr id="18" name="Freeform 18"/>
          <p:cNvSpPr/>
          <p:nvPr/>
        </p:nvSpPr>
        <p:spPr>
          <a:xfrm>
            <a:off x="6222358" y="2812750"/>
            <a:ext cx="1936300" cy="1936400"/>
          </a:xfrm>
          <a:custGeom>
            <a:avLst/>
            <a:gdLst/>
            <a:ahLst/>
            <a:cxnLst/>
            <a:rect l="l" t="t" r="r" b="b"/>
            <a:pathLst>
              <a:path w="1936300" h="1936400">
                <a:moveTo>
                  <a:pt x="0" y="0"/>
                </a:moveTo>
                <a:lnTo>
                  <a:pt x="1936300" y="0"/>
                </a:lnTo>
                <a:lnTo>
                  <a:pt x="1936300" y="1936400"/>
                </a:lnTo>
                <a:lnTo>
                  <a:pt x="0" y="193640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2" r="-2"/>
            </a:stretch>
          </a:blipFill>
        </p:spPr>
      </p:sp>
      <p:sp>
        <p:nvSpPr>
          <p:cNvPr id="19" name="Freeform 19"/>
          <p:cNvSpPr/>
          <p:nvPr/>
        </p:nvSpPr>
        <p:spPr>
          <a:xfrm>
            <a:off x="10129282" y="2812750"/>
            <a:ext cx="1936300" cy="1936400"/>
          </a:xfrm>
          <a:custGeom>
            <a:avLst/>
            <a:gdLst/>
            <a:ahLst/>
            <a:cxnLst/>
            <a:rect l="l" t="t" r="r" b="b"/>
            <a:pathLst>
              <a:path w="1936300" h="1936400">
                <a:moveTo>
                  <a:pt x="0" y="0"/>
                </a:moveTo>
                <a:lnTo>
                  <a:pt x="1936300" y="0"/>
                </a:lnTo>
                <a:lnTo>
                  <a:pt x="1936300" y="1936400"/>
                </a:lnTo>
                <a:lnTo>
                  <a:pt x="0" y="193640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2" r="-2"/>
            </a:stretch>
          </a:blipFill>
        </p:spPr>
      </p:sp>
      <p:sp>
        <p:nvSpPr>
          <p:cNvPr id="20" name="Freeform 20"/>
          <p:cNvSpPr/>
          <p:nvPr/>
        </p:nvSpPr>
        <p:spPr>
          <a:xfrm>
            <a:off x="14036200" y="2812750"/>
            <a:ext cx="1936300" cy="1936400"/>
          </a:xfrm>
          <a:custGeom>
            <a:avLst/>
            <a:gdLst/>
            <a:ahLst/>
            <a:cxnLst/>
            <a:rect l="l" t="t" r="r" b="b"/>
            <a:pathLst>
              <a:path w="1936300" h="1936400">
                <a:moveTo>
                  <a:pt x="0" y="0"/>
                </a:moveTo>
                <a:lnTo>
                  <a:pt x="1936300" y="0"/>
                </a:lnTo>
                <a:lnTo>
                  <a:pt x="1936300" y="1936400"/>
                </a:lnTo>
                <a:lnTo>
                  <a:pt x="0" y="193640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2" r="-2"/>
            </a:stretch>
          </a:blipFill>
        </p:spPr>
      </p:sp>
      <p:sp>
        <p:nvSpPr>
          <p:cNvPr id="21" name="Freeform 21"/>
          <p:cNvSpPr/>
          <p:nvPr/>
        </p:nvSpPr>
        <p:spPr>
          <a:xfrm>
            <a:off x="14669250" y="3429482"/>
            <a:ext cx="670460" cy="702934"/>
          </a:xfrm>
          <a:custGeom>
            <a:avLst/>
            <a:gdLst/>
            <a:ahLst/>
            <a:cxnLst/>
            <a:rect l="l" t="t" r="r" b="b"/>
            <a:pathLst>
              <a:path w="670460" h="702934">
                <a:moveTo>
                  <a:pt x="0" y="0"/>
                </a:moveTo>
                <a:lnTo>
                  <a:pt x="670460" y="0"/>
                </a:lnTo>
                <a:lnTo>
                  <a:pt x="670460" y="702934"/>
                </a:lnTo>
                <a:lnTo>
                  <a:pt x="0" y="70293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22" name="Freeform 22"/>
          <p:cNvSpPr/>
          <p:nvPr/>
        </p:nvSpPr>
        <p:spPr>
          <a:xfrm>
            <a:off x="10745964" y="3456774"/>
            <a:ext cx="702934" cy="648318"/>
          </a:xfrm>
          <a:custGeom>
            <a:avLst/>
            <a:gdLst/>
            <a:ahLst/>
            <a:cxnLst/>
            <a:rect l="l" t="t" r="r" b="b"/>
            <a:pathLst>
              <a:path w="702934" h="648318">
                <a:moveTo>
                  <a:pt x="0" y="0"/>
                </a:moveTo>
                <a:lnTo>
                  <a:pt x="702934" y="0"/>
                </a:lnTo>
                <a:lnTo>
                  <a:pt x="702934" y="648318"/>
                </a:lnTo>
                <a:lnTo>
                  <a:pt x="0" y="648318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sp>
        <p:nvSpPr>
          <p:cNvPr id="23" name="Freeform 23"/>
          <p:cNvSpPr/>
          <p:nvPr/>
        </p:nvSpPr>
        <p:spPr>
          <a:xfrm>
            <a:off x="6836494" y="3429472"/>
            <a:ext cx="708100" cy="702934"/>
          </a:xfrm>
          <a:custGeom>
            <a:avLst/>
            <a:gdLst/>
            <a:ahLst/>
            <a:cxnLst/>
            <a:rect l="l" t="t" r="r" b="b"/>
            <a:pathLst>
              <a:path w="708100" h="702934">
                <a:moveTo>
                  <a:pt x="0" y="0"/>
                </a:moveTo>
                <a:lnTo>
                  <a:pt x="708100" y="0"/>
                </a:lnTo>
                <a:lnTo>
                  <a:pt x="708100" y="702934"/>
                </a:lnTo>
                <a:lnTo>
                  <a:pt x="0" y="702934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</p:sp>
      <p:sp>
        <p:nvSpPr>
          <p:cNvPr id="24" name="Freeform 24"/>
          <p:cNvSpPr/>
          <p:nvPr/>
        </p:nvSpPr>
        <p:spPr>
          <a:xfrm>
            <a:off x="2932086" y="3457196"/>
            <a:ext cx="702934" cy="647522"/>
          </a:xfrm>
          <a:custGeom>
            <a:avLst/>
            <a:gdLst/>
            <a:ahLst/>
            <a:cxnLst/>
            <a:rect l="l" t="t" r="r" b="b"/>
            <a:pathLst>
              <a:path w="702934" h="647522">
                <a:moveTo>
                  <a:pt x="0" y="0"/>
                </a:moveTo>
                <a:lnTo>
                  <a:pt x="702934" y="0"/>
                </a:lnTo>
                <a:lnTo>
                  <a:pt x="702934" y="647522"/>
                </a:lnTo>
                <a:lnTo>
                  <a:pt x="0" y="647522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a:blipFill>
        </p:spPr>
      </p:sp>
      <p:sp>
        <p:nvSpPr>
          <p:cNvPr id="25" name="TextBox 25"/>
          <p:cNvSpPr txBox="1"/>
          <p:nvPr/>
        </p:nvSpPr>
        <p:spPr>
          <a:xfrm>
            <a:off x="319135" y="6608766"/>
            <a:ext cx="3120824" cy="2276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The project successfully simulates a real-world library management system, automating book issue, return, and fine calculation.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3853386" y="6559388"/>
            <a:ext cx="3345640" cy="2681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AutomatesIt is built as a full-stack application using Django and React, providing a modern and user-friendly interface. issue and return with fine calculation.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8008548" y="6610350"/>
            <a:ext cx="2582649" cy="2681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SQLite database is used for persistent storage, ensuring reliable management of records.</a:t>
            </a:r>
          </a:p>
          <a:p>
            <a:pPr algn="l">
              <a:lnSpc>
                <a:spcPts val="2999"/>
              </a:lnSpc>
            </a:pPr>
            <a:endParaRPr lang="en-US" sz="2499">
              <a:solidFill>
                <a:srgbClr val="FFFFFF"/>
              </a:solidFill>
              <a:latin typeface="+mj-lt"/>
              <a:ea typeface="Calibri (MS)"/>
              <a:cs typeface="Calibri (MS)"/>
              <a:sym typeface="Calibri (MS)"/>
            </a:endParaRPr>
          </a:p>
        </p:txBody>
      </p:sp>
      <p:sp>
        <p:nvSpPr>
          <p:cNvPr id="28" name="TextBox 28"/>
          <p:cNvSpPr txBox="1"/>
          <p:nvPr/>
        </p:nvSpPr>
        <p:spPr>
          <a:xfrm>
            <a:off x="10931341" y="6531828"/>
            <a:ext cx="3365706" cy="2276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The system is modular and extensible, making it easy to add future features like authentication, reporting, and GUI enhancements.</a:t>
            </a:r>
          </a:p>
        </p:txBody>
      </p:sp>
      <p:sp>
        <p:nvSpPr>
          <p:cNvPr id="29" name="AutoShape 29"/>
          <p:cNvSpPr/>
          <p:nvPr/>
        </p:nvSpPr>
        <p:spPr>
          <a:xfrm rot="4417">
            <a:off x="1730769" y="5618650"/>
            <a:ext cx="14826462" cy="0"/>
          </a:xfrm>
          <a:prstGeom prst="line">
            <a:avLst/>
          </a:prstGeom>
          <a:ln w="9525" cap="rnd">
            <a:solidFill>
              <a:srgbClr val="E500FA"/>
            </a:solidFill>
            <a:prstDash val="solid"/>
            <a:headEnd type="oval" w="lg" len="lg"/>
            <a:tailEnd type="oval" w="lg" len="lg"/>
          </a:ln>
        </p:spPr>
      </p:sp>
      <p:grpSp>
        <p:nvGrpSpPr>
          <p:cNvPr id="30" name="Group 30"/>
          <p:cNvGrpSpPr/>
          <p:nvPr/>
        </p:nvGrpSpPr>
        <p:grpSpPr>
          <a:xfrm>
            <a:off x="1775100" y="5552966"/>
            <a:ext cx="285000" cy="285000"/>
            <a:chOff x="0" y="0"/>
            <a:chExt cx="380000" cy="3800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379984" cy="379984"/>
            </a:xfrm>
            <a:custGeom>
              <a:avLst/>
              <a:gdLst/>
              <a:ahLst/>
              <a:cxnLst/>
              <a:rect l="l" t="t" r="r" b="b"/>
              <a:pathLst>
                <a:path w="379984" h="379984">
                  <a:moveTo>
                    <a:pt x="0" y="189992"/>
                  </a:moveTo>
                  <a:cubicBezTo>
                    <a:pt x="0" y="85090"/>
                    <a:pt x="85090" y="0"/>
                    <a:pt x="189992" y="0"/>
                  </a:cubicBezTo>
                  <a:cubicBezTo>
                    <a:pt x="294894" y="0"/>
                    <a:pt x="379984" y="85090"/>
                    <a:pt x="379984" y="189992"/>
                  </a:cubicBezTo>
                  <a:cubicBezTo>
                    <a:pt x="379984" y="294894"/>
                    <a:pt x="294894" y="379984"/>
                    <a:pt x="189992" y="379984"/>
                  </a:cubicBezTo>
                  <a:cubicBezTo>
                    <a:pt x="85090" y="379984"/>
                    <a:pt x="0" y="294894"/>
                    <a:pt x="0" y="189992"/>
                  </a:cubicBezTo>
                  <a:close/>
                </a:path>
              </a:pathLst>
            </a:custGeom>
            <a:solidFill>
              <a:srgbClr val="E500FA"/>
            </a:solidFill>
          </p:spPr>
        </p:sp>
      </p:grpSp>
      <p:grpSp>
        <p:nvGrpSpPr>
          <p:cNvPr id="32" name="Group 32"/>
          <p:cNvGrpSpPr/>
          <p:nvPr/>
        </p:nvGrpSpPr>
        <p:grpSpPr>
          <a:xfrm>
            <a:off x="5685218" y="5529825"/>
            <a:ext cx="285000" cy="285000"/>
            <a:chOff x="0" y="0"/>
            <a:chExt cx="380000" cy="38000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379984" cy="379984"/>
            </a:xfrm>
            <a:custGeom>
              <a:avLst/>
              <a:gdLst/>
              <a:ahLst/>
              <a:cxnLst/>
              <a:rect l="l" t="t" r="r" b="b"/>
              <a:pathLst>
                <a:path w="379984" h="379984">
                  <a:moveTo>
                    <a:pt x="0" y="189992"/>
                  </a:moveTo>
                  <a:cubicBezTo>
                    <a:pt x="0" y="85090"/>
                    <a:pt x="85090" y="0"/>
                    <a:pt x="189992" y="0"/>
                  </a:cubicBezTo>
                  <a:cubicBezTo>
                    <a:pt x="294894" y="0"/>
                    <a:pt x="379984" y="85090"/>
                    <a:pt x="379984" y="189992"/>
                  </a:cubicBezTo>
                  <a:cubicBezTo>
                    <a:pt x="379984" y="294894"/>
                    <a:pt x="294894" y="379984"/>
                    <a:pt x="189992" y="379984"/>
                  </a:cubicBezTo>
                  <a:cubicBezTo>
                    <a:pt x="85090" y="379984"/>
                    <a:pt x="0" y="294894"/>
                    <a:pt x="0" y="189992"/>
                  </a:cubicBezTo>
                  <a:close/>
                </a:path>
              </a:pathLst>
            </a:custGeom>
            <a:solidFill>
              <a:srgbClr val="E500FA"/>
            </a:solidFill>
          </p:spPr>
        </p:sp>
      </p:grpSp>
      <p:grpSp>
        <p:nvGrpSpPr>
          <p:cNvPr id="34" name="Group 34"/>
          <p:cNvGrpSpPr/>
          <p:nvPr/>
        </p:nvGrpSpPr>
        <p:grpSpPr>
          <a:xfrm>
            <a:off x="9299872" y="5476150"/>
            <a:ext cx="285000" cy="285000"/>
            <a:chOff x="0" y="0"/>
            <a:chExt cx="380000" cy="38000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379984" cy="379984"/>
            </a:xfrm>
            <a:custGeom>
              <a:avLst/>
              <a:gdLst/>
              <a:ahLst/>
              <a:cxnLst/>
              <a:rect l="l" t="t" r="r" b="b"/>
              <a:pathLst>
                <a:path w="379984" h="379984">
                  <a:moveTo>
                    <a:pt x="0" y="189992"/>
                  </a:moveTo>
                  <a:cubicBezTo>
                    <a:pt x="0" y="85090"/>
                    <a:pt x="85090" y="0"/>
                    <a:pt x="189992" y="0"/>
                  </a:cubicBezTo>
                  <a:cubicBezTo>
                    <a:pt x="294894" y="0"/>
                    <a:pt x="379984" y="85090"/>
                    <a:pt x="379984" y="189992"/>
                  </a:cubicBezTo>
                  <a:cubicBezTo>
                    <a:pt x="379984" y="294894"/>
                    <a:pt x="294894" y="379984"/>
                    <a:pt x="189992" y="379984"/>
                  </a:cubicBezTo>
                  <a:cubicBezTo>
                    <a:pt x="85090" y="379984"/>
                    <a:pt x="0" y="294894"/>
                    <a:pt x="0" y="189992"/>
                  </a:cubicBezTo>
                  <a:close/>
                </a:path>
              </a:pathLst>
            </a:custGeom>
            <a:solidFill>
              <a:srgbClr val="E500FA"/>
            </a:solidFill>
          </p:spPr>
        </p:sp>
      </p:grpSp>
      <p:grpSp>
        <p:nvGrpSpPr>
          <p:cNvPr id="36" name="Group 36"/>
          <p:cNvGrpSpPr/>
          <p:nvPr/>
        </p:nvGrpSpPr>
        <p:grpSpPr>
          <a:xfrm>
            <a:off x="12471694" y="5490438"/>
            <a:ext cx="285000" cy="285000"/>
            <a:chOff x="0" y="0"/>
            <a:chExt cx="380000" cy="38000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379984" cy="379984"/>
            </a:xfrm>
            <a:custGeom>
              <a:avLst/>
              <a:gdLst/>
              <a:ahLst/>
              <a:cxnLst/>
              <a:rect l="l" t="t" r="r" b="b"/>
              <a:pathLst>
                <a:path w="379984" h="379984">
                  <a:moveTo>
                    <a:pt x="0" y="189992"/>
                  </a:moveTo>
                  <a:cubicBezTo>
                    <a:pt x="0" y="85090"/>
                    <a:pt x="85090" y="0"/>
                    <a:pt x="189992" y="0"/>
                  </a:cubicBezTo>
                  <a:cubicBezTo>
                    <a:pt x="294894" y="0"/>
                    <a:pt x="379984" y="85090"/>
                    <a:pt x="379984" y="189992"/>
                  </a:cubicBezTo>
                  <a:cubicBezTo>
                    <a:pt x="379984" y="294894"/>
                    <a:pt x="294894" y="379984"/>
                    <a:pt x="189992" y="379984"/>
                  </a:cubicBezTo>
                  <a:cubicBezTo>
                    <a:pt x="85090" y="379984"/>
                    <a:pt x="0" y="294894"/>
                    <a:pt x="0" y="189992"/>
                  </a:cubicBezTo>
                  <a:close/>
                </a:path>
              </a:pathLst>
            </a:custGeom>
            <a:solidFill>
              <a:srgbClr val="E500FA"/>
            </a:solidFill>
          </p:spPr>
        </p:sp>
      </p:grpSp>
      <p:sp>
        <p:nvSpPr>
          <p:cNvPr id="38" name="AutoShape 38"/>
          <p:cNvSpPr/>
          <p:nvPr/>
        </p:nvSpPr>
        <p:spPr>
          <a:xfrm flipH="1">
            <a:off x="1917582" y="5837954"/>
            <a:ext cx="18" cy="818437"/>
          </a:xfrm>
          <a:prstGeom prst="line">
            <a:avLst/>
          </a:prstGeom>
          <a:ln w="9525" cap="rnd">
            <a:solidFill>
              <a:srgbClr val="E500FA"/>
            </a:solidFill>
            <a:prstDash val="solid"/>
            <a:headEnd type="none" w="sm" len="sm"/>
            <a:tailEnd type="oval" w="lg" len="lg"/>
          </a:ln>
        </p:spPr>
      </p:sp>
      <p:sp>
        <p:nvSpPr>
          <p:cNvPr id="39" name="AutoShape 39"/>
          <p:cNvSpPr/>
          <p:nvPr/>
        </p:nvSpPr>
        <p:spPr>
          <a:xfrm>
            <a:off x="5818193" y="5810062"/>
            <a:ext cx="19050" cy="746250"/>
          </a:xfrm>
          <a:prstGeom prst="line">
            <a:avLst/>
          </a:prstGeom>
          <a:ln w="9525" cap="rnd">
            <a:solidFill>
              <a:srgbClr val="E500FA"/>
            </a:solidFill>
            <a:prstDash val="solid"/>
            <a:headEnd type="none" w="sm" len="sm"/>
            <a:tailEnd type="oval" w="lg" len="lg"/>
          </a:ln>
        </p:spPr>
      </p:sp>
      <p:sp>
        <p:nvSpPr>
          <p:cNvPr id="40" name="AutoShape 40"/>
          <p:cNvSpPr/>
          <p:nvPr/>
        </p:nvSpPr>
        <p:spPr>
          <a:xfrm>
            <a:off x="9442372" y="5756388"/>
            <a:ext cx="19050" cy="746250"/>
          </a:xfrm>
          <a:prstGeom prst="line">
            <a:avLst/>
          </a:prstGeom>
          <a:ln w="9525" cap="rnd">
            <a:solidFill>
              <a:srgbClr val="E500FA"/>
            </a:solidFill>
            <a:prstDash val="solid"/>
            <a:headEnd type="none" w="sm" len="sm"/>
            <a:tailEnd type="oval" w="lg" len="lg"/>
          </a:ln>
        </p:spPr>
      </p:sp>
      <p:sp>
        <p:nvSpPr>
          <p:cNvPr id="41" name="AutoShape 41"/>
          <p:cNvSpPr/>
          <p:nvPr/>
        </p:nvSpPr>
        <p:spPr>
          <a:xfrm>
            <a:off x="12595144" y="5667563"/>
            <a:ext cx="19050" cy="746250"/>
          </a:xfrm>
          <a:prstGeom prst="line">
            <a:avLst/>
          </a:prstGeom>
          <a:ln w="9525" cap="rnd">
            <a:solidFill>
              <a:srgbClr val="E500FA"/>
            </a:solidFill>
            <a:prstDash val="solid"/>
            <a:headEnd type="none" w="sm" len="sm"/>
            <a:tailEnd type="oval" w="lg" len="lg"/>
          </a:ln>
        </p:spPr>
      </p:sp>
      <p:sp>
        <p:nvSpPr>
          <p:cNvPr id="42" name="TextBox 42"/>
          <p:cNvSpPr txBox="1"/>
          <p:nvPr/>
        </p:nvSpPr>
        <p:spPr>
          <a:xfrm>
            <a:off x="14743678" y="6570050"/>
            <a:ext cx="2850344" cy="2681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>
                <a:solidFill>
                  <a:srgbClr val="FFFFFF"/>
                </a:solidFill>
                <a:latin typeface="+mj-lt"/>
                <a:ea typeface="Calibri (MS)"/>
                <a:cs typeface="Calibri (MS)"/>
                <a:sym typeface="Calibri (MS)"/>
              </a:rPr>
              <a:t>Overall, it is a complete mini project for library automation, offering a solid foundation for further development and improvements.</a:t>
            </a:r>
          </a:p>
        </p:txBody>
      </p:sp>
      <p:grpSp>
        <p:nvGrpSpPr>
          <p:cNvPr id="43" name="Group 43"/>
          <p:cNvGrpSpPr/>
          <p:nvPr/>
        </p:nvGrpSpPr>
        <p:grpSpPr>
          <a:xfrm>
            <a:off x="15775870" y="5552966"/>
            <a:ext cx="285000" cy="285000"/>
            <a:chOff x="0" y="0"/>
            <a:chExt cx="380000" cy="380000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379984" cy="379984"/>
            </a:xfrm>
            <a:custGeom>
              <a:avLst/>
              <a:gdLst/>
              <a:ahLst/>
              <a:cxnLst/>
              <a:rect l="l" t="t" r="r" b="b"/>
              <a:pathLst>
                <a:path w="379984" h="379984">
                  <a:moveTo>
                    <a:pt x="0" y="189992"/>
                  </a:moveTo>
                  <a:cubicBezTo>
                    <a:pt x="0" y="85090"/>
                    <a:pt x="85090" y="0"/>
                    <a:pt x="189992" y="0"/>
                  </a:cubicBezTo>
                  <a:cubicBezTo>
                    <a:pt x="294894" y="0"/>
                    <a:pt x="379984" y="85090"/>
                    <a:pt x="379984" y="189992"/>
                  </a:cubicBezTo>
                  <a:cubicBezTo>
                    <a:pt x="379984" y="294894"/>
                    <a:pt x="294894" y="379984"/>
                    <a:pt x="189992" y="379984"/>
                  </a:cubicBezTo>
                  <a:cubicBezTo>
                    <a:pt x="85090" y="379984"/>
                    <a:pt x="0" y="294894"/>
                    <a:pt x="0" y="189992"/>
                  </a:cubicBezTo>
                  <a:close/>
                </a:path>
              </a:pathLst>
            </a:custGeom>
            <a:solidFill>
              <a:srgbClr val="E500FA"/>
            </a:solidFill>
          </p:spPr>
        </p:sp>
      </p:grpSp>
      <p:sp>
        <p:nvSpPr>
          <p:cNvPr id="45" name="AutoShape 45"/>
          <p:cNvSpPr/>
          <p:nvPr/>
        </p:nvSpPr>
        <p:spPr>
          <a:xfrm>
            <a:off x="15929639" y="5833203"/>
            <a:ext cx="19050" cy="746250"/>
          </a:xfrm>
          <a:prstGeom prst="line">
            <a:avLst/>
          </a:prstGeom>
          <a:ln w="9525" cap="rnd">
            <a:solidFill>
              <a:srgbClr val="E500FA"/>
            </a:solidFill>
            <a:prstDash val="solid"/>
            <a:headEnd type="none" w="sm" len="sm"/>
            <a:tailEnd type="oval" w="lg" len="lg"/>
          </a:ln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51329">
                <a:alpha val="100000"/>
              </a:srgbClr>
            </a:gs>
            <a:gs pos="50000">
              <a:srgbClr val="2E295A">
                <a:alpha val="100000"/>
              </a:srgbClr>
            </a:gs>
            <a:gs pos="100000">
              <a:srgbClr val="151329">
                <a:alpha val="100000"/>
              </a:srgbClr>
            </a:gs>
          </a:gsLst>
          <a:lin ang="2700006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337626" y="-108022"/>
            <a:ext cx="6293452" cy="6547000"/>
          </a:xfrm>
          <a:custGeom>
            <a:avLst/>
            <a:gdLst/>
            <a:ahLst/>
            <a:cxnLst/>
            <a:rect l="l" t="t" r="r" b="b"/>
            <a:pathLst>
              <a:path w="6293452" h="6547000">
                <a:moveTo>
                  <a:pt x="0" y="0"/>
                </a:moveTo>
                <a:lnTo>
                  <a:pt x="6293452" y="0"/>
                </a:lnTo>
                <a:lnTo>
                  <a:pt x="6293452" y="6547000"/>
                </a:lnTo>
                <a:lnTo>
                  <a:pt x="0" y="654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10800000">
            <a:off x="12320724" y="3739978"/>
            <a:ext cx="6293452" cy="6547000"/>
          </a:xfrm>
          <a:custGeom>
            <a:avLst/>
            <a:gdLst/>
            <a:ahLst/>
            <a:cxnLst/>
            <a:rect l="l" t="t" r="r" b="b"/>
            <a:pathLst>
              <a:path w="6293452" h="6547000">
                <a:moveTo>
                  <a:pt x="0" y="0"/>
                </a:moveTo>
                <a:lnTo>
                  <a:pt x="6293452" y="0"/>
                </a:lnTo>
                <a:lnTo>
                  <a:pt x="6293452" y="6547000"/>
                </a:lnTo>
                <a:lnTo>
                  <a:pt x="0" y="654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flipH="1">
            <a:off x="113850" y="6258442"/>
            <a:ext cx="5013300" cy="3916650"/>
          </a:xfrm>
          <a:custGeom>
            <a:avLst/>
            <a:gdLst/>
            <a:ahLst/>
            <a:cxnLst/>
            <a:rect l="l" t="t" r="r" b="b"/>
            <a:pathLst>
              <a:path w="5013300" h="3916650">
                <a:moveTo>
                  <a:pt x="5013300" y="0"/>
                </a:moveTo>
                <a:lnTo>
                  <a:pt x="0" y="0"/>
                </a:lnTo>
                <a:lnTo>
                  <a:pt x="0" y="3916650"/>
                </a:lnTo>
                <a:lnTo>
                  <a:pt x="5013300" y="3916650"/>
                </a:lnTo>
                <a:lnTo>
                  <a:pt x="501330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-10800000" flipH="1">
            <a:off x="113850" y="121808"/>
            <a:ext cx="3727002" cy="2383500"/>
          </a:xfrm>
          <a:custGeom>
            <a:avLst/>
            <a:gdLst/>
            <a:ahLst/>
            <a:cxnLst/>
            <a:rect l="l" t="t" r="r" b="b"/>
            <a:pathLst>
              <a:path w="3727002" h="2383500">
                <a:moveTo>
                  <a:pt x="3727002" y="0"/>
                </a:moveTo>
                <a:lnTo>
                  <a:pt x="0" y="0"/>
                </a:lnTo>
                <a:lnTo>
                  <a:pt x="0" y="2383500"/>
                </a:lnTo>
                <a:lnTo>
                  <a:pt x="3727002" y="2383500"/>
                </a:lnTo>
                <a:lnTo>
                  <a:pt x="3727002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-10800000" flipH="1">
            <a:off x="14353100" y="7650000"/>
            <a:ext cx="3727002" cy="2383500"/>
          </a:xfrm>
          <a:custGeom>
            <a:avLst/>
            <a:gdLst/>
            <a:ahLst/>
            <a:cxnLst/>
            <a:rect l="l" t="t" r="r" b="b"/>
            <a:pathLst>
              <a:path w="3727002" h="2383500">
                <a:moveTo>
                  <a:pt x="3727002" y="0"/>
                </a:moveTo>
                <a:lnTo>
                  <a:pt x="0" y="0"/>
                </a:lnTo>
                <a:lnTo>
                  <a:pt x="0" y="2383500"/>
                </a:lnTo>
                <a:lnTo>
                  <a:pt x="3727002" y="2383500"/>
                </a:lnTo>
                <a:lnTo>
                  <a:pt x="3727002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-10800000" flipH="1">
            <a:off x="13139550" y="121792"/>
            <a:ext cx="5013300" cy="3916650"/>
          </a:xfrm>
          <a:custGeom>
            <a:avLst/>
            <a:gdLst/>
            <a:ahLst/>
            <a:cxnLst/>
            <a:rect l="l" t="t" r="r" b="b"/>
            <a:pathLst>
              <a:path w="5013300" h="3916650">
                <a:moveTo>
                  <a:pt x="5013300" y="0"/>
                </a:moveTo>
                <a:lnTo>
                  <a:pt x="0" y="0"/>
                </a:lnTo>
                <a:lnTo>
                  <a:pt x="0" y="3916650"/>
                </a:lnTo>
                <a:lnTo>
                  <a:pt x="5013300" y="3916650"/>
                </a:lnTo>
                <a:lnTo>
                  <a:pt x="501330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2867625" y="3886200"/>
            <a:ext cx="12552750" cy="20637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560"/>
              </a:lnSpc>
            </a:pPr>
            <a:r>
              <a:rPr lang="en-US" sz="13800">
                <a:solidFill>
                  <a:srgbClr val="FFFFFF"/>
                </a:solidFill>
                <a:latin typeface="+mj-lt"/>
                <a:ea typeface="Arimo"/>
                <a:cs typeface="Arimo"/>
                <a:sym typeface="Arimo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335</TotalTime>
  <Words>1695</Words>
  <Application>Microsoft Office PowerPoint</Application>
  <PresentationFormat>Custom</PresentationFormat>
  <Paragraphs>294</Paragraphs>
  <Slides>33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41" baseType="lpstr">
      <vt:lpstr>Arial</vt:lpstr>
      <vt:lpstr>Anaheim</vt:lpstr>
      <vt:lpstr>Poppins ExtraBold</vt:lpstr>
      <vt:lpstr>Baloo Thambi 2</vt:lpstr>
      <vt:lpstr>Arimo Bold</vt:lpstr>
      <vt:lpstr>Arimo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PROJECT OVERVIEW</vt:lpstr>
      <vt:lpstr>TOPICS COVERED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SETUP (FRONTEND)</vt:lpstr>
      <vt:lpstr>PowerPoint Presentation</vt:lpstr>
      <vt:lpstr>PowerPoint Presentation</vt:lpstr>
      <vt:lpstr>PowerPoint Presentation</vt:lpstr>
      <vt:lpstr>SETUP (BACKEND)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SYSTEM ARCHITECTURE-PYTHON BACKEND</vt:lpstr>
      <vt:lpstr>KEY FUNCTIONS OF PYTHON BACKEND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Copy of Copy of Futuristisches Portfolio by Slidesgo.pptx</dc:title>
  <cp:lastModifiedBy>shreya gore</cp:lastModifiedBy>
  <cp:revision>18</cp:revision>
  <dcterms:created xsi:type="dcterms:W3CDTF">2006-08-16T00:00:00Z</dcterms:created>
  <dcterms:modified xsi:type="dcterms:W3CDTF">2025-09-12T12:35:46Z</dcterms:modified>
  <dc:identifier>DAGyqmJ_S0s</dc:identifier>
</cp:coreProperties>
</file>