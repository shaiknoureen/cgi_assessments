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0" r:id="rId4"/>
  </p:sldMasterIdLst>
  <p:notesMasterIdLst>
    <p:notesMasterId r:id="rId35"/>
  </p:notesMasterIdLst>
  <p:sldIdLst>
    <p:sldId id="256" r:id="rId5"/>
    <p:sldId id="295" r:id="rId6"/>
    <p:sldId id="258" r:id="rId7"/>
    <p:sldId id="259" r:id="rId8"/>
    <p:sldId id="264" r:id="rId9"/>
    <p:sldId id="282" r:id="rId10"/>
    <p:sldId id="283" r:id="rId11"/>
    <p:sldId id="284" r:id="rId12"/>
    <p:sldId id="285" r:id="rId13"/>
    <p:sldId id="290" r:id="rId14"/>
    <p:sldId id="291" r:id="rId15"/>
    <p:sldId id="294" r:id="rId16"/>
    <p:sldId id="286" r:id="rId17"/>
    <p:sldId id="292" r:id="rId18"/>
    <p:sldId id="293" r:id="rId19"/>
    <p:sldId id="267" r:id="rId20"/>
    <p:sldId id="268" r:id="rId21"/>
    <p:sldId id="270" r:id="rId22"/>
    <p:sldId id="271" r:id="rId23"/>
    <p:sldId id="281" r:id="rId24"/>
    <p:sldId id="272" r:id="rId25"/>
    <p:sldId id="274" r:id="rId26"/>
    <p:sldId id="275" r:id="rId27"/>
    <p:sldId id="279" r:id="rId28"/>
    <p:sldId id="280" r:id="rId29"/>
    <p:sldId id="287" r:id="rId30"/>
    <p:sldId id="296" r:id="rId31"/>
    <p:sldId id="288" r:id="rId32"/>
    <p:sldId id="289" r:id="rId33"/>
    <p:sldId id="277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505B88-617D-4DB6-B895-55BE553BDDB3}" v="264" dt="2025-09-12T12:15:17.0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>
      <p:cViewPr varScale="1">
        <p:scale>
          <a:sx n="57" d="100"/>
          <a:sy n="57" d="100"/>
        </p:scale>
        <p:origin x="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6">
        <a:alpha val="0"/>
      </a:schemeClr>
    </dgm:fillClrLst>
    <dgm:linClrLst meth="repeat">
      <a:schemeClr val="accent6">
        <a:alpha val="0"/>
      </a:schemeClr>
    </dgm:linClrLst>
    <dgm:effectClrLst/>
    <dgm:txLinClrLst/>
    <dgm:txFillClrLst meth="repeat">
      <a:schemeClr val="accent6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0EEC38-3E40-425F-8D02-2C38B90EE0E8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11FD2DA-F8B4-4EAE-AFF8-8B5CED10B6EC}">
      <dgm:prSet/>
      <dgm:spPr/>
      <dgm:t>
        <a:bodyPr/>
        <a:lstStyle/>
        <a:p>
          <a:r>
            <a:rPr lang="en-IN"/>
            <a:t>Objectives</a:t>
          </a:r>
          <a:endParaRPr lang="en-US"/>
        </a:p>
      </dgm:t>
    </dgm:pt>
    <dgm:pt modelId="{B906AD09-192A-42B2-A0CD-90994606C384}" type="parTrans" cxnId="{06BB9A6E-76F4-4F46-AF75-F3E58C575EAF}">
      <dgm:prSet/>
      <dgm:spPr/>
      <dgm:t>
        <a:bodyPr/>
        <a:lstStyle/>
        <a:p>
          <a:endParaRPr lang="en-US"/>
        </a:p>
      </dgm:t>
    </dgm:pt>
    <dgm:pt modelId="{30680EC3-468E-466C-8872-02D59F54256A}" type="sibTrans" cxnId="{06BB9A6E-76F4-4F46-AF75-F3E58C575EAF}">
      <dgm:prSet/>
      <dgm:spPr/>
      <dgm:t>
        <a:bodyPr/>
        <a:lstStyle/>
        <a:p>
          <a:endParaRPr lang="en-US"/>
        </a:p>
      </dgm:t>
    </dgm:pt>
    <dgm:pt modelId="{BD0993D8-9CC2-4289-8F28-87A800FE5F37}">
      <dgm:prSet/>
      <dgm:spPr/>
      <dgm:t>
        <a:bodyPr/>
        <a:lstStyle/>
        <a:p>
          <a:r>
            <a:rPr lang="en-IN"/>
            <a:t>Problem Statement</a:t>
          </a:r>
          <a:endParaRPr lang="en-US"/>
        </a:p>
      </dgm:t>
    </dgm:pt>
    <dgm:pt modelId="{76C1D917-7D2B-4B01-8A82-D14C03073FDD}" type="parTrans" cxnId="{0725F86F-1076-4A96-8795-6CE0BBA15AA0}">
      <dgm:prSet/>
      <dgm:spPr/>
      <dgm:t>
        <a:bodyPr/>
        <a:lstStyle/>
        <a:p>
          <a:endParaRPr lang="en-US"/>
        </a:p>
      </dgm:t>
    </dgm:pt>
    <dgm:pt modelId="{576D28AC-A891-4A28-946A-69F86983BA79}" type="sibTrans" cxnId="{0725F86F-1076-4A96-8795-6CE0BBA15AA0}">
      <dgm:prSet/>
      <dgm:spPr/>
      <dgm:t>
        <a:bodyPr/>
        <a:lstStyle/>
        <a:p>
          <a:endParaRPr lang="en-US"/>
        </a:p>
      </dgm:t>
    </dgm:pt>
    <dgm:pt modelId="{629F046C-5009-4719-893C-076D2261FFD3}">
      <dgm:prSet/>
      <dgm:spPr/>
      <dgm:t>
        <a:bodyPr/>
        <a:lstStyle/>
        <a:p>
          <a:r>
            <a:rPr lang="en-IN"/>
            <a:t>Introduction</a:t>
          </a:r>
          <a:endParaRPr lang="en-US"/>
        </a:p>
      </dgm:t>
    </dgm:pt>
    <dgm:pt modelId="{9BF0E416-2195-49D6-A6AA-92F36A077813}" type="parTrans" cxnId="{062D989D-CF45-46E4-82B0-CCCD29418A95}">
      <dgm:prSet/>
      <dgm:spPr/>
      <dgm:t>
        <a:bodyPr/>
        <a:lstStyle/>
        <a:p>
          <a:endParaRPr lang="en-US"/>
        </a:p>
      </dgm:t>
    </dgm:pt>
    <dgm:pt modelId="{38DB74D8-660A-465A-BFA2-E9726CF638C8}" type="sibTrans" cxnId="{062D989D-CF45-46E4-82B0-CCCD29418A95}">
      <dgm:prSet/>
      <dgm:spPr/>
      <dgm:t>
        <a:bodyPr/>
        <a:lstStyle/>
        <a:p>
          <a:endParaRPr lang="en-US"/>
        </a:p>
      </dgm:t>
    </dgm:pt>
    <dgm:pt modelId="{444606E1-049D-4740-8543-84C837BA51B2}">
      <dgm:prSet/>
      <dgm:spPr/>
      <dgm:t>
        <a:bodyPr/>
        <a:lstStyle/>
        <a:p>
          <a:r>
            <a:rPr lang="en-IN"/>
            <a:t>Requirements</a:t>
          </a:r>
          <a:endParaRPr lang="en-US"/>
        </a:p>
      </dgm:t>
    </dgm:pt>
    <dgm:pt modelId="{2D36212D-5B7E-4C63-B1C3-98AA0D177D13}" type="parTrans" cxnId="{FD79148A-833B-46DF-B8F6-4EC2D3ABA8F6}">
      <dgm:prSet/>
      <dgm:spPr/>
      <dgm:t>
        <a:bodyPr/>
        <a:lstStyle/>
        <a:p>
          <a:endParaRPr lang="en-US"/>
        </a:p>
      </dgm:t>
    </dgm:pt>
    <dgm:pt modelId="{F8CA84DB-D161-4AED-8709-C48ADC7218FA}" type="sibTrans" cxnId="{FD79148A-833B-46DF-B8F6-4EC2D3ABA8F6}">
      <dgm:prSet/>
      <dgm:spPr/>
      <dgm:t>
        <a:bodyPr/>
        <a:lstStyle/>
        <a:p>
          <a:endParaRPr lang="en-US"/>
        </a:p>
      </dgm:t>
    </dgm:pt>
    <dgm:pt modelId="{7FED3469-21F6-4BCB-B851-A2382AD53D88}">
      <dgm:prSet/>
      <dgm:spPr/>
      <dgm:t>
        <a:bodyPr/>
        <a:lstStyle/>
        <a:p>
          <a:r>
            <a:rPr lang="en-IN"/>
            <a:t>System Architecture</a:t>
          </a:r>
          <a:endParaRPr lang="en-US"/>
        </a:p>
      </dgm:t>
    </dgm:pt>
    <dgm:pt modelId="{D0E8AD49-8F3E-48A9-AAF6-846C4A87F72F}" type="parTrans" cxnId="{57E0E60B-0C7B-4FDC-9E32-EBD2626E411D}">
      <dgm:prSet/>
      <dgm:spPr/>
      <dgm:t>
        <a:bodyPr/>
        <a:lstStyle/>
        <a:p>
          <a:endParaRPr lang="en-US"/>
        </a:p>
      </dgm:t>
    </dgm:pt>
    <dgm:pt modelId="{B582858F-5A51-4066-A82B-03A94BB41158}" type="sibTrans" cxnId="{57E0E60B-0C7B-4FDC-9E32-EBD2626E411D}">
      <dgm:prSet/>
      <dgm:spPr/>
      <dgm:t>
        <a:bodyPr/>
        <a:lstStyle/>
        <a:p>
          <a:endParaRPr lang="en-US"/>
        </a:p>
      </dgm:t>
    </dgm:pt>
    <dgm:pt modelId="{E2283DF9-0F21-4BA0-A7A8-169DF8F5D2B1}">
      <dgm:prSet/>
      <dgm:spPr/>
      <dgm:t>
        <a:bodyPr/>
        <a:lstStyle/>
        <a:p>
          <a:r>
            <a:rPr lang="en-IN"/>
            <a:t>Project Flow</a:t>
          </a:r>
          <a:endParaRPr lang="en-US"/>
        </a:p>
      </dgm:t>
    </dgm:pt>
    <dgm:pt modelId="{81F45E39-840D-4B7F-AB35-515486E22513}" type="parTrans" cxnId="{1735C00E-76D6-4BB1-A05E-4063D725C337}">
      <dgm:prSet/>
      <dgm:spPr/>
      <dgm:t>
        <a:bodyPr/>
        <a:lstStyle/>
        <a:p>
          <a:endParaRPr lang="en-US"/>
        </a:p>
      </dgm:t>
    </dgm:pt>
    <dgm:pt modelId="{D904C942-3090-4370-A718-2BB1CCE8AA6E}" type="sibTrans" cxnId="{1735C00E-76D6-4BB1-A05E-4063D725C337}">
      <dgm:prSet/>
      <dgm:spPr/>
      <dgm:t>
        <a:bodyPr/>
        <a:lstStyle/>
        <a:p>
          <a:endParaRPr lang="en-US"/>
        </a:p>
      </dgm:t>
    </dgm:pt>
    <dgm:pt modelId="{406A9E3D-194D-450B-BD92-1901BEFFD36B}">
      <dgm:prSet/>
      <dgm:spPr/>
      <dgm:t>
        <a:bodyPr/>
        <a:lstStyle/>
        <a:p>
          <a:r>
            <a:rPr lang="en-IN"/>
            <a:t>Backend</a:t>
          </a:r>
          <a:endParaRPr lang="en-US"/>
        </a:p>
      </dgm:t>
    </dgm:pt>
    <dgm:pt modelId="{3C1A70E9-B8A7-4644-A943-73F8BC9DB193}" type="parTrans" cxnId="{EE9A9C07-077F-4489-94AE-6CA55A330450}">
      <dgm:prSet/>
      <dgm:spPr/>
      <dgm:t>
        <a:bodyPr/>
        <a:lstStyle/>
        <a:p>
          <a:endParaRPr lang="en-US"/>
        </a:p>
      </dgm:t>
    </dgm:pt>
    <dgm:pt modelId="{C64BFBCA-2301-4F2A-BCF2-40903031DF79}" type="sibTrans" cxnId="{EE9A9C07-077F-4489-94AE-6CA55A330450}">
      <dgm:prSet/>
      <dgm:spPr/>
      <dgm:t>
        <a:bodyPr/>
        <a:lstStyle/>
        <a:p>
          <a:endParaRPr lang="en-US"/>
        </a:p>
      </dgm:t>
    </dgm:pt>
    <dgm:pt modelId="{008721EF-5C17-4491-B4F9-848697C78B7E}">
      <dgm:prSet/>
      <dgm:spPr/>
      <dgm:t>
        <a:bodyPr/>
        <a:lstStyle/>
        <a:p>
          <a:r>
            <a:rPr lang="en-IN"/>
            <a:t>Frontend</a:t>
          </a:r>
          <a:endParaRPr lang="en-US"/>
        </a:p>
      </dgm:t>
    </dgm:pt>
    <dgm:pt modelId="{99E792CA-64D0-42CA-AE14-0D60272390C9}" type="parTrans" cxnId="{6A10158A-4160-424C-A1DE-9C3AE1842ED2}">
      <dgm:prSet/>
      <dgm:spPr/>
      <dgm:t>
        <a:bodyPr/>
        <a:lstStyle/>
        <a:p>
          <a:endParaRPr lang="en-US"/>
        </a:p>
      </dgm:t>
    </dgm:pt>
    <dgm:pt modelId="{2307C31E-9265-430B-B2DE-290E9DF31E0D}" type="sibTrans" cxnId="{6A10158A-4160-424C-A1DE-9C3AE1842ED2}">
      <dgm:prSet/>
      <dgm:spPr/>
      <dgm:t>
        <a:bodyPr/>
        <a:lstStyle/>
        <a:p>
          <a:endParaRPr lang="en-US"/>
        </a:p>
      </dgm:t>
    </dgm:pt>
    <dgm:pt modelId="{BC2C9679-DB74-4CCA-8521-BA5987FDFE51}">
      <dgm:prSet/>
      <dgm:spPr/>
      <dgm:t>
        <a:bodyPr/>
        <a:lstStyle/>
        <a:p>
          <a:r>
            <a:rPr lang="en-IN"/>
            <a:t>API integration</a:t>
          </a:r>
          <a:endParaRPr lang="en-US"/>
        </a:p>
      </dgm:t>
    </dgm:pt>
    <dgm:pt modelId="{4E2C497C-8297-431E-883F-69D2BD69B146}" type="parTrans" cxnId="{918438DB-2C80-4496-BA3C-FF40085B9079}">
      <dgm:prSet/>
      <dgm:spPr/>
      <dgm:t>
        <a:bodyPr/>
        <a:lstStyle/>
        <a:p>
          <a:endParaRPr lang="en-US"/>
        </a:p>
      </dgm:t>
    </dgm:pt>
    <dgm:pt modelId="{F3A890B4-9D97-4832-813E-CDD006F951E7}" type="sibTrans" cxnId="{918438DB-2C80-4496-BA3C-FF40085B9079}">
      <dgm:prSet/>
      <dgm:spPr/>
      <dgm:t>
        <a:bodyPr/>
        <a:lstStyle/>
        <a:p>
          <a:endParaRPr lang="en-US"/>
        </a:p>
      </dgm:t>
    </dgm:pt>
    <dgm:pt modelId="{344279A3-1695-4207-91B7-207C01494801}">
      <dgm:prSet/>
      <dgm:spPr/>
      <dgm:t>
        <a:bodyPr/>
        <a:lstStyle/>
        <a:p>
          <a:r>
            <a:rPr lang="en-IN"/>
            <a:t>Core Concepts Used</a:t>
          </a:r>
          <a:endParaRPr lang="en-US"/>
        </a:p>
      </dgm:t>
    </dgm:pt>
    <dgm:pt modelId="{3B82F2CC-562D-46D9-9493-F85F2D21D7B4}" type="parTrans" cxnId="{9F8325CE-016F-43DB-84D1-DEC0526527C6}">
      <dgm:prSet/>
      <dgm:spPr/>
      <dgm:t>
        <a:bodyPr/>
        <a:lstStyle/>
        <a:p>
          <a:endParaRPr lang="en-US"/>
        </a:p>
      </dgm:t>
    </dgm:pt>
    <dgm:pt modelId="{5FCACE24-DF7B-468E-9EE8-2FA6CDDD254E}" type="sibTrans" cxnId="{9F8325CE-016F-43DB-84D1-DEC0526527C6}">
      <dgm:prSet/>
      <dgm:spPr/>
      <dgm:t>
        <a:bodyPr/>
        <a:lstStyle/>
        <a:p>
          <a:endParaRPr lang="en-US"/>
        </a:p>
      </dgm:t>
    </dgm:pt>
    <dgm:pt modelId="{D92E5D7B-36F2-460F-B824-5BED325CABA2}">
      <dgm:prSet/>
      <dgm:spPr/>
      <dgm:t>
        <a:bodyPr/>
        <a:lstStyle/>
        <a:p>
          <a:r>
            <a:rPr lang="en-IN"/>
            <a:t>Classes and Methods</a:t>
          </a:r>
          <a:endParaRPr lang="en-US"/>
        </a:p>
      </dgm:t>
    </dgm:pt>
    <dgm:pt modelId="{1C4F6E35-9075-4522-A098-8E993513FACF}" type="parTrans" cxnId="{AF2ED555-ABAE-4FA5-8ADB-1EEA6D5DFE2C}">
      <dgm:prSet/>
      <dgm:spPr/>
      <dgm:t>
        <a:bodyPr/>
        <a:lstStyle/>
        <a:p>
          <a:endParaRPr lang="en-US"/>
        </a:p>
      </dgm:t>
    </dgm:pt>
    <dgm:pt modelId="{6C8C0806-8CAD-4788-BA7D-4BC9BC3E24EB}" type="sibTrans" cxnId="{AF2ED555-ABAE-4FA5-8ADB-1EEA6D5DFE2C}">
      <dgm:prSet/>
      <dgm:spPr/>
      <dgm:t>
        <a:bodyPr/>
        <a:lstStyle/>
        <a:p>
          <a:endParaRPr lang="en-US"/>
        </a:p>
      </dgm:t>
    </dgm:pt>
    <dgm:pt modelId="{CF4EB5E4-E9AA-450E-B0EB-134E8E62B7F1}">
      <dgm:prSet/>
      <dgm:spPr/>
      <dgm:t>
        <a:bodyPr/>
        <a:lstStyle/>
        <a:p>
          <a:r>
            <a:rPr lang="en-IN"/>
            <a:t>Design</a:t>
          </a:r>
          <a:endParaRPr lang="en-US"/>
        </a:p>
      </dgm:t>
    </dgm:pt>
    <dgm:pt modelId="{7202B274-96D7-41F8-95FA-3A9522F87FCA}" type="parTrans" cxnId="{1440FD64-49A4-4DD3-9B61-0B3300195F53}">
      <dgm:prSet/>
      <dgm:spPr/>
      <dgm:t>
        <a:bodyPr/>
        <a:lstStyle/>
        <a:p>
          <a:endParaRPr lang="en-US"/>
        </a:p>
      </dgm:t>
    </dgm:pt>
    <dgm:pt modelId="{3BA3A7AD-A39D-422D-B0E0-1AB33A28768B}" type="sibTrans" cxnId="{1440FD64-49A4-4DD3-9B61-0B3300195F53}">
      <dgm:prSet/>
      <dgm:spPr/>
      <dgm:t>
        <a:bodyPr/>
        <a:lstStyle/>
        <a:p>
          <a:endParaRPr lang="en-US"/>
        </a:p>
      </dgm:t>
    </dgm:pt>
    <dgm:pt modelId="{93D8D06F-E565-4AAA-AE62-CD71C5375ABE}">
      <dgm:prSet/>
      <dgm:spPr/>
      <dgm:t>
        <a:bodyPr/>
        <a:lstStyle/>
        <a:p>
          <a:r>
            <a:rPr lang="en-IN"/>
            <a:t>CLI Menu</a:t>
          </a:r>
          <a:endParaRPr lang="en-US"/>
        </a:p>
      </dgm:t>
    </dgm:pt>
    <dgm:pt modelId="{2C7F3FE6-D585-445F-8E1F-CB6D076F80AE}" type="parTrans" cxnId="{84EB7420-0950-4FD1-8F5A-5353E06FA877}">
      <dgm:prSet/>
      <dgm:spPr/>
      <dgm:t>
        <a:bodyPr/>
        <a:lstStyle/>
        <a:p>
          <a:endParaRPr lang="en-US"/>
        </a:p>
      </dgm:t>
    </dgm:pt>
    <dgm:pt modelId="{4AB64D6A-941B-485C-B890-B0B2665AF7CF}" type="sibTrans" cxnId="{84EB7420-0950-4FD1-8F5A-5353E06FA877}">
      <dgm:prSet/>
      <dgm:spPr/>
      <dgm:t>
        <a:bodyPr/>
        <a:lstStyle/>
        <a:p>
          <a:endParaRPr lang="en-US"/>
        </a:p>
      </dgm:t>
    </dgm:pt>
    <dgm:pt modelId="{97EA25E3-7DBA-4F21-B257-9F652976940A}">
      <dgm:prSet/>
      <dgm:spPr/>
      <dgm:t>
        <a:bodyPr/>
        <a:lstStyle/>
        <a:p>
          <a:r>
            <a:rPr lang="en-IN" dirty="0"/>
            <a:t>Key Features</a:t>
          </a:r>
          <a:endParaRPr lang="en-US" dirty="0"/>
        </a:p>
      </dgm:t>
    </dgm:pt>
    <dgm:pt modelId="{63F1373D-F286-4C33-8D9B-D3CC8FFA42E9}" type="parTrans" cxnId="{62470AEC-94B5-474E-93D1-87F66DE44BD4}">
      <dgm:prSet/>
      <dgm:spPr/>
      <dgm:t>
        <a:bodyPr/>
        <a:lstStyle/>
        <a:p>
          <a:endParaRPr lang="en-US"/>
        </a:p>
      </dgm:t>
    </dgm:pt>
    <dgm:pt modelId="{3B1A5F4E-7DD9-4FAC-B277-D375F01A35EE}" type="sibTrans" cxnId="{62470AEC-94B5-474E-93D1-87F66DE44BD4}">
      <dgm:prSet/>
      <dgm:spPr/>
      <dgm:t>
        <a:bodyPr/>
        <a:lstStyle/>
        <a:p>
          <a:endParaRPr lang="en-US"/>
        </a:p>
      </dgm:t>
    </dgm:pt>
    <dgm:pt modelId="{CC9BA7B3-4409-4EC3-BCB6-823FEAD8D7F2}">
      <dgm:prSet/>
      <dgm:spPr/>
      <dgm:t>
        <a:bodyPr/>
        <a:lstStyle/>
        <a:p>
          <a:r>
            <a:rPr lang="en-IN"/>
            <a:t>Future Enhancements</a:t>
          </a:r>
          <a:endParaRPr lang="en-US"/>
        </a:p>
      </dgm:t>
    </dgm:pt>
    <dgm:pt modelId="{A7FF32E5-BA83-48C6-934C-76ED95FD9246}" type="parTrans" cxnId="{AE96F213-92C9-4B48-8FC9-CE1E9F2F7234}">
      <dgm:prSet/>
      <dgm:spPr/>
      <dgm:t>
        <a:bodyPr/>
        <a:lstStyle/>
        <a:p>
          <a:endParaRPr lang="en-US"/>
        </a:p>
      </dgm:t>
    </dgm:pt>
    <dgm:pt modelId="{8B0DABED-83C1-4FE5-BE5E-D264C3BABF56}" type="sibTrans" cxnId="{AE96F213-92C9-4B48-8FC9-CE1E9F2F7234}">
      <dgm:prSet/>
      <dgm:spPr/>
      <dgm:t>
        <a:bodyPr/>
        <a:lstStyle/>
        <a:p>
          <a:endParaRPr lang="en-US"/>
        </a:p>
      </dgm:t>
    </dgm:pt>
    <dgm:pt modelId="{A63E41B8-A942-4698-8D2D-7AEED9D1F5B3}">
      <dgm:prSet/>
      <dgm:spPr/>
      <dgm:t>
        <a:bodyPr/>
        <a:lstStyle/>
        <a:p>
          <a:r>
            <a:rPr lang="en-IN" dirty="0"/>
            <a:t>Conclusion</a:t>
          </a:r>
          <a:endParaRPr lang="en-US" dirty="0"/>
        </a:p>
      </dgm:t>
    </dgm:pt>
    <dgm:pt modelId="{09D1AE07-3A30-48C6-902A-20154311C2BC}" type="parTrans" cxnId="{7BEE4617-6DCD-4D8D-B868-CC337761F47F}">
      <dgm:prSet/>
      <dgm:spPr/>
      <dgm:t>
        <a:bodyPr/>
        <a:lstStyle/>
        <a:p>
          <a:endParaRPr lang="en-US"/>
        </a:p>
      </dgm:t>
    </dgm:pt>
    <dgm:pt modelId="{29E14A81-7752-4F83-A8FB-BFE767117E0D}" type="sibTrans" cxnId="{7BEE4617-6DCD-4D8D-B868-CC337761F47F}">
      <dgm:prSet/>
      <dgm:spPr/>
      <dgm:t>
        <a:bodyPr/>
        <a:lstStyle/>
        <a:p>
          <a:endParaRPr lang="en-US"/>
        </a:p>
      </dgm:t>
    </dgm:pt>
    <dgm:pt modelId="{594CC23A-01DE-4083-A862-A5D6399E494B}" type="pres">
      <dgm:prSet presAssocID="{A90EEC38-3E40-425F-8D02-2C38B90EE0E8}" presName="diagram" presStyleCnt="0">
        <dgm:presLayoutVars>
          <dgm:dir/>
          <dgm:resizeHandles val="exact"/>
        </dgm:presLayoutVars>
      </dgm:prSet>
      <dgm:spPr/>
    </dgm:pt>
    <dgm:pt modelId="{12B86D6B-09D9-4E35-B3E0-C2479146C1CB}" type="pres">
      <dgm:prSet presAssocID="{011FD2DA-F8B4-4EAE-AFF8-8B5CED10B6EC}" presName="node" presStyleLbl="node1" presStyleIdx="0" presStyleCnt="16">
        <dgm:presLayoutVars>
          <dgm:bulletEnabled val="1"/>
        </dgm:presLayoutVars>
      </dgm:prSet>
      <dgm:spPr/>
    </dgm:pt>
    <dgm:pt modelId="{F304E793-1EEF-4ECF-9BDA-434E09418F1D}" type="pres">
      <dgm:prSet presAssocID="{30680EC3-468E-466C-8872-02D59F54256A}" presName="sibTrans" presStyleCnt="0"/>
      <dgm:spPr/>
    </dgm:pt>
    <dgm:pt modelId="{D51FE7C9-FEEA-4327-B92D-00943753AB9B}" type="pres">
      <dgm:prSet presAssocID="{BD0993D8-9CC2-4289-8F28-87A800FE5F37}" presName="node" presStyleLbl="node1" presStyleIdx="1" presStyleCnt="16">
        <dgm:presLayoutVars>
          <dgm:bulletEnabled val="1"/>
        </dgm:presLayoutVars>
      </dgm:prSet>
      <dgm:spPr/>
    </dgm:pt>
    <dgm:pt modelId="{1885144B-ACFB-48DA-88E7-9D34E32E2A7B}" type="pres">
      <dgm:prSet presAssocID="{576D28AC-A891-4A28-946A-69F86983BA79}" presName="sibTrans" presStyleCnt="0"/>
      <dgm:spPr/>
    </dgm:pt>
    <dgm:pt modelId="{8E4C5C61-C89F-443D-83E3-BCF1A91BD905}" type="pres">
      <dgm:prSet presAssocID="{629F046C-5009-4719-893C-076D2261FFD3}" presName="node" presStyleLbl="node1" presStyleIdx="2" presStyleCnt="16">
        <dgm:presLayoutVars>
          <dgm:bulletEnabled val="1"/>
        </dgm:presLayoutVars>
      </dgm:prSet>
      <dgm:spPr/>
    </dgm:pt>
    <dgm:pt modelId="{31076DCF-B4B0-47CC-AEE1-5F343ED1827A}" type="pres">
      <dgm:prSet presAssocID="{38DB74D8-660A-465A-BFA2-E9726CF638C8}" presName="sibTrans" presStyleCnt="0"/>
      <dgm:spPr/>
    </dgm:pt>
    <dgm:pt modelId="{94F3E201-8DD3-44C7-ACEB-18CDCA7C7381}" type="pres">
      <dgm:prSet presAssocID="{444606E1-049D-4740-8543-84C837BA51B2}" presName="node" presStyleLbl="node1" presStyleIdx="3" presStyleCnt="16">
        <dgm:presLayoutVars>
          <dgm:bulletEnabled val="1"/>
        </dgm:presLayoutVars>
      </dgm:prSet>
      <dgm:spPr/>
    </dgm:pt>
    <dgm:pt modelId="{E37E65F4-8348-4634-83DF-8D34B00F9CE4}" type="pres">
      <dgm:prSet presAssocID="{F8CA84DB-D161-4AED-8709-C48ADC7218FA}" presName="sibTrans" presStyleCnt="0"/>
      <dgm:spPr/>
    </dgm:pt>
    <dgm:pt modelId="{57A9F5F5-B95E-4484-9CC2-6629AD91104B}" type="pres">
      <dgm:prSet presAssocID="{7FED3469-21F6-4BCB-B851-A2382AD53D88}" presName="node" presStyleLbl="node1" presStyleIdx="4" presStyleCnt="16">
        <dgm:presLayoutVars>
          <dgm:bulletEnabled val="1"/>
        </dgm:presLayoutVars>
      </dgm:prSet>
      <dgm:spPr/>
    </dgm:pt>
    <dgm:pt modelId="{4D59D747-4692-4162-8DA6-67BAE4A512D7}" type="pres">
      <dgm:prSet presAssocID="{B582858F-5A51-4066-A82B-03A94BB41158}" presName="sibTrans" presStyleCnt="0"/>
      <dgm:spPr/>
    </dgm:pt>
    <dgm:pt modelId="{1572EC4E-25F6-45F4-BFFF-09325E0A7E0B}" type="pres">
      <dgm:prSet presAssocID="{E2283DF9-0F21-4BA0-A7A8-169DF8F5D2B1}" presName="node" presStyleLbl="node1" presStyleIdx="5" presStyleCnt="16">
        <dgm:presLayoutVars>
          <dgm:bulletEnabled val="1"/>
        </dgm:presLayoutVars>
      </dgm:prSet>
      <dgm:spPr/>
    </dgm:pt>
    <dgm:pt modelId="{82C2E71A-5B84-4E77-BFEF-0FB368EC0B30}" type="pres">
      <dgm:prSet presAssocID="{D904C942-3090-4370-A718-2BB1CCE8AA6E}" presName="sibTrans" presStyleCnt="0"/>
      <dgm:spPr/>
    </dgm:pt>
    <dgm:pt modelId="{FF28E4CE-E104-45EC-8F3A-27FBFB608DFA}" type="pres">
      <dgm:prSet presAssocID="{406A9E3D-194D-450B-BD92-1901BEFFD36B}" presName="node" presStyleLbl="node1" presStyleIdx="6" presStyleCnt="16">
        <dgm:presLayoutVars>
          <dgm:bulletEnabled val="1"/>
        </dgm:presLayoutVars>
      </dgm:prSet>
      <dgm:spPr/>
    </dgm:pt>
    <dgm:pt modelId="{AC22766E-BADA-48DE-91FE-188FC8CBF226}" type="pres">
      <dgm:prSet presAssocID="{C64BFBCA-2301-4F2A-BCF2-40903031DF79}" presName="sibTrans" presStyleCnt="0"/>
      <dgm:spPr/>
    </dgm:pt>
    <dgm:pt modelId="{115F9BDF-73C0-41DD-AC21-507D1C8A03C0}" type="pres">
      <dgm:prSet presAssocID="{008721EF-5C17-4491-B4F9-848697C78B7E}" presName="node" presStyleLbl="node1" presStyleIdx="7" presStyleCnt="16">
        <dgm:presLayoutVars>
          <dgm:bulletEnabled val="1"/>
        </dgm:presLayoutVars>
      </dgm:prSet>
      <dgm:spPr/>
    </dgm:pt>
    <dgm:pt modelId="{7CCF120F-9EF7-497D-8DBE-302AB603E843}" type="pres">
      <dgm:prSet presAssocID="{2307C31E-9265-430B-B2DE-290E9DF31E0D}" presName="sibTrans" presStyleCnt="0"/>
      <dgm:spPr/>
    </dgm:pt>
    <dgm:pt modelId="{BBC5295A-9D2A-4D59-A871-7DD110CB54BC}" type="pres">
      <dgm:prSet presAssocID="{BC2C9679-DB74-4CCA-8521-BA5987FDFE51}" presName="node" presStyleLbl="node1" presStyleIdx="8" presStyleCnt="16">
        <dgm:presLayoutVars>
          <dgm:bulletEnabled val="1"/>
        </dgm:presLayoutVars>
      </dgm:prSet>
      <dgm:spPr/>
    </dgm:pt>
    <dgm:pt modelId="{254E46B3-9A87-48A9-ABD7-6FC98D258E4B}" type="pres">
      <dgm:prSet presAssocID="{F3A890B4-9D97-4832-813E-CDD006F951E7}" presName="sibTrans" presStyleCnt="0"/>
      <dgm:spPr/>
    </dgm:pt>
    <dgm:pt modelId="{7947C654-3DBD-40BB-A5CF-9DD33C90A3C2}" type="pres">
      <dgm:prSet presAssocID="{344279A3-1695-4207-91B7-207C01494801}" presName="node" presStyleLbl="node1" presStyleIdx="9" presStyleCnt="16">
        <dgm:presLayoutVars>
          <dgm:bulletEnabled val="1"/>
        </dgm:presLayoutVars>
      </dgm:prSet>
      <dgm:spPr/>
    </dgm:pt>
    <dgm:pt modelId="{7FF377F6-204C-4AA5-9EA1-B41BD6B3D64F}" type="pres">
      <dgm:prSet presAssocID="{5FCACE24-DF7B-468E-9EE8-2FA6CDDD254E}" presName="sibTrans" presStyleCnt="0"/>
      <dgm:spPr/>
    </dgm:pt>
    <dgm:pt modelId="{7E2AB25B-B303-4478-8FF1-98002021085B}" type="pres">
      <dgm:prSet presAssocID="{D92E5D7B-36F2-460F-B824-5BED325CABA2}" presName="node" presStyleLbl="node1" presStyleIdx="10" presStyleCnt="16">
        <dgm:presLayoutVars>
          <dgm:bulletEnabled val="1"/>
        </dgm:presLayoutVars>
      </dgm:prSet>
      <dgm:spPr/>
    </dgm:pt>
    <dgm:pt modelId="{CCC0E2A1-1D60-4902-A6F5-3317619E05C7}" type="pres">
      <dgm:prSet presAssocID="{6C8C0806-8CAD-4788-BA7D-4BC9BC3E24EB}" presName="sibTrans" presStyleCnt="0"/>
      <dgm:spPr/>
    </dgm:pt>
    <dgm:pt modelId="{024E198B-90B9-453B-84A8-BA159C2F0E04}" type="pres">
      <dgm:prSet presAssocID="{CF4EB5E4-E9AA-450E-B0EB-134E8E62B7F1}" presName="node" presStyleLbl="node1" presStyleIdx="11" presStyleCnt="16">
        <dgm:presLayoutVars>
          <dgm:bulletEnabled val="1"/>
        </dgm:presLayoutVars>
      </dgm:prSet>
      <dgm:spPr/>
    </dgm:pt>
    <dgm:pt modelId="{93580A2B-8CE6-4554-8CE8-4D5AC815FF0E}" type="pres">
      <dgm:prSet presAssocID="{3BA3A7AD-A39D-422D-B0E0-1AB33A28768B}" presName="sibTrans" presStyleCnt="0"/>
      <dgm:spPr/>
    </dgm:pt>
    <dgm:pt modelId="{74B0A621-B3CB-421B-B4A2-F6F8AFAEE878}" type="pres">
      <dgm:prSet presAssocID="{93D8D06F-E565-4AAA-AE62-CD71C5375ABE}" presName="node" presStyleLbl="node1" presStyleIdx="12" presStyleCnt="16">
        <dgm:presLayoutVars>
          <dgm:bulletEnabled val="1"/>
        </dgm:presLayoutVars>
      </dgm:prSet>
      <dgm:spPr/>
    </dgm:pt>
    <dgm:pt modelId="{6FA2DD38-0AAF-4FD6-8081-05956E83EDEB}" type="pres">
      <dgm:prSet presAssocID="{4AB64D6A-941B-485C-B890-B0B2665AF7CF}" presName="sibTrans" presStyleCnt="0"/>
      <dgm:spPr/>
    </dgm:pt>
    <dgm:pt modelId="{A1287708-5092-4134-9914-26E96A708390}" type="pres">
      <dgm:prSet presAssocID="{97EA25E3-7DBA-4F21-B257-9F652976940A}" presName="node" presStyleLbl="node1" presStyleIdx="13" presStyleCnt="16">
        <dgm:presLayoutVars>
          <dgm:bulletEnabled val="1"/>
        </dgm:presLayoutVars>
      </dgm:prSet>
      <dgm:spPr/>
    </dgm:pt>
    <dgm:pt modelId="{FFA36874-6EAD-4D62-9E88-FC13208EF317}" type="pres">
      <dgm:prSet presAssocID="{3B1A5F4E-7DD9-4FAC-B277-D375F01A35EE}" presName="sibTrans" presStyleCnt="0"/>
      <dgm:spPr/>
    </dgm:pt>
    <dgm:pt modelId="{1B658BFF-E79B-4ED4-8572-7CB493A74ECD}" type="pres">
      <dgm:prSet presAssocID="{CC9BA7B3-4409-4EC3-BCB6-823FEAD8D7F2}" presName="node" presStyleLbl="node1" presStyleIdx="14" presStyleCnt="16">
        <dgm:presLayoutVars>
          <dgm:bulletEnabled val="1"/>
        </dgm:presLayoutVars>
      </dgm:prSet>
      <dgm:spPr/>
    </dgm:pt>
    <dgm:pt modelId="{F1345BE2-A73B-43CE-8815-8740CB31107A}" type="pres">
      <dgm:prSet presAssocID="{8B0DABED-83C1-4FE5-BE5E-D264C3BABF56}" presName="sibTrans" presStyleCnt="0"/>
      <dgm:spPr/>
    </dgm:pt>
    <dgm:pt modelId="{1748A0B2-458D-451C-9A44-E467DE32B303}" type="pres">
      <dgm:prSet presAssocID="{A63E41B8-A942-4698-8D2D-7AEED9D1F5B3}" presName="node" presStyleLbl="node1" presStyleIdx="15" presStyleCnt="16">
        <dgm:presLayoutVars>
          <dgm:bulletEnabled val="1"/>
        </dgm:presLayoutVars>
      </dgm:prSet>
      <dgm:spPr/>
    </dgm:pt>
  </dgm:ptLst>
  <dgm:cxnLst>
    <dgm:cxn modelId="{EE9A9C07-077F-4489-94AE-6CA55A330450}" srcId="{A90EEC38-3E40-425F-8D02-2C38B90EE0E8}" destId="{406A9E3D-194D-450B-BD92-1901BEFFD36B}" srcOrd="6" destOrd="0" parTransId="{3C1A70E9-B8A7-4644-A943-73F8BC9DB193}" sibTransId="{C64BFBCA-2301-4F2A-BCF2-40903031DF79}"/>
    <dgm:cxn modelId="{57E0E60B-0C7B-4FDC-9E32-EBD2626E411D}" srcId="{A90EEC38-3E40-425F-8D02-2C38B90EE0E8}" destId="{7FED3469-21F6-4BCB-B851-A2382AD53D88}" srcOrd="4" destOrd="0" parTransId="{D0E8AD49-8F3E-48A9-AAF6-846C4A87F72F}" sibTransId="{B582858F-5A51-4066-A82B-03A94BB41158}"/>
    <dgm:cxn modelId="{1735C00E-76D6-4BB1-A05E-4063D725C337}" srcId="{A90EEC38-3E40-425F-8D02-2C38B90EE0E8}" destId="{E2283DF9-0F21-4BA0-A7A8-169DF8F5D2B1}" srcOrd="5" destOrd="0" parTransId="{81F45E39-840D-4B7F-AB35-515486E22513}" sibTransId="{D904C942-3090-4370-A718-2BB1CCE8AA6E}"/>
    <dgm:cxn modelId="{AE96F213-92C9-4B48-8FC9-CE1E9F2F7234}" srcId="{A90EEC38-3E40-425F-8D02-2C38B90EE0E8}" destId="{CC9BA7B3-4409-4EC3-BCB6-823FEAD8D7F2}" srcOrd="14" destOrd="0" parTransId="{A7FF32E5-BA83-48C6-934C-76ED95FD9246}" sibTransId="{8B0DABED-83C1-4FE5-BE5E-D264C3BABF56}"/>
    <dgm:cxn modelId="{7BEE4617-6DCD-4D8D-B868-CC337761F47F}" srcId="{A90EEC38-3E40-425F-8D02-2C38B90EE0E8}" destId="{A63E41B8-A942-4698-8D2D-7AEED9D1F5B3}" srcOrd="15" destOrd="0" parTransId="{09D1AE07-3A30-48C6-902A-20154311C2BC}" sibTransId="{29E14A81-7752-4F83-A8FB-BFE767117E0D}"/>
    <dgm:cxn modelId="{84EB7420-0950-4FD1-8F5A-5353E06FA877}" srcId="{A90EEC38-3E40-425F-8D02-2C38B90EE0E8}" destId="{93D8D06F-E565-4AAA-AE62-CD71C5375ABE}" srcOrd="12" destOrd="0" parTransId="{2C7F3FE6-D585-445F-8E1F-CB6D076F80AE}" sibTransId="{4AB64D6A-941B-485C-B890-B0B2665AF7CF}"/>
    <dgm:cxn modelId="{4B58643A-9ED5-4ACC-A65A-AB2D37EE69D1}" type="presOf" srcId="{97EA25E3-7DBA-4F21-B257-9F652976940A}" destId="{A1287708-5092-4134-9914-26E96A708390}" srcOrd="0" destOrd="0" presId="urn:microsoft.com/office/officeart/2005/8/layout/default"/>
    <dgm:cxn modelId="{A1A06061-6E5B-4369-9F37-2DCD2CEE031F}" type="presOf" srcId="{CC9BA7B3-4409-4EC3-BCB6-823FEAD8D7F2}" destId="{1B658BFF-E79B-4ED4-8572-7CB493A74ECD}" srcOrd="0" destOrd="0" presId="urn:microsoft.com/office/officeart/2005/8/layout/default"/>
    <dgm:cxn modelId="{1440FD64-49A4-4DD3-9B61-0B3300195F53}" srcId="{A90EEC38-3E40-425F-8D02-2C38B90EE0E8}" destId="{CF4EB5E4-E9AA-450E-B0EB-134E8E62B7F1}" srcOrd="11" destOrd="0" parTransId="{7202B274-96D7-41F8-95FA-3A9522F87FCA}" sibTransId="{3BA3A7AD-A39D-422D-B0E0-1AB33A28768B}"/>
    <dgm:cxn modelId="{A2756F45-6AA0-4D4C-8559-6D652BA5BE12}" type="presOf" srcId="{CF4EB5E4-E9AA-450E-B0EB-134E8E62B7F1}" destId="{024E198B-90B9-453B-84A8-BA159C2F0E04}" srcOrd="0" destOrd="0" presId="urn:microsoft.com/office/officeart/2005/8/layout/default"/>
    <dgm:cxn modelId="{CABAE84A-8DA2-43F0-9724-845D7223490B}" type="presOf" srcId="{629F046C-5009-4719-893C-076D2261FFD3}" destId="{8E4C5C61-C89F-443D-83E3-BCF1A91BD905}" srcOrd="0" destOrd="0" presId="urn:microsoft.com/office/officeart/2005/8/layout/default"/>
    <dgm:cxn modelId="{06BB9A6E-76F4-4F46-AF75-F3E58C575EAF}" srcId="{A90EEC38-3E40-425F-8D02-2C38B90EE0E8}" destId="{011FD2DA-F8B4-4EAE-AFF8-8B5CED10B6EC}" srcOrd="0" destOrd="0" parTransId="{B906AD09-192A-42B2-A0CD-90994606C384}" sibTransId="{30680EC3-468E-466C-8872-02D59F54256A}"/>
    <dgm:cxn modelId="{0725F86F-1076-4A96-8795-6CE0BBA15AA0}" srcId="{A90EEC38-3E40-425F-8D02-2C38B90EE0E8}" destId="{BD0993D8-9CC2-4289-8F28-87A800FE5F37}" srcOrd="1" destOrd="0" parTransId="{76C1D917-7D2B-4B01-8A82-D14C03073FDD}" sibTransId="{576D28AC-A891-4A28-946A-69F86983BA79}"/>
    <dgm:cxn modelId="{726A4555-A896-4DA3-AED4-681F4EC6F035}" type="presOf" srcId="{444606E1-049D-4740-8543-84C837BA51B2}" destId="{94F3E201-8DD3-44C7-ACEB-18CDCA7C7381}" srcOrd="0" destOrd="0" presId="urn:microsoft.com/office/officeart/2005/8/layout/default"/>
    <dgm:cxn modelId="{AF2ED555-ABAE-4FA5-8ADB-1EEA6D5DFE2C}" srcId="{A90EEC38-3E40-425F-8D02-2C38B90EE0E8}" destId="{D92E5D7B-36F2-460F-B824-5BED325CABA2}" srcOrd="10" destOrd="0" parTransId="{1C4F6E35-9075-4522-A098-8E993513FACF}" sibTransId="{6C8C0806-8CAD-4788-BA7D-4BC9BC3E24EB}"/>
    <dgm:cxn modelId="{9AFF1F57-32A6-40EC-93F7-C62CBF7C12DB}" type="presOf" srcId="{406A9E3D-194D-450B-BD92-1901BEFFD36B}" destId="{FF28E4CE-E104-45EC-8F3A-27FBFB608DFA}" srcOrd="0" destOrd="0" presId="urn:microsoft.com/office/officeart/2005/8/layout/default"/>
    <dgm:cxn modelId="{FD79148A-833B-46DF-B8F6-4EC2D3ABA8F6}" srcId="{A90EEC38-3E40-425F-8D02-2C38B90EE0E8}" destId="{444606E1-049D-4740-8543-84C837BA51B2}" srcOrd="3" destOrd="0" parTransId="{2D36212D-5B7E-4C63-B1C3-98AA0D177D13}" sibTransId="{F8CA84DB-D161-4AED-8709-C48ADC7218FA}"/>
    <dgm:cxn modelId="{6A10158A-4160-424C-A1DE-9C3AE1842ED2}" srcId="{A90EEC38-3E40-425F-8D02-2C38B90EE0E8}" destId="{008721EF-5C17-4491-B4F9-848697C78B7E}" srcOrd="7" destOrd="0" parTransId="{99E792CA-64D0-42CA-AE14-0D60272390C9}" sibTransId="{2307C31E-9265-430B-B2DE-290E9DF31E0D}"/>
    <dgm:cxn modelId="{8D817B92-87CE-476B-AAEB-05B112CBBEF0}" type="presOf" srcId="{E2283DF9-0F21-4BA0-A7A8-169DF8F5D2B1}" destId="{1572EC4E-25F6-45F4-BFFF-09325E0A7E0B}" srcOrd="0" destOrd="0" presId="urn:microsoft.com/office/officeart/2005/8/layout/default"/>
    <dgm:cxn modelId="{E7DCEF98-6B5E-4EAD-A245-EFCA5B6A3BF7}" type="presOf" srcId="{344279A3-1695-4207-91B7-207C01494801}" destId="{7947C654-3DBD-40BB-A5CF-9DD33C90A3C2}" srcOrd="0" destOrd="0" presId="urn:microsoft.com/office/officeart/2005/8/layout/default"/>
    <dgm:cxn modelId="{062D989D-CF45-46E4-82B0-CCCD29418A95}" srcId="{A90EEC38-3E40-425F-8D02-2C38B90EE0E8}" destId="{629F046C-5009-4719-893C-076D2261FFD3}" srcOrd="2" destOrd="0" parTransId="{9BF0E416-2195-49D6-A6AA-92F36A077813}" sibTransId="{38DB74D8-660A-465A-BFA2-E9726CF638C8}"/>
    <dgm:cxn modelId="{6B22F7A3-6085-495D-A59D-7AFDB475371E}" type="presOf" srcId="{93D8D06F-E565-4AAA-AE62-CD71C5375ABE}" destId="{74B0A621-B3CB-421B-B4A2-F6F8AFAEE878}" srcOrd="0" destOrd="0" presId="urn:microsoft.com/office/officeart/2005/8/layout/default"/>
    <dgm:cxn modelId="{58E450AA-1EAF-477B-84BD-D7351EC5B81A}" type="presOf" srcId="{BC2C9679-DB74-4CCA-8521-BA5987FDFE51}" destId="{BBC5295A-9D2A-4D59-A871-7DD110CB54BC}" srcOrd="0" destOrd="0" presId="urn:microsoft.com/office/officeart/2005/8/layout/default"/>
    <dgm:cxn modelId="{6D5B1AB1-BD3D-4939-9514-AB895396E382}" type="presOf" srcId="{BD0993D8-9CC2-4289-8F28-87A800FE5F37}" destId="{D51FE7C9-FEEA-4327-B92D-00943753AB9B}" srcOrd="0" destOrd="0" presId="urn:microsoft.com/office/officeart/2005/8/layout/default"/>
    <dgm:cxn modelId="{1C0F9BC1-F35E-4EB8-B190-B9659807099D}" type="presOf" srcId="{A90EEC38-3E40-425F-8D02-2C38B90EE0E8}" destId="{594CC23A-01DE-4083-A862-A5D6399E494B}" srcOrd="0" destOrd="0" presId="urn:microsoft.com/office/officeart/2005/8/layout/default"/>
    <dgm:cxn modelId="{0E1C61C7-D15A-4011-BDAF-37A2BA66C71A}" type="presOf" srcId="{7FED3469-21F6-4BCB-B851-A2382AD53D88}" destId="{57A9F5F5-B95E-4484-9CC2-6629AD91104B}" srcOrd="0" destOrd="0" presId="urn:microsoft.com/office/officeart/2005/8/layout/default"/>
    <dgm:cxn modelId="{D8DC5FCC-4943-4A35-BFD4-662171B9D3EA}" type="presOf" srcId="{008721EF-5C17-4491-B4F9-848697C78B7E}" destId="{115F9BDF-73C0-41DD-AC21-507D1C8A03C0}" srcOrd="0" destOrd="0" presId="urn:microsoft.com/office/officeart/2005/8/layout/default"/>
    <dgm:cxn modelId="{9F8325CE-016F-43DB-84D1-DEC0526527C6}" srcId="{A90EEC38-3E40-425F-8D02-2C38B90EE0E8}" destId="{344279A3-1695-4207-91B7-207C01494801}" srcOrd="9" destOrd="0" parTransId="{3B82F2CC-562D-46D9-9493-F85F2D21D7B4}" sibTransId="{5FCACE24-DF7B-468E-9EE8-2FA6CDDD254E}"/>
    <dgm:cxn modelId="{918438DB-2C80-4496-BA3C-FF40085B9079}" srcId="{A90EEC38-3E40-425F-8D02-2C38B90EE0E8}" destId="{BC2C9679-DB74-4CCA-8521-BA5987FDFE51}" srcOrd="8" destOrd="0" parTransId="{4E2C497C-8297-431E-883F-69D2BD69B146}" sibTransId="{F3A890B4-9D97-4832-813E-CDD006F951E7}"/>
    <dgm:cxn modelId="{A5F3A5DB-9BAF-4C15-9C9F-42A8ECA3A963}" type="presOf" srcId="{A63E41B8-A942-4698-8D2D-7AEED9D1F5B3}" destId="{1748A0B2-458D-451C-9A44-E467DE32B303}" srcOrd="0" destOrd="0" presId="urn:microsoft.com/office/officeart/2005/8/layout/default"/>
    <dgm:cxn modelId="{E654A9DD-47D6-4AC3-B096-49062BC15E2B}" type="presOf" srcId="{D92E5D7B-36F2-460F-B824-5BED325CABA2}" destId="{7E2AB25B-B303-4478-8FF1-98002021085B}" srcOrd="0" destOrd="0" presId="urn:microsoft.com/office/officeart/2005/8/layout/default"/>
    <dgm:cxn modelId="{62470AEC-94B5-474E-93D1-87F66DE44BD4}" srcId="{A90EEC38-3E40-425F-8D02-2C38B90EE0E8}" destId="{97EA25E3-7DBA-4F21-B257-9F652976940A}" srcOrd="13" destOrd="0" parTransId="{63F1373D-F286-4C33-8D9B-D3CC8FFA42E9}" sibTransId="{3B1A5F4E-7DD9-4FAC-B277-D375F01A35EE}"/>
    <dgm:cxn modelId="{B53EFFFB-6104-4526-98D2-DC1BA7B98235}" type="presOf" srcId="{011FD2DA-F8B4-4EAE-AFF8-8B5CED10B6EC}" destId="{12B86D6B-09D9-4E35-B3E0-C2479146C1CB}" srcOrd="0" destOrd="0" presId="urn:microsoft.com/office/officeart/2005/8/layout/default"/>
    <dgm:cxn modelId="{78CAF37E-CD8C-482F-A1E8-298BBC0D903D}" type="presParOf" srcId="{594CC23A-01DE-4083-A862-A5D6399E494B}" destId="{12B86D6B-09D9-4E35-B3E0-C2479146C1CB}" srcOrd="0" destOrd="0" presId="urn:microsoft.com/office/officeart/2005/8/layout/default"/>
    <dgm:cxn modelId="{B1B3B515-BD94-42DF-94C7-D8779C80E4AB}" type="presParOf" srcId="{594CC23A-01DE-4083-A862-A5D6399E494B}" destId="{F304E793-1EEF-4ECF-9BDA-434E09418F1D}" srcOrd="1" destOrd="0" presId="urn:microsoft.com/office/officeart/2005/8/layout/default"/>
    <dgm:cxn modelId="{5C72934D-607A-4E17-AB57-5868442EED30}" type="presParOf" srcId="{594CC23A-01DE-4083-A862-A5D6399E494B}" destId="{D51FE7C9-FEEA-4327-B92D-00943753AB9B}" srcOrd="2" destOrd="0" presId="urn:microsoft.com/office/officeart/2005/8/layout/default"/>
    <dgm:cxn modelId="{6F95BDE3-3665-461F-915C-5FBE79F89BA1}" type="presParOf" srcId="{594CC23A-01DE-4083-A862-A5D6399E494B}" destId="{1885144B-ACFB-48DA-88E7-9D34E32E2A7B}" srcOrd="3" destOrd="0" presId="urn:microsoft.com/office/officeart/2005/8/layout/default"/>
    <dgm:cxn modelId="{93E0DC5E-BD00-46BB-B706-E7F5CA1A3831}" type="presParOf" srcId="{594CC23A-01DE-4083-A862-A5D6399E494B}" destId="{8E4C5C61-C89F-443D-83E3-BCF1A91BD905}" srcOrd="4" destOrd="0" presId="urn:microsoft.com/office/officeart/2005/8/layout/default"/>
    <dgm:cxn modelId="{906AFE13-1614-4E8F-B756-C6B7AA82F0B6}" type="presParOf" srcId="{594CC23A-01DE-4083-A862-A5D6399E494B}" destId="{31076DCF-B4B0-47CC-AEE1-5F343ED1827A}" srcOrd="5" destOrd="0" presId="urn:microsoft.com/office/officeart/2005/8/layout/default"/>
    <dgm:cxn modelId="{65213C1B-C542-4186-87C4-2935F3B0B3A6}" type="presParOf" srcId="{594CC23A-01DE-4083-A862-A5D6399E494B}" destId="{94F3E201-8DD3-44C7-ACEB-18CDCA7C7381}" srcOrd="6" destOrd="0" presId="urn:microsoft.com/office/officeart/2005/8/layout/default"/>
    <dgm:cxn modelId="{A2C9ECF7-773C-4E75-AAB7-7247BE76BA9E}" type="presParOf" srcId="{594CC23A-01DE-4083-A862-A5D6399E494B}" destId="{E37E65F4-8348-4634-83DF-8D34B00F9CE4}" srcOrd="7" destOrd="0" presId="urn:microsoft.com/office/officeart/2005/8/layout/default"/>
    <dgm:cxn modelId="{C3E890F2-D0CB-416C-944D-E9CD69E1E570}" type="presParOf" srcId="{594CC23A-01DE-4083-A862-A5D6399E494B}" destId="{57A9F5F5-B95E-4484-9CC2-6629AD91104B}" srcOrd="8" destOrd="0" presId="urn:microsoft.com/office/officeart/2005/8/layout/default"/>
    <dgm:cxn modelId="{16684931-E319-4845-9F41-5EA5A7FE8EA9}" type="presParOf" srcId="{594CC23A-01DE-4083-A862-A5D6399E494B}" destId="{4D59D747-4692-4162-8DA6-67BAE4A512D7}" srcOrd="9" destOrd="0" presId="urn:microsoft.com/office/officeart/2005/8/layout/default"/>
    <dgm:cxn modelId="{4DDB9E48-E750-4DFA-9DA8-0D0F8494AFF5}" type="presParOf" srcId="{594CC23A-01DE-4083-A862-A5D6399E494B}" destId="{1572EC4E-25F6-45F4-BFFF-09325E0A7E0B}" srcOrd="10" destOrd="0" presId="urn:microsoft.com/office/officeart/2005/8/layout/default"/>
    <dgm:cxn modelId="{2D60CD5F-5E6B-4A9C-A0E8-73544708EDC6}" type="presParOf" srcId="{594CC23A-01DE-4083-A862-A5D6399E494B}" destId="{82C2E71A-5B84-4E77-BFEF-0FB368EC0B30}" srcOrd="11" destOrd="0" presId="urn:microsoft.com/office/officeart/2005/8/layout/default"/>
    <dgm:cxn modelId="{B6EBD040-DC3E-4791-9328-869B4EA04BC0}" type="presParOf" srcId="{594CC23A-01DE-4083-A862-A5D6399E494B}" destId="{FF28E4CE-E104-45EC-8F3A-27FBFB608DFA}" srcOrd="12" destOrd="0" presId="urn:microsoft.com/office/officeart/2005/8/layout/default"/>
    <dgm:cxn modelId="{7AF78F1D-E1E6-4AFC-8A07-FCEC695FAEC9}" type="presParOf" srcId="{594CC23A-01DE-4083-A862-A5D6399E494B}" destId="{AC22766E-BADA-48DE-91FE-188FC8CBF226}" srcOrd="13" destOrd="0" presId="urn:microsoft.com/office/officeart/2005/8/layout/default"/>
    <dgm:cxn modelId="{C3F8D6A5-DE12-41A4-8E95-349020A7937D}" type="presParOf" srcId="{594CC23A-01DE-4083-A862-A5D6399E494B}" destId="{115F9BDF-73C0-41DD-AC21-507D1C8A03C0}" srcOrd="14" destOrd="0" presId="urn:microsoft.com/office/officeart/2005/8/layout/default"/>
    <dgm:cxn modelId="{AD53745C-7B4D-4A53-9AED-011FD6E157D4}" type="presParOf" srcId="{594CC23A-01DE-4083-A862-A5D6399E494B}" destId="{7CCF120F-9EF7-497D-8DBE-302AB603E843}" srcOrd="15" destOrd="0" presId="urn:microsoft.com/office/officeart/2005/8/layout/default"/>
    <dgm:cxn modelId="{DEEC04E9-9163-424C-A634-148ED874694D}" type="presParOf" srcId="{594CC23A-01DE-4083-A862-A5D6399E494B}" destId="{BBC5295A-9D2A-4D59-A871-7DD110CB54BC}" srcOrd="16" destOrd="0" presId="urn:microsoft.com/office/officeart/2005/8/layout/default"/>
    <dgm:cxn modelId="{45B8440C-AF9E-4EEC-9551-8AEEF7A96343}" type="presParOf" srcId="{594CC23A-01DE-4083-A862-A5D6399E494B}" destId="{254E46B3-9A87-48A9-ABD7-6FC98D258E4B}" srcOrd="17" destOrd="0" presId="urn:microsoft.com/office/officeart/2005/8/layout/default"/>
    <dgm:cxn modelId="{A4E405EB-F7B6-4B0D-9BDA-CCD989869E85}" type="presParOf" srcId="{594CC23A-01DE-4083-A862-A5D6399E494B}" destId="{7947C654-3DBD-40BB-A5CF-9DD33C90A3C2}" srcOrd="18" destOrd="0" presId="urn:microsoft.com/office/officeart/2005/8/layout/default"/>
    <dgm:cxn modelId="{B6B7947C-4A51-46A1-B4C5-6ECF177BC0FD}" type="presParOf" srcId="{594CC23A-01DE-4083-A862-A5D6399E494B}" destId="{7FF377F6-204C-4AA5-9EA1-B41BD6B3D64F}" srcOrd="19" destOrd="0" presId="urn:microsoft.com/office/officeart/2005/8/layout/default"/>
    <dgm:cxn modelId="{8EBE3FB6-2407-476D-81F1-1B18997DD968}" type="presParOf" srcId="{594CC23A-01DE-4083-A862-A5D6399E494B}" destId="{7E2AB25B-B303-4478-8FF1-98002021085B}" srcOrd="20" destOrd="0" presId="urn:microsoft.com/office/officeart/2005/8/layout/default"/>
    <dgm:cxn modelId="{B1E945AE-2C66-49BF-B8E7-BC9570905FC9}" type="presParOf" srcId="{594CC23A-01DE-4083-A862-A5D6399E494B}" destId="{CCC0E2A1-1D60-4902-A6F5-3317619E05C7}" srcOrd="21" destOrd="0" presId="urn:microsoft.com/office/officeart/2005/8/layout/default"/>
    <dgm:cxn modelId="{8F86A27E-8951-4617-8675-1D11FDE8AA1B}" type="presParOf" srcId="{594CC23A-01DE-4083-A862-A5D6399E494B}" destId="{024E198B-90B9-453B-84A8-BA159C2F0E04}" srcOrd="22" destOrd="0" presId="urn:microsoft.com/office/officeart/2005/8/layout/default"/>
    <dgm:cxn modelId="{9FCE2EEC-D70C-423B-9AC0-3DA79BE3F808}" type="presParOf" srcId="{594CC23A-01DE-4083-A862-A5D6399E494B}" destId="{93580A2B-8CE6-4554-8CE8-4D5AC815FF0E}" srcOrd="23" destOrd="0" presId="urn:microsoft.com/office/officeart/2005/8/layout/default"/>
    <dgm:cxn modelId="{11E77A00-D81C-4495-8216-5E8637DDF8CB}" type="presParOf" srcId="{594CC23A-01DE-4083-A862-A5D6399E494B}" destId="{74B0A621-B3CB-421B-B4A2-F6F8AFAEE878}" srcOrd="24" destOrd="0" presId="urn:microsoft.com/office/officeart/2005/8/layout/default"/>
    <dgm:cxn modelId="{28548C1F-A236-44E8-BD98-7FE57420302B}" type="presParOf" srcId="{594CC23A-01DE-4083-A862-A5D6399E494B}" destId="{6FA2DD38-0AAF-4FD6-8081-05956E83EDEB}" srcOrd="25" destOrd="0" presId="urn:microsoft.com/office/officeart/2005/8/layout/default"/>
    <dgm:cxn modelId="{D07E25EC-9ADF-4D61-82D3-3490128182D5}" type="presParOf" srcId="{594CC23A-01DE-4083-A862-A5D6399E494B}" destId="{A1287708-5092-4134-9914-26E96A708390}" srcOrd="26" destOrd="0" presId="urn:microsoft.com/office/officeart/2005/8/layout/default"/>
    <dgm:cxn modelId="{6C8B536A-59F0-423A-AB74-4631C8D21A9A}" type="presParOf" srcId="{594CC23A-01DE-4083-A862-A5D6399E494B}" destId="{FFA36874-6EAD-4D62-9E88-FC13208EF317}" srcOrd="27" destOrd="0" presId="urn:microsoft.com/office/officeart/2005/8/layout/default"/>
    <dgm:cxn modelId="{DAB635CF-B8F4-4A68-AA62-CBDA8E066EB4}" type="presParOf" srcId="{594CC23A-01DE-4083-A862-A5D6399E494B}" destId="{1B658BFF-E79B-4ED4-8572-7CB493A74ECD}" srcOrd="28" destOrd="0" presId="urn:microsoft.com/office/officeart/2005/8/layout/default"/>
    <dgm:cxn modelId="{79D66673-1B87-4B7A-9170-67F535FB94D6}" type="presParOf" srcId="{594CC23A-01DE-4083-A862-A5D6399E494B}" destId="{F1345BE2-A73B-43CE-8815-8740CB31107A}" srcOrd="29" destOrd="0" presId="urn:microsoft.com/office/officeart/2005/8/layout/default"/>
    <dgm:cxn modelId="{F5BFF90C-F0AA-4778-8585-329197AD7E3C}" type="presParOf" srcId="{594CC23A-01DE-4083-A862-A5D6399E494B}" destId="{1748A0B2-458D-451C-9A44-E467DE32B303}" srcOrd="3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C13A6AA-FA75-4AFC-80B1-154716B5ACA3}" type="doc">
      <dgm:prSet loTypeId="urn:microsoft.com/office/officeart/2005/8/layout/hierarchy3" loCatId="hierarchy" qsTypeId="urn:microsoft.com/office/officeart/2005/8/quickstyle/simple4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06019723-5A5D-447E-8FEB-AB55649AAE77}">
      <dgm:prSet/>
      <dgm:spPr/>
      <dgm:t>
        <a:bodyPr/>
        <a:lstStyle/>
        <a:p>
          <a:r>
            <a:rPr lang="en-US" dirty="0"/>
            <a:t>Object-Oriented Programming (OOP):</a:t>
          </a:r>
          <a:br>
            <a:rPr lang="en-US" dirty="0"/>
          </a:br>
          <a:r>
            <a:rPr lang="en-US" dirty="0"/>
            <a:t>-The system is built around classes like Book, Member, and </a:t>
          </a:r>
          <a:r>
            <a:rPr lang="en-US" dirty="0" err="1"/>
            <a:t>LibraryPortal</a:t>
          </a:r>
          <a:r>
            <a:rPr lang="en-US" dirty="0"/>
            <a:t>. </a:t>
          </a:r>
        </a:p>
        <a:p>
          <a:r>
            <a:rPr lang="en-US" dirty="0"/>
            <a:t>-Each class represents a real-world entity, making the program more modular and easier to manage.</a:t>
          </a:r>
        </a:p>
      </dgm:t>
    </dgm:pt>
    <dgm:pt modelId="{2FF9224E-A85E-4BEB-AA3C-843ECAD5F477}" type="parTrans" cxnId="{14F34921-9DDD-4454-9CE0-B93CCB5F640C}">
      <dgm:prSet/>
      <dgm:spPr/>
      <dgm:t>
        <a:bodyPr/>
        <a:lstStyle/>
        <a:p>
          <a:endParaRPr lang="en-US"/>
        </a:p>
      </dgm:t>
    </dgm:pt>
    <dgm:pt modelId="{C42C09E0-80BC-4020-9F66-94A832930CAB}" type="sibTrans" cxnId="{14F34921-9DDD-4454-9CE0-B93CCB5F640C}">
      <dgm:prSet/>
      <dgm:spPr/>
      <dgm:t>
        <a:bodyPr/>
        <a:lstStyle/>
        <a:p>
          <a:endParaRPr lang="en-US"/>
        </a:p>
      </dgm:t>
    </dgm:pt>
    <dgm:pt modelId="{08D06308-EC77-488A-90AC-2D8257F7D2D9}">
      <dgm:prSet/>
      <dgm:spPr/>
      <dgm:t>
        <a:bodyPr/>
        <a:lstStyle/>
        <a:p>
          <a:r>
            <a:rPr lang="en-US" dirty="0"/>
            <a:t>Encapsulation:</a:t>
          </a:r>
          <a:br>
            <a:rPr lang="en-US" dirty="0"/>
          </a:br>
          <a:r>
            <a:rPr lang="en-US" dirty="0"/>
            <a:t>-Member details and borrowed books are kept private inside the class. </a:t>
          </a:r>
        </a:p>
        <a:p>
          <a:r>
            <a:rPr lang="en-US" dirty="0"/>
            <a:t>-They can only be accessed or modified through methods, ensuring data security and correctness.</a:t>
          </a:r>
          <a:br>
            <a:rPr lang="en-US" dirty="0"/>
          </a:br>
          <a:endParaRPr lang="en-US" dirty="0"/>
        </a:p>
      </dgm:t>
    </dgm:pt>
    <dgm:pt modelId="{37496929-EDAB-4702-B8B3-E86E08BF6C21}" type="parTrans" cxnId="{7AB0B8E3-EF0C-442F-87FB-9FA5C00DE91E}">
      <dgm:prSet/>
      <dgm:spPr/>
      <dgm:t>
        <a:bodyPr/>
        <a:lstStyle/>
        <a:p>
          <a:endParaRPr lang="en-US"/>
        </a:p>
      </dgm:t>
    </dgm:pt>
    <dgm:pt modelId="{144ECA3B-DF43-40FF-83D5-EB11A0AA81DF}" type="sibTrans" cxnId="{7AB0B8E3-EF0C-442F-87FB-9FA5C00DE91E}">
      <dgm:prSet/>
      <dgm:spPr/>
      <dgm:t>
        <a:bodyPr/>
        <a:lstStyle/>
        <a:p>
          <a:endParaRPr lang="en-US"/>
        </a:p>
      </dgm:t>
    </dgm:pt>
    <dgm:pt modelId="{41C40CE6-2759-4CB8-96AC-DB4C1A824620}" type="pres">
      <dgm:prSet presAssocID="{3C13A6AA-FA75-4AFC-80B1-154716B5ACA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03710BA-F4FC-414F-A5D4-012AAF2E43C6}" type="pres">
      <dgm:prSet presAssocID="{06019723-5A5D-447E-8FEB-AB55649AAE77}" presName="root" presStyleCnt="0"/>
      <dgm:spPr/>
    </dgm:pt>
    <dgm:pt modelId="{27938DD2-337D-487D-A58C-D9CE1DD412C0}" type="pres">
      <dgm:prSet presAssocID="{06019723-5A5D-447E-8FEB-AB55649AAE77}" presName="rootComposite" presStyleCnt="0"/>
      <dgm:spPr/>
    </dgm:pt>
    <dgm:pt modelId="{F4D0C3D8-2696-4A09-874F-480C2BB30B20}" type="pres">
      <dgm:prSet presAssocID="{06019723-5A5D-447E-8FEB-AB55649AAE77}" presName="rootText" presStyleLbl="node1" presStyleIdx="0" presStyleCnt="2"/>
      <dgm:spPr/>
    </dgm:pt>
    <dgm:pt modelId="{85F5C0CD-1CB1-4E02-9F54-C2D32457B099}" type="pres">
      <dgm:prSet presAssocID="{06019723-5A5D-447E-8FEB-AB55649AAE77}" presName="rootConnector" presStyleLbl="node1" presStyleIdx="0" presStyleCnt="2"/>
      <dgm:spPr/>
    </dgm:pt>
    <dgm:pt modelId="{0F570D64-6658-460A-967C-E52B3E43D67A}" type="pres">
      <dgm:prSet presAssocID="{06019723-5A5D-447E-8FEB-AB55649AAE77}" presName="childShape" presStyleCnt="0"/>
      <dgm:spPr/>
    </dgm:pt>
    <dgm:pt modelId="{F8301C58-8608-497A-BC1D-D18FAD3A0FD8}" type="pres">
      <dgm:prSet presAssocID="{08D06308-EC77-488A-90AC-2D8257F7D2D9}" presName="root" presStyleCnt="0"/>
      <dgm:spPr/>
    </dgm:pt>
    <dgm:pt modelId="{77EA101C-DB0D-440D-A2D9-D6255A3A07FA}" type="pres">
      <dgm:prSet presAssocID="{08D06308-EC77-488A-90AC-2D8257F7D2D9}" presName="rootComposite" presStyleCnt="0"/>
      <dgm:spPr/>
    </dgm:pt>
    <dgm:pt modelId="{AF854A06-9349-4AAA-BA55-7FBDAD05D5E7}" type="pres">
      <dgm:prSet presAssocID="{08D06308-EC77-488A-90AC-2D8257F7D2D9}" presName="rootText" presStyleLbl="node1" presStyleIdx="1" presStyleCnt="2"/>
      <dgm:spPr/>
    </dgm:pt>
    <dgm:pt modelId="{2DF0109B-3C5D-474E-8AEC-C256575EB0E6}" type="pres">
      <dgm:prSet presAssocID="{08D06308-EC77-488A-90AC-2D8257F7D2D9}" presName="rootConnector" presStyleLbl="node1" presStyleIdx="1" presStyleCnt="2"/>
      <dgm:spPr/>
    </dgm:pt>
    <dgm:pt modelId="{C33C69D9-1410-4853-8D63-0AE9B9653721}" type="pres">
      <dgm:prSet presAssocID="{08D06308-EC77-488A-90AC-2D8257F7D2D9}" presName="childShape" presStyleCnt="0"/>
      <dgm:spPr/>
    </dgm:pt>
  </dgm:ptLst>
  <dgm:cxnLst>
    <dgm:cxn modelId="{FEFE5918-0B40-496F-96A3-7414665F962B}" type="presOf" srcId="{08D06308-EC77-488A-90AC-2D8257F7D2D9}" destId="{2DF0109B-3C5D-474E-8AEC-C256575EB0E6}" srcOrd="1" destOrd="0" presId="urn:microsoft.com/office/officeart/2005/8/layout/hierarchy3"/>
    <dgm:cxn modelId="{C983CF20-ACD7-4487-ACE5-1258492530EF}" type="presOf" srcId="{06019723-5A5D-447E-8FEB-AB55649AAE77}" destId="{85F5C0CD-1CB1-4E02-9F54-C2D32457B099}" srcOrd="1" destOrd="0" presId="urn:microsoft.com/office/officeart/2005/8/layout/hierarchy3"/>
    <dgm:cxn modelId="{14F34921-9DDD-4454-9CE0-B93CCB5F640C}" srcId="{3C13A6AA-FA75-4AFC-80B1-154716B5ACA3}" destId="{06019723-5A5D-447E-8FEB-AB55649AAE77}" srcOrd="0" destOrd="0" parTransId="{2FF9224E-A85E-4BEB-AA3C-843ECAD5F477}" sibTransId="{C42C09E0-80BC-4020-9F66-94A832930CAB}"/>
    <dgm:cxn modelId="{57D43C57-A536-4D9C-BF78-9F457C3F10C7}" type="presOf" srcId="{08D06308-EC77-488A-90AC-2D8257F7D2D9}" destId="{AF854A06-9349-4AAA-BA55-7FBDAD05D5E7}" srcOrd="0" destOrd="0" presId="urn:microsoft.com/office/officeart/2005/8/layout/hierarchy3"/>
    <dgm:cxn modelId="{A566D685-FF85-431B-9066-B71A56B7C93B}" type="presOf" srcId="{3C13A6AA-FA75-4AFC-80B1-154716B5ACA3}" destId="{41C40CE6-2759-4CB8-96AC-DB4C1A824620}" srcOrd="0" destOrd="0" presId="urn:microsoft.com/office/officeart/2005/8/layout/hierarchy3"/>
    <dgm:cxn modelId="{CDA73D9A-7436-4439-BAE5-A97BAE40B018}" type="presOf" srcId="{06019723-5A5D-447E-8FEB-AB55649AAE77}" destId="{F4D0C3D8-2696-4A09-874F-480C2BB30B20}" srcOrd="0" destOrd="0" presId="urn:microsoft.com/office/officeart/2005/8/layout/hierarchy3"/>
    <dgm:cxn modelId="{7AB0B8E3-EF0C-442F-87FB-9FA5C00DE91E}" srcId="{3C13A6AA-FA75-4AFC-80B1-154716B5ACA3}" destId="{08D06308-EC77-488A-90AC-2D8257F7D2D9}" srcOrd="1" destOrd="0" parTransId="{37496929-EDAB-4702-B8B3-E86E08BF6C21}" sibTransId="{144ECA3B-DF43-40FF-83D5-EB11A0AA81DF}"/>
    <dgm:cxn modelId="{78093392-DCAF-4ABA-A4E1-3499FD6B3770}" type="presParOf" srcId="{41C40CE6-2759-4CB8-96AC-DB4C1A824620}" destId="{C03710BA-F4FC-414F-A5D4-012AAF2E43C6}" srcOrd="0" destOrd="0" presId="urn:microsoft.com/office/officeart/2005/8/layout/hierarchy3"/>
    <dgm:cxn modelId="{15000F89-7E81-48D2-94B8-88B392711CC7}" type="presParOf" srcId="{C03710BA-F4FC-414F-A5D4-012AAF2E43C6}" destId="{27938DD2-337D-487D-A58C-D9CE1DD412C0}" srcOrd="0" destOrd="0" presId="urn:microsoft.com/office/officeart/2005/8/layout/hierarchy3"/>
    <dgm:cxn modelId="{4A3478DD-FD6C-49B5-8B61-5ECD8947BDA8}" type="presParOf" srcId="{27938DD2-337D-487D-A58C-D9CE1DD412C0}" destId="{F4D0C3D8-2696-4A09-874F-480C2BB30B20}" srcOrd="0" destOrd="0" presId="urn:microsoft.com/office/officeart/2005/8/layout/hierarchy3"/>
    <dgm:cxn modelId="{12E43519-0407-4B22-99F9-98FA97041820}" type="presParOf" srcId="{27938DD2-337D-487D-A58C-D9CE1DD412C0}" destId="{85F5C0CD-1CB1-4E02-9F54-C2D32457B099}" srcOrd="1" destOrd="0" presId="urn:microsoft.com/office/officeart/2005/8/layout/hierarchy3"/>
    <dgm:cxn modelId="{5B7D862C-725F-4794-A9F1-E7D13526E6E7}" type="presParOf" srcId="{C03710BA-F4FC-414F-A5D4-012AAF2E43C6}" destId="{0F570D64-6658-460A-967C-E52B3E43D67A}" srcOrd="1" destOrd="0" presId="urn:microsoft.com/office/officeart/2005/8/layout/hierarchy3"/>
    <dgm:cxn modelId="{84D75AB8-DEE6-4BAC-A3A5-F7FDABEF13C5}" type="presParOf" srcId="{41C40CE6-2759-4CB8-96AC-DB4C1A824620}" destId="{F8301C58-8608-497A-BC1D-D18FAD3A0FD8}" srcOrd="1" destOrd="0" presId="urn:microsoft.com/office/officeart/2005/8/layout/hierarchy3"/>
    <dgm:cxn modelId="{0B2B7458-0247-44EF-8874-B27214AF0F4D}" type="presParOf" srcId="{F8301C58-8608-497A-BC1D-D18FAD3A0FD8}" destId="{77EA101C-DB0D-440D-A2D9-D6255A3A07FA}" srcOrd="0" destOrd="0" presId="urn:microsoft.com/office/officeart/2005/8/layout/hierarchy3"/>
    <dgm:cxn modelId="{61BD8534-A226-4845-B8DC-E40CD99E79B5}" type="presParOf" srcId="{77EA101C-DB0D-440D-A2D9-D6255A3A07FA}" destId="{AF854A06-9349-4AAA-BA55-7FBDAD05D5E7}" srcOrd="0" destOrd="0" presId="urn:microsoft.com/office/officeart/2005/8/layout/hierarchy3"/>
    <dgm:cxn modelId="{E24E7C13-DC62-4C93-B325-37E3CCA70413}" type="presParOf" srcId="{77EA101C-DB0D-440D-A2D9-D6255A3A07FA}" destId="{2DF0109B-3C5D-474E-8AEC-C256575EB0E6}" srcOrd="1" destOrd="0" presId="urn:microsoft.com/office/officeart/2005/8/layout/hierarchy3"/>
    <dgm:cxn modelId="{7D2A68D1-D57B-46E7-8601-3E288EF02F88}" type="presParOf" srcId="{F8301C58-8608-497A-BC1D-D18FAD3A0FD8}" destId="{C33C69D9-1410-4853-8D63-0AE9B9653721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E60DBCF-6A56-4C1D-8401-F89069F9287E}" type="doc">
      <dgm:prSet loTypeId="urn:microsoft.com/office/officeart/2005/8/layout/vProcess5" loCatId="process" qsTypeId="urn:microsoft.com/office/officeart/2005/8/quickstyle/simple4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D4D1F406-6292-4EAF-ACC4-092C5941E441}">
      <dgm:prSet/>
      <dgm:spPr/>
      <dgm:t>
        <a:bodyPr/>
        <a:lstStyle/>
        <a:p>
          <a:r>
            <a:rPr lang="en-US" dirty="0"/>
            <a:t>Book Class → Represents books in the system.</a:t>
          </a:r>
        </a:p>
      </dgm:t>
    </dgm:pt>
    <dgm:pt modelId="{12F857E0-D4E4-4BCA-8B34-00759726A838}" type="parTrans" cxnId="{E8D3152B-10F1-4482-BDEA-E3D6D781E255}">
      <dgm:prSet/>
      <dgm:spPr/>
      <dgm:t>
        <a:bodyPr/>
        <a:lstStyle/>
        <a:p>
          <a:endParaRPr lang="en-US"/>
        </a:p>
      </dgm:t>
    </dgm:pt>
    <dgm:pt modelId="{EF7A093B-A6CC-475E-A45F-F1CADB572DD3}" type="sibTrans" cxnId="{E8D3152B-10F1-4482-BDEA-E3D6D781E255}">
      <dgm:prSet/>
      <dgm:spPr/>
      <dgm:t>
        <a:bodyPr/>
        <a:lstStyle/>
        <a:p>
          <a:endParaRPr lang="en-US"/>
        </a:p>
      </dgm:t>
    </dgm:pt>
    <dgm:pt modelId="{065E4EC6-1574-4909-A6D2-7D6AFAB8F155}">
      <dgm:prSet/>
      <dgm:spPr/>
      <dgm:t>
        <a:bodyPr/>
        <a:lstStyle/>
        <a:p>
          <a:r>
            <a:rPr lang="en-US" dirty="0"/>
            <a:t>BaseMember Class → Abstract parent class.</a:t>
          </a:r>
        </a:p>
      </dgm:t>
    </dgm:pt>
    <dgm:pt modelId="{E99B3D23-CED7-417F-8DC6-6E72E0F30AC0}" type="parTrans" cxnId="{B511FF61-B796-48BE-8373-04D93B1980B4}">
      <dgm:prSet/>
      <dgm:spPr/>
      <dgm:t>
        <a:bodyPr/>
        <a:lstStyle/>
        <a:p>
          <a:endParaRPr lang="en-US"/>
        </a:p>
      </dgm:t>
    </dgm:pt>
    <dgm:pt modelId="{F44EF64F-F614-499F-BEED-9ABA61CCF15C}" type="sibTrans" cxnId="{B511FF61-B796-48BE-8373-04D93B1980B4}">
      <dgm:prSet/>
      <dgm:spPr/>
      <dgm:t>
        <a:bodyPr/>
        <a:lstStyle/>
        <a:p>
          <a:endParaRPr lang="en-US"/>
        </a:p>
      </dgm:t>
    </dgm:pt>
    <dgm:pt modelId="{9F376DD5-427F-46DE-8322-96931FA5D35D}">
      <dgm:prSet/>
      <dgm:spPr/>
      <dgm:t>
        <a:bodyPr/>
        <a:lstStyle/>
        <a:p>
          <a:r>
            <a:rPr lang="en-US" dirty="0"/>
            <a:t>StudentMember / </a:t>
          </a:r>
          <a:r>
            <a:rPr lang="en-US" dirty="0" err="1"/>
            <a:t>FacultyMember</a:t>
          </a:r>
          <a:r>
            <a:rPr lang="en-US" dirty="0"/>
            <a:t> → Inherit from BaseMember.</a:t>
          </a:r>
        </a:p>
      </dgm:t>
    </dgm:pt>
    <dgm:pt modelId="{2DAD2534-22FF-4957-9459-0A53A709405F}" type="parTrans" cxnId="{390E1315-9D42-464C-8117-5D45F5FD7475}">
      <dgm:prSet/>
      <dgm:spPr/>
      <dgm:t>
        <a:bodyPr/>
        <a:lstStyle/>
        <a:p>
          <a:endParaRPr lang="en-US"/>
        </a:p>
      </dgm:t>
    </dgm:pt>
    <dgm:pt modelId="{22882AD8-0D64-4E7B-AA5D-E9EE82CAD85C}" type="sibTrans" cxnId="{390E1315-9D42-464C-8117-5D45F5FD7475}">
      <dgm:prSet/>
      <dgm:spPr/>
      <dgm:t>
        <a:bodyPr/>
        <a:lstStyle/>
        <a:p>
          <a:endParaRPr lang="en-US"/>
        </a:p>
      </dgm:t>
    </dgm:pt>
    <dgm:pt modelId="{C406DCA7-00CD-49DF-8F16-CA853370891B}">
      <dgm:prSet/>
      <dgm:spPr/>
      <dgm:t>
        <a:bodyPr/>
        <a:lstStyle/>
        <a:p>
          <a:r>
            <a:rPr lang="en-US" dirty="0"/>
            <a:t>LibraryPortal → Manages books and members (composition relationship).</a:t>
          </a:r>
        </a:p>
      </dgm:t>
    </dgm:pt>
    <dgm:pt modelId="{0ABD7FF1-3E10-4E90-B9AC-383B75B0BCBB}" type="parTrans" cxnId="{5C6CEE08-888A-474C-A62F-17F399379AEA}">
      <dgm:prSet/>
      <dgm:spPr/>
      <dgm:t>
        <a:bodyPr/>
        <a:lstStyle/>
        <a:p>
          <a:endParaRPr lang="en-US"/>
        </a:p>
      </dgm:t>
    </dgm:pt>
    <dgm:pt modelId="{2F465861-464F-44B3-894B-AFFB604EAAB6}" type="sibTrans" cxnId="{5C6CEE08-888A-474C-A62F-17F399379AEA}">
      <dgm:prSet/>
      <dgm:spPr/>
      <dgm:t>
        <a:bodyPr/>
        <a:lstStyle/>
        <a:p>
          <a:endParaRPr lang="en-US"/>
        </a:p>
      </dgm:t>
    </dgm:pt>
    <dgm:pt modelId="{58B85C2A-182B-4D69-A52D-A3785F011767}" type="pres">
      <dgm:prSet presAssocID="{3E60DBCF-6A56-4C1D-8401-F89069F9287E}" presName="outerComposite" presStyleCnt="0">
        <dgm:presLayoutVars>
          <dgm:chMax val="5"/>
          <dgm:dir/>
          <dgm:resizeHandles val="exact"/>
        </dgm:presLayoutVars>
      </dgm:prSet>
      <dgm:spPr/>
    </dgm:pt>
    <dgm:pt modelId="{015B8973-4A5B-4B21-8137-37C9C0A5D19D}" type="pres">
      <dgm:prSet presAssocID="{3E60DBCF-6A56-4C1D-8401-F89069F9287E}" presName="dummyMaxCanvas" presStyleCnt="0">
        <dgm:presLayoutVars/>
      </dgm:prSet>
      <dgm:spPr/>
    </dgm:pt>
    <dgm:pt modelId="{0CBD59F9-C52B-4991-B8D7-85B258628110}" type="pres">
      <dgm:prSet presAssocID="{3E60DBCF-6A56-4C1D-8401-F89069F9287E}" presName="FourNodes_1" presStyleLbl="node1" presStyleIdx="0" presStyleCnt="4">
        <dgm:presLayoutVars>
          <dgm:bulletEnabled val="1"/>
        </dgm:presLayoutVars>
      </dgm:prSet>
      <dgm:spPr/>
    </dgm:pt>
    <dgm:pt modelId="{42F3DB98-801B-4EC5-8BAA-FB6ECC2F7969}" type="pres">
      <dgm:prSet presAssocID="{3E60DBCF-6A56-4C1D-8401-F89069F9287E}" presName="FourNodes_2" presStyleLbl="node1" presStyleIdx="1" presStyleCnt="4">
        <dgm:presLayoutVars>
          <dgm:bulletEnabled val="1"/>
        </dgm:presLayoutVars>
      </dgm:prSet>
      <dgm:spPr/>
    </dgm:pt>
    <dgm:pt modelId="{34C00BC6-3488-47C7-8BAB-D0D260FFF764}" type="pres">
      <dgm:prSet presAssocID="{3E60DBCF-6A56-4C1D-8401-F89069F9287E}" presName="FourNodes_3" presStyleLbl="node1" presStyleIdx="2" presStyleCnt="4">
        <dgm:presLayoutVars>
          <dgm:bulletEnabled val="1"/>
        </dgm:presLayoutVars>
      </dgm:prSet>
      <dgm:spPr/>
    </dgm:pt>
    <dgm:pt modelId="{678BDDAB-9C69-4513-9556-FFF78F379C6C}" type="pres">
      <dgm:prSet presAssocID="{3E60DBCF-6A56-4C1D-8401-F89069F9287E}" presName="FourNodes_4" presStyleLbl="node1" presStyleIdx="3" presStyleCnt="4">
        <dgm:presLayoutVars>
          <dgm:bulletEnabled val="1"/>
        </dgm:presLayoutVars>
      </dgm:prSet>
      <dgm:spPr/>
    </dgm:pt>
    <dgm:pt modelId="{A7C37CD6-9CC5-41ED-A125-E5A23A70BD71}" type="pres">
      <dgm:prSet presAssocID="{3E60DBCF-6A56-4C1D-8401-F89069F9287E}" presName="FourConn_1-2" presStyleLbl="fgAccFollowNode1" presStyleIdx="0" presStyleCnt="3">
        <dgm:presLayoutVars>
          <dgm:bulletEnabled val="1"/>
        </dgm:presLayoutVars>
      </dgm:prSet>
      <dgm:spPr/>
    </dgm:pt>
    <dgm:pt modelId="{00262995-D5DF-447D-B685-19CE4A47E5A7}" type="pres">
      <dgm:prSet presAssocID="{3E60DBCF-6A56-4C1D-8401-F89069F9287E}" presName="FourConn_2-3" presStyleLbl="fgAccFollowNode1" presStyleIdx="1" presStyleCnt="3">
        <dgm:presLayoutVars>
          <dgm:bulletEnabled val="1"/>
        </dgm:presLayoutVars>
      </dgm:prSet>
      <dgm:spPr/>
    </dgm:pt>
    <dgm:pt modelId="{AC345E17-EFF9-4DFF-93DC-22B05A74082B}" type="pres">
      <dgm:prSet presAssocID="{3E60DBCF-6A56-4C1D-8401-F89069F9287E}" presName="FourConn_3-4" presStyleLbl="fgAccFollowNode1" presStyleIdx="2" presStyleCnt="3">
        <dgm:presLayoutVars>
          <dgm:bulletEnabled val="1"/>
        </dgm:presLayoutVars>
      </dgm:prSet>
      <dgm:spPr/>
    </dgm:pt>
    <dgm:pt modelId="{5AABC52D-86FD-4B26-908D-E943A8C7EC03}" type="pres">
      <dgm:prSet presAssocID="{3E60DBCF-6A56-4C1D-8401-F89069F9287E}" presName="FourNodes_1_text" presStyleLbl="node1" presStyleIdx="3" presStyleCnt="4">
        <dgm:presLayoutVars>
          <dgm:bulletEnabled val="1"/>
        </dgm:presLayoutVars>
      </dgm:prSet>
      <dgm:spPr/>
    </dgm:pt>
    <dgm:pt modelId="{E3AE508E-6F80-4862-842F-C5AA80A63694}" type="pres">
      <dgm:prSet presAssocID="{3E60DBCF-6A56-4C1D-8401-F89069F9287E}" presName="FourNodes_2_text" presStyleLbl="node1" presStyleIdx="3" presStyleCnt="4">
        <dgm:presLayoutVars>
          <dgm:bulletEnabled val="1"/>
        </dgm:presLayoutVars>
      </dgm:prSet>
      <dgm:spPr/>
    </dgm:pt>
    <dgm:pt modelId="{40544002-720C-4A23-BED9-0C83AC167969}" type="pres">
      <dgm:prSet presAssocID="{3E60DBCF-6A56-4C1D-8401-F89069F9287E}" presName="FourNodes_3_text" presStyleLbl="node1" presStyleIdx="3" presStyleCnt="4">
        <dgm:presLayoutVars>
          <dgm:bulletEnabled val="1"/>
        </dgm:presLayoutVars>
      </dgm:prSet>
      <dgm:spPr/>
    </dgm:pt>
    <dgm:pt modelId="{67F4ABDA-3C5B-4991-B313-1231554B2A3E}" type="pres">
      <dgm:prSet presAssocID="{3E60DBCF-6A56-4C1D-8401-F89069F9287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F9A4204-896A-4D48-906E-F3D7932A2CA2}" type="presOf" srcId="{D4D1F406-6292-4EAF-ACC4-092C5941E441}" destId="{5AABC52D-86FD-4B26-908D-E943A8C7EC03}" srcOrd="1" destOrd="0" presId="urn:microsoft.com/office/officeart/2005/8/layout/vProcess5"/>
    <dgm:cxn modelId="{5C6CEE08-888A-474C-A62F-17F399379AEA}" srcId="{3E60DBCF-6A56-4C1D-8401-F89069F9287E}" destId="{C406DCA7-00CD-49DF-8F16-CA853370891B}" srcOrd="3" destOrd="0" parTransId="{0ABD7FF1-3E10-4E90-B9AC-383B75B0BCBB}" sibTransId="{2F465861-464F-44B3-894B-AFFB604EAAB6}"/>
    <dgm:cxn modelId="{B7C83F0A-CE91-44A2-943B-A6106EA6F531}" type="presOf" srcId="{3E60DBCF-6A56-4C1D-8401-F89069F9287E}" destId="{58B85C2A-182B-4D69-A52D-A3785F011767}" srcOrd="0" destOrd="0" presId="urn:microsoft.com/office/officeart/2005/8/layout/vProcess5"/>
    <dgm:cxn modelId="{DE01710B-AB53-43C8-A3B9-AA9656FFE6BF}" type="presOf" srcId="{9F376DD5-427F-46DE-8322-96931FA5D35D}" destId="{34C00BC6-3488-47C7-8BAB-D0D260FFF764}" srcOrd="0" destOrd="0" presId="urn:microsoft.com/office/officeart/2005/8/layout/vProcess5"/>
    <dgm:cxn modelId="{390E1315-9D42-464C-8117-5D45F5FD7475}" srcId="{3E60DBCF-6A56-4C1D-8401-F89069F9287E}" destId="{9F376DD5-427F-46DE-8322-96931FA5D35D}" srcOrd="2" destOrd="0" parTransId="{2DAD2534-22FF-4957-9459-0A53A709405F}" sibTransId="{22882AD8-0D64-4E7B-AA5D-E9EE82CAD85C}"/>
    <dgm:cxn modelId="{E8D3152B-10F1-4482-BDEA-E3D6D781E255}" srcId="{3E60DBCF-6A56-4C1D-8401-F89069F9287E}" destId="{D4D1F406-6292-4EAF-ACC4-092C5941E441}" srcOrd="0" destOrd="0" parTransId="{12F857E0-D4E4-4BCA-8B34-00759726A838}" sibTransId="{EF7A093B-A6CC-475E-A45F-F1CADB572DD3}"/>
    <dgm:cxn modelId="{985E9A3B-C269-4FD7-B18D-396B1D74F584}" type="presOf" srcId="{9F376DD5-427F-46DE-8322-96931FA5D35D}" destId="{40544002-720C-4A23-BED9-0C83AC167969}" srcOrd="1" destOrd="0" presId="urn:microsoft.com/office/officeart/2005/8/layout/vProcess5"/>
    <dgm:cxn modelId="{B511FF61-B796-48BE-8373-04D93B1980B4}" srcId="{3E60DBCF-6A56-4C1D-8401-F89069F9287E}" destId="{065E4EC6-1574-4909-A6D2-7D6AFAB8F155}" srcOrd="1" destOrd="0" parTransId="{E99B3D23-CED7-417F-8DC6-6E72E0F30AC0}" sibTransId="{F44EF64F-F614-499F-BEED-9ABA61CCF15C}"/>
    <dgm:cxn modelId="{285CD168-41F8-4569-9B92-300C3B2E1466}" type="presOf" srcId="{F44EF64F-F614-499F-BEED-9ABA61CCF15C}" destId="{00262995-D5DF-447D-B685-19CE4A47E5A7}" srcOrd="0" destOrd="0" presId="urn:microsoft.com/office/officeart/2005/8/layout/vProcess5"/>
    <dgm:cxn modelId="{CC64AA6A-7E44-43FA-82E1-578B8E1C3855}" type="presOf" srcId="{065E4EC6-1574-4909-A6D2-7D6AFAB8F155}" destId="{E3AE508E-6F80-4862-842F-C5AA80A63694}" srcOrd="1" destOrd="0" presId="urn:microsoft.com/office/officeart/2005/8/layout/vProcess5"/>
    <dgm:cxn modelId="{D1EA10BB-88EC-4F70-B95F-06D9ACE192D6}" type="presOf" srcId="{D4D1F406-6292-4EAF-ACC4-092C5941E441}" destId="{0CBD59F9-C52B-4991-B8D7-85B258628110}" srcOrd="0" destOrd="0" presId="urn:microsoft.com/office/officeart/2005/8/layout/vProcess5"/>
    <dgm:cxn modelId="{D62479C7-E72C-46B8-82E8-4EFE50A72E06}" type="presOf" srcId="{C406DCA7-00CD-49DF-8F16-CA853370891B}" destId="{67F4ABDA-3C5B-4991-B313-1231554B2A3E}" srcOrd="1" destOrd="0" presId="urn:microsoft.com/office/officeart/2005/8/layout/vProcess5"/>
    <dgm:cxn modelId="{5EFCD8E9-5CEC-45DF-9FD1-DCAC07747BCB}" type="presOf" srcId="{C406DCA7-00CD-49DF-8F16-CA853370891B}" destId="{678BDDAB-9C69-4513-9556-FFF78F379C6C}" srcOrd="0" destOrd="0" presId="urn:microsoft.com/office/officeart/2005/8/layout/vProcess5"/>
    <dgm:cxn modelId="{E43030F2-B8F2-48DC-B2BF-70BA4C785BA5}" type="presOf" srcId="{22882AD8-0D64-4E7B-AA5D-E9EE82CAD85C}" destId="{AC345E17-EFF9-4DFF-93DC-22B05A74082B}" srcOrd="0" destOrd="0" presId="urn:microsoft.com/office/officeart/2005/8/layout/vProcess5"/>
    <dgm:cxn modelId="{9AB8A4F9-55E2-4DBA-AA63-4945F080FE6F}" type="presOf" srcId="{EF7A093B-A6CC-475E-A45F-F1CADB572DD3}" destId="{A7C37CD6-9CC5-41ED-A125-E5A23A70BD71}" srcOrd="0" destOrd="0" presId="urn:microsoft.com/office/officeart/2005/8/layout/vProcess5"/>
    <dgm:cxn modelId="{E20D13FE-B35B-4EC1-A8F7-B2EFBB42040C}" type="presOf" srcId="{065E4EC6-1574-4909-A6D2-7D6AFAB8F155}" destId="{42F3DB98-801B-4EC5-8BAA-FB6ECC2F7969}" srcOrd="0" destOrd="0" presId="urn:microsoft.com/office/officeart/2005/8/layout/vProcess5"/>
    <dgm:cxn modelId="{142B2D7A-C17E-4E9A-ABAD-7A7F3E2635C1}" type="presParOf" srcId="{58B85C2A-182B-4D69-A52D-A3785F011767}" destId="{015B8973-4A5B-4B21-8137-37C9C0A5D19D}" srcOrd="0" destOrd="0" presId="urn:microsoft.com/office/officeart/2005/8/layout/vProcess5"/>
    <dgm:cxn modelId="{725BFC94-FF86-4248-9CDE-4BF79FB9D5DA}" type="presParOf" srcId="{58B85C2A-182B-4D69-A52D-A3785F011767}" destId="{0CBD59F9-C52B-4991-B8D7-85B258628110}" srcOrd="1" destOrd="0" presId="urn:microsoft.com/office/officeart/2005/8/layout/vProcess5"/>
    <dgm:cxn modelId="{63F95F91-675B-4813-AABD-EB48D3AF5DAB}" type="presParOf" srcId="{58B85C2A-182B-4D69-A52D-A3785F011767}" destId="{42F3DB98-801B-4EC5-8BAA-FB6ECC2F7969}" srcOrd="2" destOrd="0" presId="urn:microsoft.com/office/officeart/2005/8/layout/vProcess5"/>
    <dgm:cxn modelId="{E8FDE49A-329A-4F2D-B123-552A5464E20D}" type="presParOf" srcId="{58B85C2A-182B-4D69-A52D-A3785F011767}" destId="{34C00BC6-3488-47C7-8BAB-D0D260FFF764}" srcOrd="3" destOrd="0" presId="urn:microsoft.com/office/officeart/2005/8/layout/vProcess5"/>
    <dgm:cxn modelId="{8C609977-AE8C-47F5-B9D2-A3261C170664}" type="presParOf" srcId="{58B85C2A-182B-4D69-A52D-A3785F011767}" destId="{678BDDAB-9C69-4513-9556-FFF78F379C6C}" srcOrd="4" destOrd="0" presId="urn:microsoft.com/office/officeart/2005/8/layout/vProcess5"/>
    <dgm:cxn modelId="{FB75E1A6-0643-4453-B348-7684D5328E29}" type="presParOf" srcId="{58B85C2A-182B-4D69-A52D-A3785F011767}" destId="{A7C37CD6-9CC5-41ED-A125-E5A23A70BD71}" srcOrd="5" destOrd="0" presId="urn:microsoft.com/office/officeart/2005/8/layout/vProcess5"/>
    <dgm:cxn modelId="{DF47E6AD-A181-4B85-B4EF-2CC095A8B5B4}" type="presParOf" srcId="{58B85C2A-182B-4D69-A52D-A3785F011767}" destId="{00262995-D5DF-447D-B685-19CE4A47E5A7}" srcOrd="6" destOrd="0" presId="urn:microsoft.com/office/officeart/2005/8/layout/vProcess5"/>
    <dgm:cxn modelId="{41F4DF02-04A8-4765-A0AE-6B6C8C299B61}" type="presParOf" srcId="{58B85C2A-182B-4D69-A52D-A3785F011767}" destId="{AC345E17-EFF9-4DFF-93DC-22B05A74082B}" srcOrd="7" destOrd="0" presId="urn:microsoft.com/office/officeart/2005/8/layout/vProcess5"/>
    <dgm:cxn modelId="{2EC9DF93-BDED-406C-827A-695FA5EC0F30}" type="presParOf" srcId="{58B85C2A-182B-4D69-A52D-A3785F011767}" destId="{5AABC52D-86FD-4B26-908D-E943A8C7EC03}" srcOrd="8" destOrd="0" presId="urn:microsoft.com/office/officeart/2005/8/layout/vProcess5"/>
    <dgm:cxn modelId="{80EF6B1F-AEDB-4752-9B1F-659A4350895C}" type="presParOf" srcId="{58B85C2A-182B-4D69-A52D-A3785F011767}" destId="{E3AE508E-6F80-4862-842F-C5AA80A63694}" srcOrd="9" destOrd="0" presId="urn:microsoft.com/office/officeart/2005/8/layout/vProcess5"/>
    <dgm:cxn modelId="{A0917248-51DE-4F17-B29B-1762AD4DAC3F}" type="presParOf" srcId="{58B85C2A-182B-4D69-A52D-A3785F011767}" destId="{40544002-720C-4A23-BED9-0C83AC167969}" srcOrd="10" destOrd="0" presId="urn:microsoft.com/office/officeart/2005/8/layout/vProcess5"/>
    <dgm:cxn modelId="{551ADDE7-BCFD-4141-9AB9-D4B6CBE5E8F3}" type="presParOf" srcId="{58B85C2A-182B-4D69-A52D-A3785F011767}" destId="{67F4ABDA-3C5B-4991-B313-1231554B2A3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77EF2E8-0F31-49B6-90C6-4E6A9A358EF8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34B3781-CBF0-4B94-8722-FB37C514BD30}">
      <dgm:prSet custT="1"/>
      <dgm:spPr/>
      <dgm:t>
        <a:bodyPr/>
        <a:lstStyle/>
        <a:p>
          <a:r>
            <a:rPr lang="en-US" sz="1400"/>
            <a:t>Insert Book → Add a new book with ID, title, author, and ISBN.</a:t>
          </a:r>
          <a:endParaRPr lang="en-US" sz="1400" dirty="0"/>
        </a:p>
      </dgm:t>
    </dgm:pt>
    <dgm:pt modelId="{BAE743CA-3F28-4371-8F80-7249C002B3B3}" type="parTrans" cxnId="{B7195E89-F169-4A97-88D3-2378CC516E46}">
      <dgm:prSet/>
      <dgm:spPr/>
      <dgm:t>
        <a:bodyPr/>
        <a:lstStyle/>
        <a:p>
          <a:endParaRPr lang="en-US"/>
        </a:p>
      </dgm:t>
    </dgm:pt>
    <dgm:pt modelId="{A299CFE4-75F9-478D-8CE5-70384637FFE5}" type="sibTrans" cxnId="{B7195E89-F169-4A97-88D3-2378CC516E46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84FE8A9A-AD87-4639-B31F-46A91B47D7C8}">
      <dgm:prSet custT="1"/>
      <dgm:spPr/>
      <dgm:t>
        <a:bodyPr/>
        <a:lstStyle/>
        <a:p>
          <a:r>
            <a:rPr lang="en-US" sz="1400"/>
            <a:t>Discard Book → Remove a book from the catalog (only if not borrowed).</a:t>
          </a:r>
          <a:endParaRPr lang="en-US" sz="1400" dirty="0"/>
        </a:p>
      </dgm:t>
    </dgm:pt>
    <dgm:pt modelId="{F8BEA5A0-39E3-4774-892B-ADB88798353E}" type="parTrans" cxnId="{40E0AF12-754D-4F51-B104-E2759CB425CF}">
      <dgm:prSet/>
      <dgm:spPr/>
      <dgm:t>
        <a:bodyPr/>
        <a:lstStyle/>
        <a:p>
          <a:endParaRPr lang="en-US"/>
        </a:p>
      </dgm:t>
    </dgm:pt>
    <dgm:pt modelId="{ECA6EC7C-C37D-4D35-9616-01D5CB7080AF}" type="sibTrans" cxnId="{40E0AF12-754D-4F51-B104-E2759CB425CF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CFCC998F-059C-481D-A051-3C038BA5425A}">
      <dgm:prSet custT="1"/>
      <dgm:spPr/>
      <dgm:t>
        <a:bodyPr/>
        <a:lstStyle/>
        <a:p>
          <a:r>
            <a:rPr lang="en-US" sz="1400"/>
            <a:t>Enroll Member → Register a new student or faculty member.</a:t>
          </a:r>
          <a:endParaRPr lang="en-US" sz="1400" dirty="0"/>
        </a:p>
      </dgm:t>
    </dgm:pt>
    <dgm:pt modelId="{BA089306-8D95-4148-9702-F8A1232E2F0C}" type="parTrans" cxnId="{7F9DC540-0B13-4709-929D-15A6FDA5AEA8}">
      <dgm:prSet/>
      <dgm:spPr/>
      <dgm:t>
        <a:bodyPr/>
        <a:lstStyle/>
        <a:p>
          <a:endParaRPr lang="en-US"/>
        </a:p>
      </dgm:t>
    </dgm:pt>
    <dgm:pt modelId="{FB5EFC4E-A3D8-42F7-937B-2A61E23AA92A}" type="sibTrans" cxnId="{7F9DC540-0B13-4709-929D-15A6FDA5AEA8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855B6AC8-A8D1-4CE2-BD20-843D4B510126}">
      <dgm:prSet custT="1"/>
      <dgm:spPr/>
      <dgm:t>
        <a:bodyPr/>
        <a:lstStyle/>
        <a:p>
          <a:r>
            <a:rPr lang="en-US" sz="1400"/>
            <a:t>Borrow Book → Issue a book to a member and set the due date.</a:t>
          </a:r>
          <a:endParaRPr lang="en-US" sz="1400" dirty="0"/>
        </a:p>
      </dgm:t>
    </dgm:pt>
    <dgm:pt modelId="{930A7669-A8DC-4525-AF07-E6F9C257AE80}" type="parTrans" cxnId="{A7F8E09B-3866-40C2-A172-36884E146D2D}">
      <dgm:prSet/>
      <dgm:spPr/>
      <dgm:t>
        <a:bodyPr/>
        <a:lstStyle/>
        <a:p>
          <a:endParaRPr lang="en-US"/>
        </a:p>
      </dgm:t>
    </dgm:pt>
    <dgm:pt modelId="{E3EF20FB-BDEA-4ACF-929E-1251EA500E06}" type="sibTrans" cxnId="{A7F8E09B-3866-40C2-A172-36884E146D2D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E9A9821C-0227-4574-AABB-5BA0AF3E9C33}">
      <dgm:prSet custT="1"/>
      <dgm:spPr/>
      <dgm:t>
        <a:bodyPr/>
        <a:lstStyle/>
        <a:p>
          <a:r>
            <a:rPr lang="en-US" sz="1400"/>
            <a:t>Return Book → Return a borrowed book and calculate fine if overdue.</a:t>
          </a:r>
          <a:endParaRPr lang="en-US" sz="1400" dirty="0"/>
        </a:p>
      </dgm:t>
    </dgm:pt>
    <dgm:pt modelId="{CB63E7BF-3202-4655-9E32-BF27E358FD92}" type="parTrans" cxnId="{D75F25AD-FE59-462E-ACA2-50027328D010}">
      <dgm:prSet/>
      <dgm:spPr/>
      <dgm:t>
        <a:bodyPr/>
        <a:lstStyle/>
        <a:p>
          <a:endParaRPr lang="en-US"/>
        </a:p>
      </dgm:t>
    </dgm:pt>
    <dgm:pt modelId="{22A42104-AF73-4BDB-BC1B-09E49A99C500}" type="sibTrans" cxnId="{D75F25AD-FE59-462E-ACA2-50027328D010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3BC17840-034E-4521-B5AF-AE6B283E1497}">
      <dgm:prSet custT="1"/>
      <dgm:spPr/>
      <dgm:t>
        <a:bodyPr/>
        <a:lstStyle/>
        <a:p>
          <a:r>
            <a:rPr lang="en-US" sz="1400"/>
            <a:t>View All Books → Display the list of all books with availability status.</a:t>
          </a:r>
          <a:endParaRPr lang="en-US" sz="1400" dirty="0"/>
        </a:p>
      </dgm:t>
    </dgm:pt>
    <dgm:pt modelId="{25A1617D-E47F-415A-8369-C24585AA3B67}" type="parTrans" cxnId="{40EA1665-5E0E-4BEB-8A13-4A10D3C51948}">
      <dgm:prSet/>
      <dgm:spPr/>
      <dgm:t>
        <a:bodyPr/>
        <a:lstStyle/>
        <a:p>
          <a:endParaRPr lang="en-US"/>
        </a:p>
      </dgm:t>
    </dgm:pt>
    <dgm:pt modelId="{1370375A-4F82-472A-B913-022A5B43B3A2}" type="sibTrans" cxnId="{40EA1665-5E0E-4BEB-8A13-4A10D3C51948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3D955AC3-2101-4BF4-A716-DE30329CA6AF}">
      <dgm:prSet custT="1"/>
      <dgm:spPr/>
      <dgm:t>
        <a:bodyPr/>
        <a:lstStyle/>
        <a:p>
          <a:r>
            <a:rPr lang="en-US" sz="1400"/>
            <a:t>View All Members → Display all registered members with their borrowed books.</a:t>
          </a:r>
          <a:endParaRPr lang="en-US" sz="1400" dirty="0"/>
        </a:p>
      </dgm:t>
    </dgm:pt>
    <dgm:pt modelId="{08C86630-E0D5-4D48-94C9-1D6630BE2F57}" type="parTrans" cxnId="{E41A88F6-72BD-45ED-A097-1F7ACFDDA5B2}">
      <dgm:prSet/>
      <dgm:spPr/>
      <dgm:t>
        <a:bodyPr/>
        <a:lstStyle/>
        <a:p>
          <a:endParaRPr lang="en-US"/>
        </a:p>
      </dgm:t>
    </dgm:pt>
    <dgm:pt modelId="{4C1747CA-CAF8-46CE-901D-8F8BE5FC6451}" type="sibTrans" cxnId="{E41A88F6-72BD-45ED-A097-1F7ACFDDA5B2}">
      <dgm:prSet phldrT="7" phldr="0"/>
      <dgm:spPr/>
      <dgm:t>
        <a:bodyPr/>
        <a:lstStyle/>
        <a:p>
          <a:r>
            <a:rPr lang="en-US"/>
            <a:t>7</a:t>
          </a:r>
        </a:p>
      </dgm:t>
    </dgm:pt>
    <dgm:pt modelId="{F3BCBF75-B44F-4F97-A03D-E76357A65B79}">
      <dgm:prSet custT="1"/>
      <dgm:spPr/>
      <dgm:t>
        <a:bodyPr/>
        <a:lstStyle/>
        <a:p>
          <a:r>
            <a:rPr lang="en-US" sz="1400"/>
            <a:t>Exit → Close the application.</a:t>
          </a:r>
        </a:p>
      </dgm:t>
    </dgm:pt>
    <dgm:pt modelId="{15B1BC6B-8EFC-47B8-8AC1-DD5C22A98122}" type="parTrans" cxnId="{9F76B3B3-D9A7-4E6A-A04F-6264562484B0}">
      <dgm:prSet/>
      <dgm:spPr/>
      <dgm:t>
        <a:bodyPr/>
        <a:lstStyle/>
        <a:p>
          <a:endParaRPr lang="en-US"/>
        </a:p>
      </dgm:t>
    </dgm:pt>
    <dgm:pt modelId="{777E14C0-7AE3-4618-8B8E-5E33B2A997E5}" type="sibTrans" cxnId="{9F76B3B3-D9A7-4E6A-A04F-6264562484B0}">
      <dgm:prSet phldrT="8" phldr="0"/>
      <dgm:spPr/>
      <dgm:t>
        <a:bodyPr/>
        <a:lstStyle/>
        <a:p>
          <a:r>
            <a:rPr lang="en-US"/>
            <a:t>8</a:t>
          </a:r>
        </a:p>
      </dgm:t>
    </dgm:pt>
    <dgm:pt modelId="{1B10BFD4-788F-4B50-AF1B-0CD8A9044E14}" type="pres">
      <dgm:prSet presAssocID="{977EF2E8-0F31-49B6-90C6-4E6A9A358EF8}" presName="linearFlow" presStyleCnt="0">
        <dgm:presLayoutVars>
          <dgm:dir/>
          <dgm:animLvl val="lvl"/>
          <dgm:resizeHandles val="exact"/>
        </dgm:presLayoutVars>
      </dgm:prSet>
      <dgm:spPr/>
    </dgm:pt>
    <dgm:pt modelId="{498A6083-6549-491C-A578-46E57CC5C719}" type="pres">
      <dgm:prSet presAssocID="{E34B3781-CBF0-4B94-8722-FB37C514BD30}" presName="compositeNode" presStyleCnt="0"/>
      <dgm:spPr/>
    </dgm:pt>
    <dgm:pt modelId="{924F941A-3E73-44C8-9EC3-BE8365C31AD9}" type="pres">
      <dgm:prSet presAssocID="{E34B3781-CBF0-4B94-8722-FB37C514BD3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7078DB6-8444-4C30-9C62-EF4294C719A7}" type="pres">
      <dgm:prSet presAssocID="{E34B3781-CBF0-4B94-8722-FB37C514BD30}" presName="parSh" presStyleCnt="0"/>
      <dgm:spPr/>
    </dgm:pt>
    <dgm:pt modelId="{1A8CA17E-F2E7-40C4-A34C-E6F218D338F4}" type="pres">
      <dgm:prSet presAssocID="{E34B3781-CBF0-4B94-8722-FB37C514BD30}" presName="lineNode" presStyleLbl="alignAccFollowNode1" presStyleIdx="0" presStyleCnt="24"/>
      <dgm:spPr/>
    </dgm:pt>
    <dgm:pt modelId="{8846C38A-78A9-4EB0-83CF-2F3D42704A64}" type="pres">
      <dgm:prSet presAssocID="{E34B3781-CBF0-4B94-8722-FB37C514BD30}" presName="lineArrowNode" presStyleLbl="alignAccFollowNode1" presStyleIdx="1" presStyleCnt="24"/>
      <dgm:spPr/>
    </dgm:pt>
    <dgm:pt modelId="{9E7BD1A2-8DE5-4B18-8C31-400C2A7B9E46}" type="pres">
      <dgm:prSet presAssocID="{A299CFE4-75F9-478D-8CE5-70384637FFE5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530B71CA-2F0E-4C8B-B683-AE3C1F283703}" type="pres">
      <dgm:prSet presAssocID="{A299CFE4-75F9-478D-8CE5-70384637FFE5}" presName="spacerBetweenCircleAndCallout" presStyleCnt="0">
        <dgm:presLayoutVars/>
      </dgm:prSet>
      <dgm:spPr/>
    </dgm:pt>
    <dgm:pt modelId="{A6F714B6-223C-47F8-A860-B6D6D5FF701A}" type="pres">
      <dgm:prSet presAssocID="{E34B3781-CBF0-4B94-8722-FB37C514BD30}" presName="nodeText" presStyleLbl="alignAccFollowNode1" presStyleIdx="2" presStyleCnt="24">
        <dgm:presLayoutVars>
          <dgm:bulletEnabled val="1"/>
        </dgm:presLayoutVars>
      </dgm:prSet>
      <dgm:spPr/>
    </dgm:pt>
    <dgm:pt modelId="{4B4B35EF-88D6-49C0-9AA3-AF2536400F8D}" type="pres">
      <dgm:prSet presAssocID="{A299CFE4-75F9-478D-8CE5-70384637FFE5}" presName="sibTransComposite" presStyleCnt="0"/>
      <dgm:spPr/>
    </dgm:pt>
    <dgm:pt modelId="{A7F32712-6A50-470E-9315-B24AEAC93B20}" type="pres">
      <dgm:prSet presAssocID="{84FE8A9A-AD87-4639-B31F-46A91B47D7C8}" presName="compositeNode" presStyleCnt="0"/>
      <dgm:spPr/>
    </dgm:pt>
    <dgm:pt modelId="{11EB750A-9600-445F-B0A8-E75C7B4328FA}" type="pres">
      <dgm:prSet presAssocID="{84FE8A9A-AD87-4639-B31F-46A91B47D7C8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6F4F7476-6874-4FF6-88AF-69855DAA2736}" type="pres">
      <dgm:prSet presAssocID="{84FE8A9A-AD87-4639-B31F-46A91B47D7C8}" presName="parSh" presStyleCnt="0"/>
      <dgm:spPr/>
    </dgm:pt>
    <dgm:pt modelId="{DC85FA43-90EB-4F68-863E-6076867A8D23}" type="pres">
      <dgm:prSet presAssocID="{84FE8A9A-AD87-4639-B31F-46A91B47D7C8}" presName="lineNode" presStyleLbl="alignAccFollowNode1" presStyleIdx="3" presStyleCnt="24"/>
      <dgm:spPr/>
    </dgm:pt>
    <dgm:pt modelId="{1CD3C3FB-1452-4BBB-8A04-DC3D24D8CBE2}" type="pres">
      <dgm:prSet presAssocID="{84FE8A9A-AD87-4639-B31F-46A91B47D7C8}" presName="lineArrowNode" presStyleLbl="alignAccFollowNode1" presStyleIdx="4" presStyleCnt="24"/>
      <dgm:spPr/>
    </dgm:pt>
    <dgm:pt modelId="{E7F6151D-4AF0-4DFD-82E8-44E1310B2A39}" type="pres">
      <dgm:prSet presAssocID="{ECA6EC7C-C37D-4D35-9616-01D5CB7080AF}" presName="sibTransNodeCircle" presStyleLbl="alignNode1" presStyleIdx="1" presStyleCnt="8">
        <dgm:presLayoutVars>
          <dgm:chMax val="0"/>
          <dgm:bulletEnabled/>
        </dgm:presLayoutVars>
      </dgm:prSet>
      <dgm:spPr/>
    </dgm:pt>
    <dgm:pt modelId="{A2A4895E-3D0D-44C4-9E57-BFE78AFCD092}" type="pres">
      <dgm:prSet presAssocID="{ECA6EC7C-C37D-4D35-9616-01D5CB7080AF}" presName="spacerBetweenCircleAndCallout" presStyleCnt="0">
        <dgm:presLayoutVars/>
      </dgm:prSet>
      <dgm:spPr/>
    </dgm:pt>
    <dgm:pt modelId="{0E26C745-8B31-4447-A0F4-CB0423F93DBA}" type="pres">
      <dgm:prSet presAssocID="{84FE8A9A-AD87-4639-B31F-46A91B47D7C8}" presName="nodeText" presStyleLbl="alignAccFollowNode1" presStyleIdx="5" presStyleCnt="24">
        <dgm:presLayoutVars>
          <dgm:bulletEnabled val="1"/>
        </dgm:presLayoutVars>
      </dgm:prSet>
      <dgm:spPr/>
    </dgm:pt>
    <dgm:pt modelId="{14D60F55-5064-46F0-A5D5-481D3D335169}" type="pres">
      <dgm:prSet presAssocID="{ECA6EC7C-C37D-4D35-9616-01D5CB7080AF}" presName="sibTransComposite" presStyleCnt="0"/>
      <dgm:spPr/>
    </dgm:pt>
    <dgm:pt modelId="{044C1B33-3C84-48C9-95E5-A6CF868AEE02}" type="pres">
      <dgm:prSet presAssocID="{CFCC998F-059C-481D-A051-3C038BA5425A}" presName="compositeNode" presStyleCnt="0"/>
      <dgm:spPr/>
    </dgm:pt>
    <dgm:pt modelId="{EF823873-268C-4BE9-91BC-9985ECCFC755}" type="pres">
      <dgm:prSet presAssocID="{CFCC998F-059C-481D-A051-3C038BA5425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A9E6952-274D-4DF1-8DBB-90C2285F09C0}" type="pres">
      <dgm:prSet presAssocID="{CFCC998F-059C-481D-A051-3C038BA5425A}" presName="parSh" presStyleCnt="0"/>
      <dgm:spPr/>
    </dgm:pt>
    <dgm:pt modelId="{9F82C150-DB79-4ABD-A18E-22484312E7D0}" type="pres">
      <dgm:prSet presAssocID="{CFCC998F-059C-481D-A051-3C038BA5425A}" presName="lineNode" presStyleLbl="alignAccFollowNode1" presStyleIdx="6" presStyleCnt="24"/>
      <dgm:spPr/>
    </dgm:pt>
    <dgm:pt modelId="{18589A6C-D0B9-4EAE-A4C2-6F24916A2A89}" type="pres">
      <dgm:prSet presAssocID="{CFCC998F-059C-481D-A051-3C038BA5425A}" presName="lineArrowNode" presStyleLbl="alignAccFollowNode1" presStyleIdx="7" presStyleCnt="24"/>
      <dgm:spPr/>
    </dgm:pt>
    <dgm:pt modelId="{EBB2BC89-7E59-404A-9CD6-6002DAE6E511}" type="pres">
      <dgm:prSet presAssocID="{FB5EFC4E-A3D8-42F7-937B-2A61E23AA92A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40F38572-EAAF-47BB-BEE4-A0A41C4F0F86}" type="pres">
      <dgm:prSet presAssocID="{FB5EFC4E-A3D8-42F7-937B-2A61E23AA92A}" presName="spacerBetweenCircleAndCallout" presStyleCnt="0">
        <dgm:presLayoutVars/>
      </dgm:prSet>
      <dgm:spPr/>
    </dgm:pt>
    <dgm:pt modelId="{7B2F3CAD-0D9B-4C1C-B08D-F4763C965DCF}" type="pres">
      <dgm:prSet presAssocID="{CFCC998F-059C-481D-A051-3C038BA5425A}" presName="nodeText" presStyleLbl="alignAccFollowNode1" presStyleIdx="8" presStyleCnt="24" custScaleY="100000">
        <dgm:presLayoutVars>
          <dgm:bulletEnabled val="1"/>
        </dgm:presLayoutVars>
      </dgm:prSet>
      <dgm:spPr/>
    </dgm:pt>
    <dgm:pt modelId="{87FCF32A-CB83-4AA1-85DE-1807434F1FF7}" type="pres">
      <dgm:prSet presAssocID="{FB5EFC4E-A3D8-42F7-937B-2A61E23AA92A}" presName="sibTransComposite" presStyleCnt="0"/>
      <dgm:spPr/>
    </dgm:pt>
    <dgm:pt modelId="{8C5E83D8-3CB3-4852-B6F3-CC675CA4B19B}" type="pres">
      <dgm:prSet presAssocID="{855B6AC8-A8D1-4CE2-BD20-843D4B510126}" presName="compositeNode" presStyleCnt="0"/>
      <dgm:spPr/>
    </dgm:pt>
    <dgm:pt modelId="{1D5E0F01-A24B-437F-BC41-A8D666074D1A}" type="pres">
      <dgm:prSet presAssocID="{855B6AC8-A8D1-4CE2-BD20-843D4B510126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DBE2260-4449-4DDE-BE39-B754926A6B04}" type="pres">
      <dgm:prSet presAssocID="{855B6AC8-A8D1-4CE2-BD20-843D4B510126}" presName="parSh" presStyleCnt="0"/>
      <dgm:spPr/>
    </dgm:pt>
    <dgm:pt modelId="{F313ED8E-B2B3-4D82-9DF3-A66086FB5E6E}" type="pres">
      <dgm:prSet presAssocID="{855B6AC8-A8D1-4CE2-BD20-843D4B510126}" presName="lineNode" presStyleLbl="alignAccFollowNode1" presStyleIdx="9" presStyleCnt="24"/>
      <dgm:spPr/>
    </dgm:pt>
    <dgm:pt modelId="{B56392CD-57C9-43E0-93F2-9E00659AC781}" type="pres">
      <dgm:prSet presAssocID="{855B6AC8-A8D1-4CE2-BD20-843D4B510126}" presName="lineArrowNode" presStyleLbl="alignAccFollowNode1" presStyleIdx="10" presStyleCnt="24"/>
      <dgm:spPr/>
    </dgm:pt>
    <dgm:pt modelId="{BB56BDF9-0126-465C-AD52-410379C9B38E}" type="pres">
      <dgm:prSet presAssocID="{E3EF20FB-BDEA-4ACF-929E-1251EA500E06}" presName="sibTransNodeCircle" presStyleLbl="alignNode1" presStyleIdx="3" presStyleCnt="8">
        <dgm:presLayoutVars>
          <dgm:chMax val="0"/>
          <dgm:bulletEnabled/>
        </dgm:presLayoutVars>
      </dgm:prSet>
      <dgm:spPr/>
    </dgm:pt>
    <dgm:pt modelId="{7C5DF891-CD70-4CC6-9EEE-17C7DDB093BC}" type="pres">
      <dgm:prSet presAssocID="{E3EF20FB-BDEA-4ACF-929E-1251EA500E06}" presName="spacerBetweenCircleAndCallout" presStyleCnt="0">
        <dgm:presLayoutVars/>
      </dgm:prSet>
      <dgm:spPr/>
    </dgm:pt>
    <dgm:pt modelId="{D9AC04EA-F800-44B9-8A54-10A9013F308D}" type="pres">
      <dgm:prSet presAssocID="{855B6AC8-A8D1-4CE2-BD20-843D4B510126}" presName="nodeText" presStyleLbl="alignAccFollowNode1" presStyleIdx="11" presStyleCnt="24" custScaleY="100000" custLinFactNeighborX="2017" custLinFactNeighborY="2215">
        <dgm:presLayoutVars>
          <dgm:bulletEnabled val="1"/>
        </dgm:presLayoutVars>
      </dgm:prSet>
      <dgm:spPr/>
    </dgm:pt>
    <dgm:pt modelId="{C948F57D-53B2-4206-9636-28D896774455}" type="pres">
      <dgm:prSet presAssocID="{E3EF20FB-BDEA-4ACF-929E-1251EA500E06}" presName="sibTransComposite" presStyleCnt="0"/>
      <dgm:spPr/>
    </dgm:pt>
    <dgm:pt modelId="{4FA79895-9D14-44EF-B84B-CAE085BBB9D5}" type="pres">
      <dgm:prSet presAssocID="{E9A9821C-0227-4574-AABB-5BA0AF3E9C33}" presName="compositeNode" presStyleCnt="0"/>
      <dgm:spPr/>
    </dgm:pt>
    <dgm:pt modelId="{D1F56989-9CE3-47CE-B753-B1EE8FF31943}" type="pres">
      <dgm:prSet presAssocID="{E9A9821C-0227-4574-AABB-5BA0AF3E9C33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9BB9FA8-2487-4A18-B3AF-C0AF18101146}" type="pres">
      <dgm:prSet presAssocID="{E9A9821C-0227-4574-AABB-5BA0AF3E9C33}" presName="parSh" presStyleCnt="0"/>
      <dgm:spPr/>
    </dgm:pt>
    <dgm:pt modelId="{80BD528A-7DBF-4C8F-910B-B347CB261626}" type="pres">
      <dgm:prSet presAssocID="{E9A9821C-0227-4574-AABB-5BA0AF3E9C33}" presName="lineNode" presStyleLbl="alignAccFollowNode1" presStyleIdx="12" presStyleCnt="24"/>
      <dgm:spPr/>
    </dgm:pt>
    <dgm:pt modelId="{37D4B378-D135-4F71-B012-39382E4D247E}" type="pres">
      <dgm:prSet presAssocID="{E9A9821C-0227-4574-AABB-5BA0AF3E9C33}" presName="lineArrowNode" presStyleLbl="alignAccFollowNode1" presStyleIdx="13" presStyleCnt="24"/>
      <dgm:spPr/>
    </dgm:pt>
    <dgm:pt modelId="{CD05A386-AEF4-42BD-8A16-2E04A2ED8C32}" type="pres">
      <dgm:prSet presAssocID="{22A42104-AF73-4BDB-BC1B-09E49A99C500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0BD91037-C39E-4DF5-ABDF-67E580C5B463}" type="pres">
      <dgm:prSet presAssocID="{22A42104-AF73-4BDB-BC1B-09E49A99C500}" presName="spacerBetweenCircleAndCallout" presStyleCnt="0">
        <dgm:presLayoutVars/>
      </dgm:prSet>
      <dgm:spPr/>
    </dgm:pt>
    <dgm:pt modelId="{BFBB3AF0-9B4B-4F33-93D3-DF0EA7559EB1}" type="pres">
      <dgm:prSet presAssocID="{E9A9821C-0227-4574-AABB-5BA0AF3E9C33}" presName="nodeText" presStyleLbl="alignAccFollowNode1" presStyleIdx="14" presStyleCnt="24">
        <dgm:presLayoutVars>
          <dgm:bulletEnabled val="1"/>
        </dgm:presLayoutVars>
      </dgm:prSet>
      <dgm:spPr/>
    </dgm:pt>
    <dgm:pt modelId="{87F41A23-64C8-4162-9A32-FEE0A55EF8DB}" type="pres">
      <dgm:prSet presAssocID="{22A42104-AF73-4BDB-BC1B-09E49A99C500}" presName="sibTransComposite" presStyleCnt="0"/>
      <dgm:spPr/>
    </dgm:pt>
    <dgm:pt modelId="{D6DCC4F8-9DBE-4464-BBAC-DECBBEF18957}" type="pres">
      <dgm:prSet presAssocID="{3BC17840-034E-4521-B5AF-AE6B283E1497}" presName="compositeNode" presStyleCnt="0"/>
      <dgm:spPr/>
    </dgm:pt>
    <dgm:pt modelId="{77143DCB-AAE9-48C9-A647-E2CB070C25A1}" type="pres">
      <dgm:prSet presAssocID="{3BC17840-034E-4521-B5AF-AE6B283E149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F65EF0AD-C8EA-4EDB-BE43-8C32616C62E9}" type="pres">
      <dgm:prSet presAssocID="{3BC17840-034E-4521-B5AF-AE6B283E1497}" presName="parSh" presStyleCnt="0"/>
      <dgm:spPr/>
    </dgm:pt>
    <dgm:pt modelId="{A3EDB125-EA90-46E8-899A-A99A5C98F277}" type="pres">
      <dgm:prSet presAssocID="{3BC17840-034E-4521-B5AF-AE6B283E1497}" presName="lineNode" presStyleLbl="alignAccFollowNode1" presStyleIdx="15" presStyleCnt="24"/>
      <dgm:spPr/>
    </dgm:pt>
    <dgm:pt modelId="{62CE964B-1A5C-4A1B-AE4F-CBA95A7CA6DB}" type="pres">
      <dgm:prSet presAssocID="{3BC17840-034E-4521-B5AF-AE6B283E1497}" presName="lineArrowNode" presStyleLbl="alignAccFollowNode1" presStyleIdx="16" presStyleCnt="24"/>
      <dgm:spPr/>
    </dgm:pt>
    <dgm:pt modelId="{6555F8ED-B67C-46E2-9055-3D37F5973BAE}" type="pres">
      <dgm:prSet presAssocID="{1370375A-4F82-472A-B913-022A5B43B3A2}" presName="sibTransNodeCircle" presStyleLbl="alignNode1" presStyleIdx="5" presStyleCnt="8">
        <dgm:presLayoutVars>
          <dgm:chMax val="0"/>
          <dgm:bulletEnabled/>
        </dgm:presLayoutVars>
      </dgm:prSet>
      <dgm:spPr/>
    </dgm:pt>
    <dgm:pt modelId="{E5C9765B-DD49-4B3A-AA23-89FC79CB1AC5}" type="pres">
      <dgm:prSet presAssocID="{1370375A-4F82-472A-B913-022A5B43B3A2}" presName="spacerBetweenCircleAndCallout" presStyleCnt="0">
        <dgm:presLayoutVars/>
      </dgm:prSet>
      <dgm:spPr/>
    </dgm:pt>
    <dgm:pt modelId="{41D7352E-7E19-4019-B9B8-B40D94C9959C}" type="pres">
      <dgm:prSet presAssocID="{3BC17840-034E-4521-B5AF-AE6B283E1497}" presName="nodeText" presStyleLbl="alignAccFollowNode1" presStyleIdx="17" presStyleCnt="24">
        <dgm:presLayoutVars>
          <dgm:bulletEnabled val="1"/>
        </dgm:presLayoutVars>
      </dgm:prSet>
      <dgm:spPr/>
    </dgm:pt>
    <dgm:pt modelId="{FE6945DE-1269-4414-8F1F-4C8AA857D736}" type="pres">
      <dgm:prSet presAssocID="{1370375A-4F82-472A-B913-022A5B43B3A2}" presName="sibTransComposite" presStyleCnt="0"/>
      <dgm:spPr/>
    </dgm:pt>
    <dgm:pt modelId="{AAB2B1B7-F512-45FD-824A-5ABA54DBEBAA}" type="pres">
      <dgm:prSet presAssocID="{3D955AC3-2101-4BF4-A716-DE30329CA6AF}" presName="compositeNode" presStyleCnt="0"/>
      <dgm:spPr/>
    </dgm:pt>
    <dgm:pt modelId="{61C6A084-C11D-4207-957D-CBAC74194BB3}" type="pres">
      <dgm:prSet presAssocID="{3D955AC3-2101-4BF4-A716-DE30329CA6A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A24AD62-B0A2-4A51-B5B9-4ECA335746FF}" type="pres">
      <dgm:prSet presAssocID="{3D955AC3-2101-4BF4-A716-DE30329CA6AF}" presName="parSh" presStyleCnt="0"/>
      <dgm:spPr/>
    </dgm:pt>
    <dgm:pt modelId="{D18D8586-6B93-4D70-8CC3-DAD779204482}" type="pres">
      <dgm:prSet presAssocID="{3D955AC3-2101-4BF4-A716-DE30329CA6AF}" presName="lineNode" presStyleLbl="alignAccFollowNode1" presStyleIdx="18" presStyleCnt="24"/>
      <dgm:spPr/>
    </dgm:pt>
    <dgm:pt modelId="{2D9C1DA1-DF8A-4B3C-915C-8594D05B7E87}" type="pres">
      <dgm:prSet presAssocID="{3D955AC3-2101-4BF4-A716-DE30329CA6AF}" presName="lineArrowNode" presStyleLbl="alignAccFollowNode1" presStyleIdx="19" presStyleCnt="24"/>
      <dgm:spPr/>
    </dgm:pt>
    <dgm:pt modelId="{68CDD619-3640-4442-A40F-49B8B0CFB149}" type="pres">
      <dgm:prSet presAssocID="{4C1747CA-CAF8-46CE-901D-8F8BE5FC6451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4DE90AB7-9CF2-466D-BDA9-05CFA4600104}" type="pres">
      <dgm:prSet presAssocID="{4C1747CA-CAF8-46CE-901D-8F8BE5FC6451}" presName="spacerBetweenCircleAndCallout" presStyleCnt="0">
        <dgm:presLayoutVars/>
      </dgm:prSet>
      <dgm:spPr/>
    </dgm:pt>
    <dgm:pt modelId="{31C93380-A92D-4CD8-94A5-4EEF045BD45E}" type="pres">
      <dgm:prSet presAssocID="{3D955AC3-2101-4BF4-A716-DE30329CA6AF}" presName="nodeText" presStyleLbl="alignAccFollowNode1" presStyleIdx="20" presStyleCnt="24">
        <dgm:presLayoutVars>
          <dgm:bulletEnabled val="1"/>
        </dgm:presLayoutVars>
      </dgm:prSet>
      <dgm:spPr/>
    </dgm:pt>
    <dgm:pt modelId="{325FA01D-02E0-4EE9-B086-49B667F4BE6A}" type="pres">
      <dgm:prSet presAssocID="{4C1747CA-CAF8-46CE-901D-8F8BE5FC6451}" presName="sibTransComposite" presStyleCnt="0"/>
      <dgm:spPr/>
    </dgm:pt>
    <dgm:pt modelId="{54D43E43-F1F1-406F-A0E7-CAC90EB2BBED}" type="pres">
      <dgm:prSet presAssocID="{F3BCBF75-B44F-4F97-A03D-E76357A65B79}" presName="compositeNode" presStyleCnt="0"/>
      <dgm:spPr/>
    </dgm:pt>
    <dgm:pt modelId="{CAA986F4-B645-4BD6-99B4-A6281ACA821C}" type="pres">
      <dgm:prSet presAssocID="{F3BCBF75-B44F-4F97-A03D-E76357A65B79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2256760-9A28-4AF9-ABDB-DE35201D51BE}" type="pres">
      <dgm:prSet presAssocID="{F3BCBF75-B44F-4F97-A03D-E76357A65B79}" presName="parSh" presStyleCnt="0"/>
      <dgm:spPr/>
    </dgm:pt>
    <dgm:pt modelId="{7A1C77D3-6585-4FEE-A0FA-9F7DE3C92A4C}" type="pres">
      <dgm:prSet presAssocID="{F3BCBF75-B44F-4F97-A03D-E76357A65B79}" presName="lineNode" presStyleLbl="alignAccFollowNode1" presStyleIdx="21" presStyleCnt="24"/>
      <dgm:spPr/>
    </dgm:pt>
    <dgm:pt modelId="{62FA5C75-AC03-402D-84B9-2D04D471C26A}" type="pres">
      <dgm:prSet presAssocID="{F3BCBF75-B44F-4F97-A03D-E76357A65B79}" presName="lineArrowNode" presStyleLbl="alignAccFollowNode1" presStyleIdx="22" presStyleCnt="24"/>
      <dgm:spPr/>
    </dgm:pt>
    <dgm:pt modelId="{D7CA6A11-C81E-4EAA-AD91-C780457299DB}" type="pres">
      <dgm:prSet presAssocID="{777E14C0-7AE3-4618-8B8E-5E33B2A997E5}" presName="sibTransNodeCircle" presStyleLbl="alignNode1" presStyleIdx="7" presStyleCnt="8">
        <dgm:presLayoutVars>
          <dgm:chMax val="0"/>
          <dgm:bulletEnabled/>
        </dgm:presLayoutVars>
      </dgm:prSet>
      <dgm:spPr/>
    </dgm:pt>
    <dgm:pt modelId="{23C159F8-D1F9-410E-899A-66BA7BFB210D}" type="pres">
      <dgm:prSet presAssocID="{777E14C0-7AE3-4618-8B8E-5E33B2A997E5}" presName="spacerBetweenCircleAndCallout" presStyleCnt="0">
        <dgm:presLayoutVars/>
      </dgm:prSet>
      <dgm:spPr/>
    </dgm:pt>
    <dgm:pt modelId="{E2B03F13-F599-4590-8F94-5D00B93F0A83}" type="pres">
      <dgm:prSet presAssocID="{F3BCBF75-B44F-4F97-A03D-E76357A65B79}" presName="nodeText" presStyleLbl="alignAccFollowNode1" presStyleIdx="23" presStyleCnt="24">
        <dgm:presLayoutVars>
          <dgm:bulletEnabled val="1"/>
        </dgm:presLayoutVars>
      </dgm:prSet>
      <dgm:spPr/>
    </dgm:pt>
  </dgm:ptLst>
  <dgm:cxnLst>
    <dgm:cxn modelId="{40E0AF12-754D-4F51-B104-E2759CB425CF}" srcId="{977EF2E8-0F31-49B6-90C6-4E6A9A358EF8}" destId="{84FE8A9A-AD87-4639-B31F-46A91B47D7C8}" srcOrd="1" destOrd="0" parTransId="{F8BEA5A0-39E3-4774-892B-ADB88798353E}" sibTransId="{ECA6EC7C-C37D-4D35-9616-01D5CB7080AF}"/>
    <dgm:cxn modelId="{9333C218-FB94-450C-83FB-D3764F5AE9F0}" type="presOf" srcId="{ECA6EC7C-C37D-4D35-9616-01D5CB7080AF}" destId="{E7F6151D-4AF0-4DFD-82E8-44E1310B2A39}" srcOrd="0" destOrd="0" presId="urn:microsoft.com/office/officeart/2016/7/layout/LinearArrowProcessNumbered"/>
    <dgm:cxn modelId="{71638B34-A74E-4005-A83C-0726D087DA8B}" type="presOf" srcId="{3D955AC3-2101-4BF4-A716-DE30329CA6AF}" destId="{31C93380-A92D-4CD8-94A5-4EEF045BD45E}" srcOrd="0" destOrd="0" presId="urn:microsoft.com/office/officeart/2016/7/layout/LinearArrowProcessNumbered"/>
    <dgm:cxn modelId="{7F9DC540-0B13-4709-929D-15A6FDA5AEA8}" srcId="{977EF2E8-0F31-49B6-90C6-4E6A9A358EF8}" destId="{CFCC998F-059C-481D-A051-3C038BA5425A}" srcOrd="2" destOrd="0" parTransId="{BA089306-8D95-4148-9702-F8A1232E2F0C}" sibTransId="{FB5EFC4E-A3D8-42F7-937B-2A61E23AA92A}"/>
    <dgm:cxn modelId="{40EA1665-5E0E-4BEB-8A13-4A10D3C51948}" srcId="{977EF2E8-0F31-49B6-90C6-4E6A9A358EF8}" destId="{3BC17840-034E-4521-B5AF-AE6B283E1497}" srcOrd="5" destOrd="0" parTransId="{25A1617D-E47F-415A-8369-C24585AA3B67}" sibTransId="{1370375A-4F82-472A-B913-022A5B43B3A2}"/>
    <dgm:cxn modelId="{91A0D673-4C7D-41A0-A1C4-BBE1ECA82374}" type="presOf" srcId="{84FE8A9A-AD87-4639-B31F-46A91B47D7C8}" destId="{0E26C745-8B31-4447-A0F4-CB0423F93DBA}" srcOrd="0" destOrd="0" presId="urn:microsoft.com/office/officeart/2016/7/layout/LinearArrowProcessNumbered"/>
    <dgm:cxn modelId="{7E4B4E5A-8307-4C06-805B-2309D3E32DC1}" type="presOf" srcId="{E3EF20FB-BDEA-4ACF-929E-1251EA500E06}" destId="{BB56BDF9-0126-465C-AD52-410379C9B38E}" srcOrd="0" destOrd="0" presId="urn:microsoft.com/office/officeart/2016/7/layout/LinearArrowProcessNumbered"/>
    <dgm:cxn modelId="{B7195E89-F169-4A97-88D3-2378CC516E46}" srcId="{977EF2E8-0F31-49B6-90C6-4E6A9A358EF8}" destId="{E34B3781-CBF0-4B94-8722-FB37C514BD30}" srcOrd="0" destOrd="0" parTransId="{BAE743CA-3F28-4371-8F80-7249C002B3B3}" sibTransId="{A299CFE4-75F9-478D-8CE5-70384637FFE5}"/>
    <dgm:cxn modelId="{55A55590-E03D-408E-B307-C2218BC182E1}" type="presOf" srcId="{E34B3781-CBF0-4B94-8722-FB37C514BD30}" destId="{A6F714B6-223C-47F8-A860-B6D6D5FF701A}" srcOrd="0" destOrd="0" presId="urn:microsoft.com/office/officeart/2016/7/layout/LinearArrowProcessNumbered"/>
    <dgm:cxn modelId="{1C58CD99-8D24-4322-A9B0-63F11810A55E}" type="presOf" srcId="{A299CFE4-75F9-478D-8CE5-70384637FFE5}" destId="{9E7BD1A2-8DE5-4B18-8C31-400C2A7B9E46}" srcOrd="0" destOrd="0" presId="urn:microsoft.com/office/officeart/2016/7/layout/LinearArrowProcessNumbered"/>
    <dgm:cxn modelId="{A7F8E09B-3866-40C2-A172-36884E146D2D}" srcId="{977EF2E8-0F31-49B6-90C6-4E6A9A358EF8}" destId="{855B6AC8-A8D1-4CE2-BD20-843D4B510126}" srcOrd="3" destOrd="0" parTransId="{930A7669-A8DC-4525-AF07-E6F9C257AE80}" sibTransId="{E3EF20FB-BDEA-4ACF-929E-1251EA500E06}"/>
    <dgm:cxn modelId="{E864F5A0-5CE7-49AD-8C99-DC1DE0B94BF9}" type="presOf" srcId="{E9A9821C-0227-4574-AABB-5BA0AF3E9C33}" destId="{BFBB3AF0-9B4B-4F33-93D3-DF0EA7559EB1}" srcOrd="0" destOrd="0" presId="urn:microsoft.com/office/officeart/2016/7/layout/LinearArrowProcessNumbered"/>
    <dgm:cxn modelId="{CE6702A1-8A41-4453-96E9-F64BC684F60B}" type="presOf" srcId="{F3BCBF75-B44F-4F97-A03D-E76357A65B79}" destId="{E2B03F13-F599-4590-8F94-5D00B93F0A83}" srcOrd="0" destOrd="0" presId="urn:microsoft.com/office/officeart/2016/7/layout/LinearArrowProcessNumbered"/>
    <dgm:cxn modelId="{E79595A4-4DAA-44AE-B6CC-6891143426A4}" type="presOf" srcId="{CFCC998F-059C-481D-A051-3C038BA5425A}" destId="{7B2F3CAD-0D9B-4C1C-B08D-F4763C965DCF}" srcOrd="0" destOrd="0" presId="urn:microsoft.com/office/officeart/2016/7/layout/LinearArrowProcessNumbered"/>
    <dgm:cxn modelId="{6FFCEBAA-CA1F-4E32-9E6C-E3E9C518E891}" type="presOf" srcId="{4C1747CA-CAF8-46CE-901D-8F8BE5FC6451}" destId="{68CDD619-3640-4442-A40F-49B8B0CFB149}" srcOrd="0" destOrd="0" presId="urn:microsoft.com/office/officeart/2016/7/layout/LinearArrowProcessNumbered"/>
    <dgm:cxn modelId="{D75F25AD-FE59-462E-ACA2-50027328D010}" srcId="{977EF2E8-0F31-49B6-90C6-4E6A9A358EF8}" destId="{E9A9821C-0227-4574-AABB-5BA0AF3E9C33}" srcOrd="4" destOrd="0" parTransId="{CB63E7BF-3202-4655-9E32-BF27E358FD92}" sibTransId="{22A42104-AF73-4BDB-BC1B-09E49A99C500}"/>
    <dgm:cxn modelId="{9F76B3B3-D9A7-4E6A-A04F-6264562484B0}" srcId="{977EF2E8-0F31-49B6-90C6-4E6A9A358EF8}" destId="{F3BCBF75-B44F-4F97-A03D-E76357A65B79}" srcOrd="7" destOrd="0" parTransId="{15B1BC6B-8EFC-47B8-8AC1-DD5C22A98122}" sibTransId="{777E14C0-7AE3-4618-8B8E-5E33B2A997E5}"/>
    <dgm:cxn modelId="{B33316C1-29A0-450E-9054-5F777AD5A08A}" type="presOf" srcId="{977EF2E8-0F31-49B6-90C6-4E6A9A358EF8}" destId="{1B10BFD4-788F-4B50-AF1B-0CD8A9044E14}" srcOrd="0" destOrd="0" presId="urn:microsoft.com/office/officeart/2016/7/layout/LinearArrowProcessNumbered"/>
    <dgm:cxn modelId="{108DC5E3-77B1-4F5C-976E-F9CF0A4E8AA4}" type="presOf" srcId="{1370375A-4F82-472A-B913-022A5B43B3A2}" destId="{6555F8ED-B67C-46E2-9055-3D37F5973BAE}" srcOrd="0" destOrd="0" presId="urn:microsoft.com/office/officeart/2016/7/layout/LinearArrowProcessNumbered"/>
    <dgm:cxn modelId="{678350EB-FF20-41EB-A49C-FD2A7D535FE5}" type="presOf" srcId="{3BC17840-034E-4521-B5AF-AE6B283E1497}" destId="{41D7352E-7E19-4019-B9B8-B40D94C9959C}" srcOrd="0" destOrd="0" presId="urn:microsoft.com/office/officeart/2016/7/layout/LinearArrowProcessNumbered"/>
    <dgm:cxn modelId="{E31CD2F3-273D-45DA-8E2E-976C8FA52920}" type="presOf" srcId="{FB5EFC4E-A3D8-42F7-937B-2A61E23AA92A}" destId="{EBB2BC89-7E59-404A-9CD6-6002DAE6E511}" srcOrd="0" destOrd="0" presId="urn:microsoft.com/office/officeart/2016/7/layout/LinearArrowProcessNumbered"/>
    <dgm:cxn modelId="{E41A88F6-72BD-45ED-A097-1F7ACFDDA5B2}" srcId="{977EF2E8-0F31-49B6-90C6-4E6A9A358EF8}" destId="{3D955AC3-2101-4BF4-A716-DE30329CA6AF}" srcOrd="6" destOrd="0" parTransId="{08C86630-E0D5-4D48-94C9-1D6630BE2F57}" sibTransId="{4C1747CA-CAF8-46CE-901D-8F8BE5FC6451}"/>
    <dgm:cxn modelId="{75F8B0F7-CBF9-4192-B94B-9F09D3CCDBC6}" type="presOf" srcId="{22A42104-AF73-4BDB-BC1B-09E49A99C500}" destId="{CD05A386-AEF4-42BD-8A16-2E04A2ED8C32}" srcOrd="0" destOrd="0" presId="urn:microsoft.com/office/officeart/2016/7/layout/LinearArrowProcessNumbered"/>
    <dgm:cxn modelId="{9965F9FD-8744-4E42-A4D2-273C4C9E0103}" type="presOf" srcId="{777E14C0-7AE3-4618-8B8E-5E33B2A997E5}" destId="{D7CA6A11-C81E-4EAA-AD91-C780457299DB}" srcOrd="0" destOrd="0" presId="urn:microsoft.com/office/officeart/2016/7/layout/LinearArrowProcessNumbered"/>
    <dgm:cxn modelId="{952BC6FE-6A9D-4ED9-A5DF-8065254A55AA}" type="presOf" srcId="{855B6AC8-A8D1-4CE2-BD20-843D4B510126}" destId="{D9AC04EA-F800-44B9-8A54-10A9013F308D}" srcOrd="0" destOrd="0" presId="urn:microsoft.com/office/officeart/2016/7/layout/LinearArrowProcessNumbered"/>
    <dgm:cxn modelId="{43C7AF90-2129-4421-96F7-FAE31A8A1F61}" type="presParOf" srcId="{1B10BFD4-788F-4B50-AF1B-0CD8A9044E14}" destId="{498A6083-6549-491C-A578-46E57CC5C719}" srcOrd="0" destOrd="0" presId="urn:microsoft.com/office/officeart/2016/7/layout/LinearArrowProcessNumbered"/>
    <dgm:cxn modelId="{BAF5C159-A17C-4DF7-AB0C-2FFB0BC543E2}" type="presParOf" srcId="{498A6083-6549-491C-A578-46E57CC5C719}" destId="{924F941A-3E73-44C8-9EC3-BE8365C31AD9}" srcOrd="0" destOrd="0" presId="urn:microsoft.com/office/officeart/2016/7/layout/LinearArrowProcessNumbered"/>
    <dgm:cxn modelId="{0C56665F-18C8-42C7-AFB0-AD7E9822D974}" type="presParOf" srcId="{498A6083-6549-491C-A578-46E57CC5C719}" destId="{47078DB6-8444-4C30-9C62-EF4294C719A7}" srcOrd="1" destOrd="0" presId="urn:microsoft.com/office/officeart/2016/7/layout/LinearArrowProcessNumbered"/>
    <dgm:cxn modelId="{DF1471B5-73C5-4A0D-9DB2-B0CC4E851B8B}" type="presParOf" srcId="{47078DB6-8444-4C30-9C62-EF4294C719A7}" destId="{1A8CA17E-F2E7-40C4-A34C-E6F218D338F4}" srcOrd="0" destOrd="0" presId="urn:microsoft.com/office/officeart/2016/7/layout/LinearArrowProcessNumbered"/>
    <dgm:cxn modelId="{284343D9-3628-48A5-B996-5826BBA5D378}" type="presParOf" srcId="{47078DB6-8444-4C30-9C62-EF4294C719A7}" destId="{8846C38A-78A9-4EB0-83CF-2F3D42704A64}" srcOrd="1" destOrd="0" presId="urn:microsoft.com/office/officeart/2016/7/layout/LinearArrowProcessNumbered"/>
    <dgm:cxn modelId="{139850D4-63E2-4BD9-89AD-9CF47DDA0AF1}" type="presParOf" srcId="{47078DB6-8444-4C30-9C62-EF4294C719A7}" destId="{9E7BD1A2-8DE5-4B18-8C31-400C2A7B9E46}" srcOrd="2" destOrd="0" presId="urn:microsoft.com/office/officeart/2016/7/layout/LinearArrowProcessNumbered"/>
    <dgm:cxn modelId="{DFC0E471-9E1E-456E-9E1D-BEB10DD63426}" type="presParOf" srcId="{47078DB6-8444-4C30-9C62-EF4294C719A7}" destId="{530B71CA-2F0E-4C8B-B683-AE3C1F283703}" srcOrd="3" destOrd="0" presId="urn:microsoft.com/office/officeart/2016/7/layout/LinearArrowProcessNumbered"/>
    <dgm:cxn modelId="{B3A9B21D-6205-4ACB-AAAF-18E4B0D99BF6}" type="presParOf" srcId="{498A6083-6549-491C-A578-46E57CC5C719}" destId="{A6F714B6-223C-47F8-A860-B6D6D5FF701A}" srcOrd="2" destOrd="0" presId="urn:microsoft.com/office/officeart/2016/7/layout/LinearArrowProcessNumbered"/>
    <dgm:cxn modelId="{D7B647F3-2BF3-4CDF-9A28-3B2D2E53B255}" type="presParOf" srcId="{1B10BFD4-788F-4B50-AF1B-0CD8A9044E14}" destId="{4B4B35EF-88D6-49C0-9AA3-AF2536400F8D}" srcOrd="1" destOrd="0" presId="urn:microsoft.com/office/officeart/2016/7/layout/LinearArrowProcessNumbered"/>
    <dgm:cxn modelId="{CA7FFC7A-3CBA-4A8C-B7BD-09E544B45F27}" type="presParOf" srcId="{1B10BFD4-788F-4B50-AF1B-0CD8A9044E14}" destId="{A7F32712-6A50-470E-9315-B24AEAC93B20}" srcOrd="2" destOrd="0" presId="urn:microsoft.com/office/officeart/2016/7/layout/LinearArrowProcessNumbered"/>
    <dgm:cxn modelId="{E8E1D3FB-214B-458F-A5E3-B7EE8FE834B1}" type="presParOf" srcId="{A7F32712-6A50-470E-9315-B24AEAC93B20}" destId="{11EB750A-9600-445F-B0A8-E75C7B4328FA}" srcOrd="0" destOrd="0" presId="urn:microsoft.com/office/officeart/2016/7/layout/LinearArrowProcessNumbered"/>
    <dgm:cxn modelId="{E8758B09-1576-4428-9C54-EF306AE63244}" type="presParOf" srcId="{A7F32712-6A50-470E-9315-B24AEAC93B20}" destId="{6F4F7476-6874-4FF6-88AF-69855DAA2736}" srcOrd="1" destOrd="0" presId="urn:microsoft.com/office/officeart/2016/7/layout/LinearArrowProcessNumbered"/>
    <dgm:cxn modelId="{94229477-9AF1-4854-82D3-F31E826717FE}" type="presParOf" srcId="{6F4F7476-6874-4FF6-88AF-69855DAA2736}" destId="{DC85FA43-90EB-4F68-863E-6076867A8D23}" srcOrd="0" destOrd="0" presId="urn:microsoft.com/office/officeart/2016/7/layout/LinearArrowProcessNumbered"/>
    <dgm:cxn modelId="{C0F31D2A-18E5-4D06-9AFA-536B3494E4C9}" type="presParOf" srcId="{6F4F7476-6874-4FF6-88AF-69855DAA2736}" destId="{1CD3C3FB-1452-4BBB-8A04-DC3D24D8CBE2}" srcOrd="1" destOrd="0" presId="urn:microsoft.com/office/officeart/2016/7/layout/LinearArrowProcessNumbered"/>
    <dgm:cxn modelId="{74672ADA-59FC-449A-B2F9-4A6874988B87}" type="presParOf" srcId="{6F4F7476-6874-4FF6-88AF-69855DAA2736}" destId="{E7F6151D-4AF0-4DFD-82E8-44E1310B2A39}" srcOrd="2" destOrd="0" presId="urn:microsoft.com/office/officeart/2016/7/layout/LinearArrowProcessNumbered"/>
    <dgm:cxn modelId="{A186FC4F-62A6-4E6D-8A04-F4F253986C9F}" type="presParOf" srcId="{6F4F7476-6874-4FF6-88AF-69855DAA2736}" destId="{A2A4895E-3D0D-44C4-9E57-BFE78AFCD092}" srcOrd="3" destOrd="0" presId="urn:microsoft.com/office/officeart/2016/7/layout/LinearArrowProcessNumbered"/>
    <dgm:cxn modelId="{79B7904A-11DF-4E97-83F7-B4ED461ADD2B}" type="presParOf" srcId="{A7F32712-6A50-470E-9315-B24AEAC93B20}" destId="{0E26C745-8B31-4447-A0F4-CB0423F93DBA}" srcOrd="2" destOrd="0" presId="urn:microsoft.com/office/officeart/2016/7/layout/LinearArrowProcessNumbered"/>
    <dgm:cxn modelId="{2351872A-8B71-4661-9106-88236FA239BE}" type="presParOf" srcId="{1B10BFD4-788F-4B50-AF1B-0CD8A9044E14}" destId="{14D60F55-5064-46F0-A5D5-481D3D335169}" srcOrd="3" destOrd="0" presId="urn:microsoft.com/office/officeart/2016/7/layout/LinearArrowProcessNumbered"/>
    <dgm:cxn modelId="{3D0D4EDD-8EA4-42F3-B952-8359EF771500}" type="presParOf" srcId="{1B10BFD4-788F-4B50-AF1B-0CD8A9044E14}" destId="{044C1B33-3C84-48C9-95E5-A6CF868AEE02}" srcOrd="4" destOrd="0" presId="urn:microsoft.com/office/officeart/2016/7/layout/LinearArrowProcessNumbered"/>
    <dgm:cxn modelId="{A3A2E5B2-35DC-4695-8EB8-84BF130CD460}" type="presParOf" srcId="{044C1B33-3C84-48C9-95E5-A6CF868AEE02}" destId="{EF823873-268C-4BE9-91BC-9985ECCFC755}" srcOrd="0" destOrd="0" presId="urn:microsoft.com/office/officeart/2016/7/layout/LinearArrowProcessNumbered"/>
    <dgm:cxn modelId="{77903328-2BA8-4C98-A650-00BE9890FBF2}" type="presParOf" srcId="{044C1B33-3C84-48C9-95E5-A6CF868AEE02}" destId="{DA9E6952-274D-4DF1-8DBB-90C2285F09C0}" srcOrd="1" destOrd="0" presId="urn:microsoft.com/office/officeart/2016/7/layout/LinearArrowProcessNumbered"/>
    <dgm:cxn modelId="{A234F6D7-4DF3-4ACD-8EE8-D835DF8B85E8}" type="presParOf" srcId="{DA9E6952-274D-4DF1-8DBB-90C2285F09C0}" destId="{9F82C150-DB79-4ABD-A18E-22484312E7D0}" srcOrd="0" destOrd="0" presId="urn:microsoft.com/office/officeart/2016/7/layout/LinearArrowProcessNumbered"/>
    <dgm:cxn modelId="{6929B7FE-762E-4CB3-9B34-0A8A8244C212}" type="presParOf" srcId="{DA9E6952-274D-4DF1-8DBB-90C2285F09C0}" destId="{18589A6C-D0B9-4EAE-A4C2-6F24916A2A89}" srcOrd="1" destOrd="0" presId="urn:microsoft.com/office/officeart/2016/7/layout/LinearArrowProcessNumbered"/>
    <dgm:cxn modelId="{AA94FA87-ABF3-473A-986F-6CF1C7B49104}" type="presParOf" srcId="{DA9E6952-274D-4DF1-8DBB-90C2285F09C0}" destId="{EBB2BC89-7E59-404A-9CD6-6002DAE6E511}" srcOrd="2" destOrd="0" presId="urn:microsoft.com/office/officeart/2016/7/layout/LinearArrowProcessNumbered"/>
    <dgm:cxn modelId="{17D5334E-580E-43DC-8267-357C7FD08789}" type="presParOf" srcId="{DA9E6952-274D-4DF1-8DBB-90C2285F09C0}" destId="{40F38572-EAAF-47BB-BEE4-A0A41C4F0F86}" srcOrd="3" destOrd="0" presId="urn:microsoft.com/office/officeart/2016/7/layout/LinearArrowProcessNumbered"/>
    <dgm:cxn modelId="{EB08A768-CAE8-4A9A-BF43-B46F0D0A3BA3}" type="presParOf" srcId="{044C1B33-3C84-48C9-95E5-A6CF868AEE02}" destId="{7B2F3CAD-0D9B-4C1C-B08D-F4763C965DCF}" srcOrd="2" destOrd="0" presId="urn:microsoft.com/office/officeart/2016/7/layout/LinearArrowProcessNumbered"/>
    <dgm:cxn modelId="{D726B1FB-8D91-47B6-85F0-785DE87FCCEB}" type="presParOf" srcId="{1B10BFD4-788F-4B50-AF1B-0CD8A9044E14}" destId="{87FCF32A-CB83-4AA1-85DE-1807434F1FF7}" srcOrd="5" destOrd="0" presId="urn:microsoft.com/office/officeart/2016/7/layout/LinearArrowProcessNumbered"/>
    <dgm:cxn modelId="{52A9E4C7-7E48-41E0-B11E-8984CBCD2BC9}" type="presParOf" srcId="{1B10BFD4-788F-4B50-AF1B-0CD8A9044E14}" destId="{8C5E83D8-3CB3-4852-B6F3-CC675CA4B19B}" srcOrd="6" destOrd="0" presId="urn:microsoft.com/office/officeart/2016/7/layout/LinearArrowProcessNumbered"/>
    <dgm:cxn modelId="{241FF01D-9B98-4B72-834C-9D6934E2C9C1}" type="presParOf" srcId="{8C5E83D8-3CB3-4852-B6F3-CC675CA4B19B}" destId="{1D5E0F01-A24B-437F-BC41-A8D666074D1A}" srcOrd="0" destOrd="0" presId="urn:microsoft.com/office/officeart/2016/7/layout/LinearArrowProcessNumbered"/>
    <dgm:cxn modelId="{FE94BD88-EE59-4915-AC3D-D1AC5F1AC3AE}" type="presParOf" srcId="{8C5E83D8-3CB3-4852-B6F3-CC675CA4B19B}" destId="{1DBE2260-4449-4DDE-BE39-B754926A6B04}" srcOrd="1" destOrd="0" presId="urn:microsoft.com/office/officeart/2016/7/layout/LinearArrowProcessNumbered"/>
    <dgm:cxn modelId="{DBAC23A6-D2DB-4FA3-88D8-A344385816FB}" type="presParOf" srcId="{1DBE2260-4449-4DDE-BE39-B754926A6B04}" destId="{F313ED8E-B2B3-4D82-9DF3-A66086FB5E6E}" srcOrd="0" destOrd="0" presId="urn:microsoft.com/office/officeart/2016/7/layout/LinearArrowProcessNumbered"/>
    <dgm:cxn modelId="{0A3020F5-2855-4947-B5F2-C79B4404FAA8}" type="presParOf" srcId="{1DBE2260-4449-4DDE-BE39-B754926A6B04}" destId="{B56392CD-57C9-43E0-93F2-9E00659AC781}" srcOrd="1" destOrd="0" presId="urn:microsoft.com/office/officeart/2016/7/layout/LinearArrowProcessNumbered"/>
    <dgm:cxn modelId="{2800A2DB-32C7-489F-A068-138166FCED84}" type="presParOf" srcId="{1DBE2260-4449-4DDE-BE39-B754926A6B04}" destId="{BB56BDF9-0126-465C-AD52-410379C9B38E}" srcOrd="2" destOrd="0" presId="urn:microsoft.com/office/officeart/2016/7/layout/LinearArrowProcessNumbered"/>
    <dgm:cxn modelId="{E9009134-6A67-4471-820D-308FC8573AF6}" type="presParOf" srcId="{1DBE2260-4449-4DDE-BE39-B754926A6B04}" destId="{7C5DF891-CD70-4CC6-9EEE-17C7DDB093BC}" srcOrd="3" destOrd="0" presId="urn:microsoft.com/office/officeart/2016/7/layout/LinearArrowProcessNumbered"/>
    <dgm:cxn modelId="{65FAD702-3747-418B-A11A-4DF93DB6D566}" type="presParOf" srcId="{8C5E83D8-3CB3-4852-B6F3-CC675CA4B19B}" destId="{D9AC04EA-F800-44B9-8A54-10A9013F308D}" srcOrd="2" destOrd="0" presId="urn:microsoft.com/office/officeart/2016/7/layout/LinearArrowProcessNumbered"/>
    <dgm:cxn modelId="{1A6C1D16-C415-434F-BDDE-472CC16CD51C}" type="presParOf" srcId="{1B10BFD4-788F-4B50-AF1B-0CD8A9044E14}" destId="{C948F57D-53B2-4206-9636-28D896774455}" srcOrd="7" destOrd="0" presId="urn:microsoft.com/office/officeart/2016/7/layout/LinearArrowProcessNumbered"/>
    <dgm:cxn modelId="{EE4BEAFC-BCC3-4AAE-B73C-1BCDF57F7DBF}" type="presParOf" srcId="{1B10BFD4-788F-4B50-AF1B-0CD8A9044E14}" destId="{4FA79895-9D14-44EF-B84B-CAE085BBB9D5}" srcOrd="8" destOrd="0" presId="urn:microsoft.com/office/officeart/2016/7/layout/LinearArrowProcessNumbered"/>
    <dgm:cxn modelId="{55787D04-605E-43E4-845C-E7D7D756A19C}" type="presParOf" srcId="{4FA79895-9D14-44EF-B84B-CAE085BBB9D5}" destId="{D1F56989-9CE3-47CE-B753-B1EE8FF31943}" srcOrd="0" destOrd="0" presId="urn:microsoft.com/office/officeart/2016/7/layout/LinearArrowProcessNumbered"/>
    <dgm:cxn modelId="{580C485C-AD58-41B4-BB14-D9053AFDAC6C}" type="presParOf" srcId="{4FA79895-9D14-44EF-B84B-CAE085BBB9D5}" destId="{99BB9FA8-2487-4A18-B3AF-C0AF18101146}" srcOrd="1" destOrd="0" presId="urn:microsoft.com/office/officeart/2016/7/layout/LinearArrowProcessNumbered"/>
    <dgm:cxn modelId="{A81E71C2-0067-4569-AC71-E8CAD10E37A9}" type="presParOf" srcId="{99BB9FA8-2487-4A18-B3AF-C0AF18101146}" destId="{80BD528A-7DBF-4C8F-910B-B347CB261626}" srcOrd="0" destOrd="0" presId="urn:microsoft.com/office/officeart/2016/7/layout/LinearArrowProcessNumbered"/>
    <dgm:cxn modelId="{0C0D465E-759F-4C27-B60B-F9C9CCD22DA4}" type="presParOf" srcId="{99BB9FA8-2487-4A18-B3AF-C0AF18101146}" destId="{37D4B378-D135-4F71-B012-39382E4D247E}" srcOrd="1" destOrd="0" presId="urn:microsoft.com/office/officeart/2016/7/layout/LinearArrowProcessNumbered"/>
    <dgm:cxn modelId="{DA2AC4BC-7C98-4B35-A4E0-AFA6B78CCA6B}" type="presParOf" srcId="{99BB9FA8-2487-4A18-B3AF-C0AF18101146}" destId="{CD05A386-AEF4-42BD-8A16-2E04A2ED8C32}" srcOrd="2" destOrd="0" presId="urn:microsoft.com/office/officeart/2016/7/layout/LinearArrowProcessNumbered"/>
    <dgm:cxn modelId="{2C4E66A5-BB04-427C-B224-E9EA7CC53F59}" type="presParOf" srcId="{99BB9FA8-2487-4A18-B3AF-C0AF18101146}" destId="{0BD91037-C39E-4DF5-ABDF-67E580C5B463}" srcOrd="3" destOrd="0" presId="urn:microsoft.com/office/officeart/2016/7/layout/LinearArrowProcessNumbered"/>
    <dgm:cxn modelId="{5B8B5CF7-10D4-4D89-BA0F-8835C069E74D}" type="presParOf" srcId="{4FA79895-9D14-44EF-B84B-CAE085BBB9D5}" destId="{BFBB3AF0-9B4B-4F33-93D3-DF0EA7559EB1}" srcOrd="2" destOrd="0" presId="urn:microsoft.com/office/officeart/2016/7/layout/LinearArrowProcessNumbered"/>
    <dgm:cxn modelId="{ED0EE5B4-6316-48E8-9D4B-A5C7B5106374}" type="presParOf" srcId="{1B10BFD4-788F-4B50-AF1B-0CD8A9044E14}" destId="{87F41A23-64C8-4162-9A32-FEE0A55EF8DB}" srcOrd="9" destOrd="0" presId="urn:microsoft.com/office/officeart/2016/7/layout/LinearArrowProcessNumbered"/>
    <dgm:cxn modelId="{87776F08-AF20-4A1B-B08A-52B665ABFB4C}" type="presParOf" srcId="{1B10BFD4-788F-4B50-AF1B-0CD8A9044E14}" destId="{D6DCC4F8-9DBE-4464-BBAC-DECBBEF18957}" srcOrd="10" destOrd="0" presId="urn:microsoft.com/office/officeart/2016/7/layout/LinearArrowProcessNumbered"/>
    <dgm:cxn modelId="{E6FFC2AC-71D8-40D7-B48C-05F2B7827221}" type="presParOf" srcId="{D6DCC4F8-9DBE-4464-BBAC-DECBBEF18957}" destId="{77143DCB-AAE9-48C9-A647-E2CB070C25A1}" srcOrd="0" destOrd="0" presId="urn:microsoft.com/office/officeart/2016/7/layout/LinearArrowProcessNumbered"/>
    <dgm:cxn modelId="{9BD6EE28-8FF2-4352-A5DF-8AF31E3733BD}" type="presParOf" srcId="{D6DCC4F8-9DBE-4464-BBAC-DECBBEF18957}" destId="{F65EF0AD-C8EA-4EDB-BE43-8C32616C62E9}" srcOrd="1" destOrd="0" presId="urn:microsoft.com/office/officeart/2016/7/layout/LinearArrowProcessNumbered"/>
    <dgm:cxn modelId="{ABFDDAA9-C384-483B-8BF2-96ED7329FE81}" type="presParOf" srcId="{F65EF0AD-C8EA-4EDB-BE43-8C32616C62E9}" destId="{A3EDB125-EA90-46E8-899A-A99A5C98F277}" srcOrd="0" destOrd="0" presId="urn:microsoft.com/office/officeart/2016/7/layout/LinearArrowProcessNumbered"/>
    <dgm:cxn modelId="{A676EB9E-F036-49D6-A94F-24D5FF27F785}" type="presParOf" srcId="{F65EF0AD-C8EA-4EDB-BE43-8C32616C62E9}" destId="{62CE964B-1A5C-4A1B-AE4F-CBA95A7CA6DB}" srcOrd="1" destOrd="0" presId="urn:microsoft.com/office/officeart/2016/7/layout/LinearArrowProcessNumbered"/>
    <dgm:cxn modelId="{B7C68056-D1C9-40C5-BAEA-361616F95B30}" type="presParOf" srcId="{F65EF0AD-C8EA-4EDB-BE43-8C32616C62E9}" destId="{6555F8ED-B67C-46E2-9055-3D37F5973BAE}" srcOrd="2" destOrd="0" presId="urn:microsoft.com/office/officeart/2016/7/layout/LinearArrowProcessNumbered"/>
    <dgm:cxn modelId="{B1EE6F32-BBE8-4109-8F81-1C9C095F982E}" type="presParOf" srcId="{F65EF0AD-C8EA-4EDB-BE43-8C32616C62E9}" destId="{E5C9765B-DD49-4B3A-AA23-89FC79CB1AC5}" srcOrd="3" destOrd="0" presId="urn:microsoft.com/office/officeart/2016/7/layout/LinearArrowProcessNumbered"/>
    <dgm:cxn modelId="{932795A4-9C1C-45E9-A193-685DFEA90D2F}" type="presParOf" srcId="{D6DCC4F8-9DBE-4464-BBAC-DECBBEF18957}" destId="{41D7352E-7E19-4019-B9B8-B40D94C9959C}" srcOrd="2" destOrd="0" presId="urn:microsoft.com/office/officeart/2016/7/layout/LinearArrowProcessNumbered"/>
    <dgm:cxn modelId="{F56FA358-021D-4285-A17A-EDF8E94BECC4}" type="presParOf" srcId="{1B10BFD4-788F-4B50-AF1B-0CD8A9044E14}" destId="{FE6945DE-1269-4414-8F1F-4C8AA857D736}" srcOrd="11" destOrd="0" presId="urn:microsoft.com/office/officeart/2016/7/layout/LinearArrowProcessNumbered"/>
    <dgm:cxn modelId="{9E6AE175-FE41-4B17-9227-6611B20CC9E2}" type="presParOf" srcId="{1B10BFD4-788F-4B50-AF1B-0CD8A9044E14}" destId="{AAB2B1B7-F512-45FD-824A-5ABA54DBEBAA}" srcOrd="12" destOrd="0" presId="urn:microsoft.com/office/officeart/2016/7/layout/LinearArrowProcessNumbered"/>
    <dgm:cxn modelId="{14408557-21FF-466C-9432-1F9669DEC32C}" type="presParOf" srcId="{AAB2B1B7-F512-45FD-824A-5ABA54DBEBAA}" destId="{61C6A084-C11D-4207-957D-CBAC74194BB3}" srcOrd="0" destOrd="0" presId="urn:microsoft.com/office/officeart/2016/7/layout/LinearArrowProcessNumbered"/>
    <dgm:cxn modelId="{6B4A06B1-47AF-4ACA-8EA7-86AA9CB71F3A}" type="presParOf" srcId="{AAB2B1B7-F512-45FD-824A-5ABA54DBEBAA}" destId="{4A24AD62-B0A2-4A51-B5B9-4ECA335746FF}" srcOrd="1" destOrd="0" presId="urn:microsoft.com/office/officeart/2016/7/layout/LinearArrowProcessNumbered"/>
    <dgm:cxn modelId="{73FB34DF-2AD3-4522-AA4F-B77306249370}" type="presParOf" srcId="{4A24AD62-B0A2-4A51-B5B9-4ECA335746FF}" destId="{D18D8586-6B93-4D70-8CC3-DAD779204482}" srcOrd="0" destOrd="0" presId="urn:microsoft.com/office/officeart/2016/7/layout/LinearArrowProcessNumbered"/>
    <dgm:cxn modelId="{76DA76BF-8641-429A-B14C-9E07FFE685B7}" type="presParOf" srcId="{4A24AD62-B0A2-4A51-B5B9-4ECA335746FF}" destId="{2D9C1DA1-DF8A-4B3C-915C-8594D05B7E87}" srcOrd="1" destOrd="0" presId="urn:microsoft.com/office/officeart/2016/7/layout/LinearArrowProcessNumbered"/>
    <dgm:cxn modelId="{259B31C6-B771-4141-BC52-3AAF43BDD62E}" type="presParOf" srcId="{4A24AD62-B0A2-4A51-B5B9-4ECA335746FF}" destId="{68CDD619-3640-4442-A40F-49B8B0CFB149}" srcOrd="2" destOrd="0" presId="urn:microsoft.com/office/officeart/2016/7/layout/LinearArrowProcessNumbered"/>
    <dgm:cxn modelId="{D6950210-2553-4EEF-AE9F-423B188B3CD9}" type="presParOf" srcId="{4A24AD62-B0A2-4A51-B5B9-4ECA335746FF}" destId="{4DE90AB7-9CF2-466D-BDA9-05CFA4600104}" srcOrd="3" destOrd="0" presId="urn:microsoft.com/office/officeart/2016/7/layout/LinearArrowProcessNumbered"/>
    <dgm:cxn modelId="{F693FE3F-7F7B-46B0-8FC2-F46574C79F40}" type="presParOf" srcId="{AAB2B1B7-F512-45FD-824A-5ABA54DBEBAA}" destId="{31C93380-A92D-4CD8-94A5-4EEF045BD45E}" srcOrd="2" destOrd="0" presId="urn:microsoft.com/office/officeart/2016/7/layout/LinearArrowProcessNumbered"/>
    <dgm:cxn modelId="{9AD16175-783D-470B-BF82-882C08EF58AB}" type="presParOf" srcId="{1B10BFD4-788F-4B50-AF1B-0CD8A9044E14}" destId="{325FA01D-02E0-4EE9-B086-49B667F4BE6A}" srcOrd="13" destOrd="0" presId="urn:microsoft.com/office/officeart/2016/7/layout/LinearArrowProcessNumbered"/>
    <dgm:cxn modelId="{28CE51CE-7F3C-4867-B34E-2B63BE952A55}" type="presParOf" srcId="{1B10BFD4-788F-4B50-AF1B-0CD8A9044E14}" destId="{54D43E43-F1F1-406F-A0E7-CAC90EB2BBED}" srcOrd="14" destOrd="0" presId="urn:microsoft.com/office/officeart/2016/7/layout/LinearArrowProcessNumbered"/>
    <dgm:cxn modelId="{18C911C9-7557-423B-96CD-5E750A9704C5}" type="presParOf" srcId="{54D43E43-F1F1-406F-A0E7-CAC90EB2BBED}" destId="{CAA986F4-B645-4BD6-99B4-A6281ACA821C}" srcOrd="0" destOrd="0" presId="urn:microsoft.com/office/officeart/2016/7/layout/LinearArrowProcessNumbered"/>
    <dgm:cxn modelId="{D90845E0-1506-4A9F-83CF-DCBD0D8F1767}" type="presParOf" srcId="{54D43E43-F1F1-406F-A0E7-CAC90EB2BBED}" destId="{A2256760-9A28-4AF9-ABDB-DE35201D51BE}" srcOrd="1" destOrd="0" presId="urn:microsoft.com/office/officeart/2016/7/layout/LinearArrowProcessNumbered"/>
    <dgm:cxn modelId="{B0831BDF-241F-44CE-AE6A-699B97A9CB30}" type="presParOf" srcId="{A2256760-9A28-4AF9-ABDB-DE35201D51BE}" destId="{7A1C77D3-6585-4FEE-A0FA-9F7DE3C92A4C}" srcOrd="0" destOrd="0" presId="urn:microsoft.com/office/officeart/2016/7/layout/LinearArrowProcessNumbered"/>
    <dgm:cxn modelId="{8A9308BC-6AC5-4584-BE3F-C33A25EE09B2}" type="presParOf" srcId="{A2256760-9A28-4AF9-ABDB-DE35201D51BE}" destId="{62FA5C75-AC03-402D-84B9-2D04D471C26A}" srcOrd="1" destOrd="0" presId="urn:microsoft.com/office/officeart/2016/7/layout/LinearArrowProcessNumbered"/>
    <dgm:cxn modelId="{42FF66DD-0CF3-47F2-88DD-57F4CDD906EC}" type="presParOf" srcId="{A2256760-9A28-4AF9-ABDB-DE35201D51BE}" destId="{D7CA6A11-C81E-4EAA-AD91-C780457299DB}" srcOrd="2" destOrd="0" presId="urn:microsoft.com/office/officeart/2016/7/layout/LinearArrowProcessNumbered"/>
    <dgm:cxn modelId="{6A6E8469-DED9-4439-B004-31A904750148}" type="presParOf" srcId="{A2256760-9A28-4AF9-ABDB-DE35201D51BE}" destId="{23C159F8-D1F9-410E-899A-66BA7BFB210D}" srcOrd="3" destOrd="0" presId="urn:microsoft.com/office/officeart/2016/7/layout/LinearArrowProcessNumbered"/>
    <dgm:cxn modelId="{2B6C6274-EB9B-446A-8A0A-B39DEE25F530}" type="presParOf" srcId="{54D43E43-F1F1-406F-A0E7-CAC90EB2BBED}" destId="{E2B03F13-F599-4590-8F94-5D00B93F0A83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86A7C0F-3AB7-400D-908A-0B452B4A723A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accent6_2" csCatId="accent6" phldr="1"/>
      <dgm:spPr/>
      <dgm:t>
        <a:bodyPr/>
        <a:lstStyle/>
        <a:p>
          <a:endParaRPr lang="en-US"/>
        </a:p>
      </dgm:t>
    </dgm:pt>
    <dgm:pt modelId="{D18EEEDA-7E6D-4C04-8746-707366A65A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Book management (add, view, delete, availability).</a:t>
          </a:r>
        </a:p>
      </dgm:t>
    </dgm:pt>
    <dgm:pt modelId="{B3CCE4BD-C2D0-49B6-BAEA-08816400E102}" type="parTrans" cxnId="{52A6F5B1-3232-4354-AF3F-87E4758FE9CA}">
      <dgm:prSet/>
      <dgm:spPr/>
      <dgm:t>
        <a:bodyPr/>
        <a:lstStyle/>
        <a:p>
          <a:endParaRPr lang="en-US"/>
        </a:p>
      </dgm:t>
    </dgm:pt>
    <dgm:pt modelId="{8AF9F8E0-27CF-4B15-9E61-786647DC348E}" type="sibTrans" cxnId="{52A6F5B1-3232-4354-AF3F-87E4758FE9C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2B3B650-B20A-4DF6-9EA1-543FE455B9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Member management with loan rules.</a:t>
          </a:r>
        </a:p>
      </dgm:t>
    </dgm:pt>
    <dgm:pt modelId="{D58EC9A8-2D04-4057-BEA9-7A78F168541D}" type="parTrans" cxnId="{D4155381-A34D-41A5-911F-0B65212C3730}">
      <dgm:prSet/>
      <dgm:spPr/>
      <dgm:t>
        <a:bodyPr/>
        <a:lstStyle/>
        <a:p>
          <a:endParaRPr lang="en-US"/>
        </a:p>
      </dgm:t>
    </dgm:pt>
    <dgm:pt modelId="{B5A7148B-9650-44AB-9E50-BAFCACC3B39C}" type="sibTrans" cxnId="{D4155381-A34D-41A5-911F-0B65212C373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3C51952-DB84-4CB5-B09E-C72E0528E2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Borrow &amp; return system with automatic fine calculation.</a:t>
          </a:r>
        </a:p>
      </dgm:t>
    </dgm:pt>
    <dgm:pt modelId="{14080624-9E8B-450B-A28E-D951FFF7C382}" type="parTrans" cxnId="{BB35E7AD-E1FE-44F9-9ABA-1A0B2A049C72}">
      <dgm:prSet/>
      <dgm:spPr/>
      <dgm:t>
        <a:bodyPr/>
        <a:lstStyle/>
        <a:p>
          <a:endParaRPr lang="en-US"/>
        </a:p>
      </dgm:t>
    </dgm:pt>
    <dgm:pt modelId="{314B8A54-E64C-47FF-86A8-BA02F865E19F}" type="sibTrans" cxnId="{BB35E7AD-E1FE-44F9-9ABA-1A0B2A049C7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BA5B29B-8A27-4531-A30C-E5602055EE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React-based modern UI with real-time updates.</a:t>
          </a:r>
        </a:p>
      </dgm:t>
    </dgm:pt>
    <dgm:pt modelId="{E7B519B6-61B7-44AD-BAA1-C8F3F15225B0}" type="parTrans" cxnId="{7B04EA65-60C0-4172-8AF9-3FD2FFA97C11}">
      <dgm:prSet/>
      <dgm:spPr/>
      <dgm:t>
        <a:bodyPr/>
        <a:lstStyle/>
        <a:p>
          <a:endParaRPr lang="en-US"/>
        </a:p>
      </dgm:t>
    </dgm:pt>
    <dgm:pt modelId="{7D8851DE-09AB-46D6-95E3-40FD9EC364F3}" type="sibTrans" cxnId="{7B04EA65-60C0-4172-8AF9-3FD2FFA97C1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DB15B40-E2D3-4476-8A62-37EB73F72C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Seamless integration between frontend and backend.</a:t>
          </a:r>
        </a:p>
      </dgm:t>
    </dgm:pt>
    <dgm:pt modelId="{31F6887A-5C34-4F2A-B325-0E315AD4B2E6}" type="parTrans" cxnId="{CCC53D6A-EE09-4B48-9976-96BCB011300D}">
      <dgm:prSet/>
      <dgm:spPr/>
      <dgm:t>
        <a:bodyPr/>
        <a:lstStyle/>
        <a:p>
          <a:endParaRPr lang="en-US"/>
        </a:p>
      </dgm:t>
    </dgm:pt>
    <dgm:pt modelId="{9066D10C-A6D2-415C-8319-138BF876A33D}" type="sibTrans" cxnId="{CCC53D6A-EE09-4B48-9976-96BCB011300D}">
      <dgm:prSet/>
      <dgm:spPr/>
      <dgm:t>
        <a:bodyPr/>
        <a:lstStyle/>
        <a:p>
          <a:endParaRPr lang="en-US"/>
        </a:p>
      </dgm:t>
    </dgm:pt>
    <dgm:pt modelId="{3351CA37-1068-4BFF-919A-B940AC51168A}" type="pres">
      <dgm:prSet presAssocID="{D86A7C0F-3AB7-400D-908A-0B452B4A723A}" presName="root" presStyleCnt="0">
        <dgm:presLayoutVars>
          <dgm:dir/>
          <dgm:resizeHandles val="exact"/>
        </dgm:presLayoutVars>
      </dgm:prSet>
      <dgm:spPr/>
    </dgm:pt>
    <dgm:pt modelId="{F0BDCD57-91B7-479D-835E-DAA5B550C04F}" type="pres">
      <dgm:prSet presAssocID="{D86A7C0F-3AB7-400D-908A-0B452B4A723A}" presName="container" presStyleCnt="0">
        <dgm:presLayoutVars>
          <dgm:dir/>
          <dgm:resizeHandles val="exact"/>
        </dgm:presLayoutVars>
      </dgm:prSet>
      <dgm:spPr/>
    </dgm:pt>
    <dgm:pt modelId="{A745EC03-A312-4B1F-A0DC-F7B4A728F628}" type="pres">
      <dgm:prSet presAssocID="{D18EEEDA-7E6D-4C04-8746-707366A65A12}" presName="compNode" presStyleCnt="0"/>
      <dgm:spPr/>
    </dgm:pt>
    <dgm:pt modelId="{2D0D65E2-E858-4B42-941F-54E38CD6F23D}" type="pres">
      <dgm:prSet presAssocID="{D18EEEDA-7E6D-4C04-8746-707366A65A12}" presName="iconBgRect" presStyleLbl="bgShp" presStyleIdx="0" presStyleCnt="5"/>
      <dgm:spPr/>
    </dgm:pt>
    <dgm:pt modelId="{8CD4BC52-27FD-4AEF-B233-5E136064F404}" type="pres">
      <dgm:prSet presAssocID="{D18EEEDA-7E6D-4C04-8746-707366A65A1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3FC62485-9129-4873-881C-DE6BDDDC8DDA}" type="pres">
      <dgm:prSet presAssocID="{D18EEEDA-7E6D-4C04-8746-707366A65A12}" presName="spaceRect" presStyleCnt="0"/>
      <dgm:spPr/>
    </dgm:pt>
    <dgm:pt modelId="{EE09E3C6-D270-4E70-8C42-501519F189E7}" type="pres">
      <dgm:prSet presAssocID="{D18EEEDA-7E6D-4C04-8746-707366A65A12}" presName="textRect" presStyleLbl="revTx" presStyleIdx="0" presStyleCnt="5">
        <dgm:presLayoutVars>
          <dgm:chMax val="1"/>
          <dgm:chPref val="1"/>
        </dgm:presLayoutVars>
      </dgm:prSet>
      <dgm:spPr/>
    </dgm:pt>
    <dgm:pt modelId="{32A0BE85-1CA0-4DC6-AE47-41C7B6C47E44}" type="pres">
      <dgm:prSet presAssocID="{8AF9F8E0-27CF-4B15-9E61-786647DC348E}" presName="sibTrans" presStyleLbl="sibTrans2D1" presStyleIdx="0" presStyleCnt="0"/>
      <dgm:spPr/>
    </dgm:pt>
    <dgm:pt modelId="{1DFAF4F7-A787-4DF0-A427-0E4BFDC676A2}" type="pres">
      <dgm:prSet presAssocID="{C2B3B650-B20A-4DF6-9EA1-543FE455B922}" presName="compNode" presStyleCnt="0"/>
      <dgm:spPr/>
    </dgm:pt>
    <dgm:pt modelId="{D4E4C013-B32F-4A4D-9659-86C2EDB59D0F}" type="pres">
      <dgm:prSet presAssocID="{C2B3B650-B20A-4DF6-9EA1-543FE455B922}" presName="iconBgRect" presStyleLbl="bgShp" presStyleIdx="1" presStyleCnt="5"/>
      <dgm:spPr/>
    </dgm:pt>
    <dgm:pt modelId="{A024A698-FC46-4647-B09F-F9BBF89F38BE}" type="pres">
      <dgm:prSet presAssocID="{C2B3B650-B20A-4DF6-9EA1-543FE455B92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D6BD38E9-D672-4AD4-9981-C09B6C7C2CF6}" type="pres">
      <dgm:prSet presAssocID="{C2B3B650-B20A-4DF6-9EA1-543FE455B922}" presName="spaceRect" presStyleCnt="0"/>
      <dgm:spPr/>
    </dgm:pt>
    <dgm:pt modelId="{C10DDA6F-EFB9-4D84-938F-C4A7AB4E3874}" type="pres">
      <dgm:prSet presAssocID="{C2B3B650-B20A-4DF6-9EA1-543FE455B922}" presName="textRect" presStyleLbl="revTx" presStyleIdx="1" presStyleCnt="5">
        <dgm:presLayoutVars>
          <dgm:chMax val="1"/>
          <dgm:chPref val="1"/>
        </dgm:presLayoutVars>
      </dgm:prSet>
      <dgm:spPr/>
    </dgm:pt>
    <dgm:pt modelId="{4E2485BF-665E-4161-9C31-E429CB513CD1}" type="pres">
      <dgm:prSet presAssocID="{B5A7148B-9650-44AB-9E50-BAFCACC3B39C}" presName="sibTrans" presStyleLbl="sibTrans2D1" presStyleIdx="0" presStyleCnt="0"/>
      <dgm:spPr/>
    </dgm:pt>
    <dgm:pt modelId="{E1A46E9A-DC20-4071-9DB2-4616E4FEA597}" type="pres">
      <dgm:prSet presAssocID="{23C51952-DB84-4CB5-B09E-C72E0528E2D3}" presName="compNode" presStyleCnt="0"/>
      <dgm:spPr/>
    </dgm:pt>
    <dgm:pt modelId="{6616537C-8406-4FE3-ADBC-C1BB3A229825}" type="pres">
      <dgm:prSet presAssocID="{23C51952-DB84-4CB5-B09E-C72E0528E2D3}" presName="iconBgRect" presStyleLbl="bgShp" presStyleIdx="2" presStyleCnt="5"/>
      <dgm:spPr/>
    </dgm:pt>
    <dgm:pt modelId="{77F4431D-D46B-47DB-A957-B0277E6A0B1E}" type="pres">
      <dgm:prSet presAssocID="{23C51952-DB84-4CB5-B09E-C72E0528E2D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AD43E64B-1D1A-4E80-8C70-9626ECDB0C3C}" type="pres">
      <dgm:prSet presAssocID="{23C51952-DB84-4CB5-B09E-C72E0528E2D3}" presName="spaceRect" presStyleCnt="0"/>
      <dgm:spPr/>
    </dgm:pt>
    <dgm:pt modelId="{23AF688E-5FAC-4563-9A38-2B37C05CF032}" type="pres">
      <dgm:prSet presAssocID="{23C51952-DB84-4CB5-B09E-C72E0528E2D3}" presName="textRect" presStyleLbl="revTx" presStyleIdx="2" presStyleCnt="5">
        <dgm:presLayoutVars>
          <dgm:chMax val="1"/>
          <dgm:chPref val="1"/>
        </dgm:presLayoutVars>
      </dgm:prSet>
      <dgm:spPr/>
    </dgm:pt>
    <dgm:pt modelId="{BC15641E-39D7-4D44-8B1D-B27F79412BCC}" type="pres">
      <dgm:prSet presAssocID="{314B8A54-E64C-47FF-86A8-BA02F865E19F}" presName="sibTrans" presStyleLbl="sibTrans2D1" presStyleIdx="0" presStyleCnt="0"/>
      <dgm:spPr/>
    </dgm:pt>
    <dgm:pt modelId="{46CF29F9-DE80-45D5-BCF3-2F3DAF22981A}" type="pres">
      <dgm:prSet presAssocID="{0BA5B29B-8A27-4531-A30C-E5602055EEB1}" presName="compNode" presStyleCnt="0"/>
      <dgm:spPr/>
    </dgm:pt>
    <dgm:pt modelId="{2056B7A1-7BFB-4E32-9C93-8DCA6C9EF2A4}" type="pres">
      <dgm:prSet presAssocID="{0BA5B29B-8A27-4531-A30C-E5602055EEB1}" presName="iconBgRect" presStyleLbl="bgShp" presStyleIdx="3" presStyleCnt="5"/>
      <dgm:spPr/>
    </dgm:pt>
    <dgm:pt modelId="{773C5F40-0227-44D0-BAC4-8F8A8FF64F19}" type="pres">
      <dgm:prSet presAssocID="{0BA5B29B-8A27-4531-A30C-E5602055EEB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14422F5F-412E-42B9-95C1-6A85573DBA29}" type="pres">
      <dgm:prSet presAssocID="{0BA5B29B-8A27-4531-A30C-E5602055EEB1}" presName="spaceRect" presStyleCnt="0"/>
      <dgm:spPr/>
    </dgm:pt>
    <dgm:pt modelId="{DC988432-E9D5-4193-8F7E-85AC1F38725A}" type="pres">
      <dgm:prSet presAssocID="{0BA5B29B-8A27-4531-A30C-E5602055EEB1}" presName="textRect" presStyleLbl="revTx" presStyleIdx="3" presStyleCnt="5">
        <dgm:presLayoutVars>
          <dgm:chMax val="1"/>
          <dgm:chPref val="1"/>
        </dgm:presLayoutVars>
      </dgm:prSet>
      <dgm:spPr/>
    </dgm:pt>
    <dgm:pt modelId="{5654DB6B-8623-4C98-BDFE-8BD16911E195}" type="pres">
      <dgm:prSet presAssocID="{7D8851DE-09AB-46D6-95E3-40FD9EC364F3}" presName="sibTrans" presStyleLbl="sibTrans2D1" presStyleIdx="0" presStyleCnt="0"/>
      <dgm:spPr/>
    </dgm:pt>
    <dgm:pt modelId="{7099B429-0674-4F1D-86CD-E755F8056E07}" type="pres">
      <dgm:prSet presAssocID="{DDB15B40-E2D3-4476-8A62-37EB73F72C0B}" presName="compNode" presStyleCnt="0"/>
      <dgm:spPr/>
    </dgm:pt>
    <dgm:pt modelId="{9459F40F-1DF6-4113-BD98-CF6DEE5F61C5}" type="pres">
      <dgm:prSet presAssocID="{DDB15B40-E2D3-4476-8A62-37EB73F72C0B}" presName="iconBgRect" presStyleLbl="bgShp" presStyleIdx="4" presStyleCnt="5"/>
      <dgm:spPr/>
    </dgm:pt>
    <dgm:pt modelId="{BD70630E-7A9F-48F0-9483-09969FC14098}" type="pres">
      <dgm:prSet presAssocID="{DDB15B40-E2D3-4476-8A62-37EB73F72C0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E2F4F77-8468-4C1D-8907-F52D5B2072C2}" type="pres">
      <dgm:prSet presAssocID="{DDB15B40-E2D3-4476-8A62-37EB73F72C0B}" presName="spaceRect" presStyleCnt="0"/>
      <dgm:spPr/>
    </dgm:pt>
    <dgm:pt modelId="{0909FFB7-9399-48CA-9204-F38F8CB15BB1}" type="pres">
      <dgm:prSet presAssocID="{DDB15B40-E2D3-4476-8A62-37EB73F72C0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3E87B15-8966-4D01-A174-ED7D4D7D6E0C}" type="presOf" srcId="{DDB15B40-E2D3-4476-8A62-37EB73F72C0B}" destId="{0909FFB7-9399-48CA-9204-F38F8CB15BB1}" srcOrd="0" destOrd="0" presId="urn:microsoft.com/office/officeart/2018/2/layout/IconCircleList"/>
    <dgm:cxn modelId="{7B04EA65-60C0-4172-8AF9-3FD2FFA97C11}" srcId="{D86A7C0F-3AB7-400D-908A-0B452B4A723A}" destId="{0BA5B29B-8A27-4531-A30C-E5602055EEB1}" srcOrd="3" destOrd="0" parTransId="{E7B519B6-61B7-44AD-BAA1-C8F3F15225B0}" sibTransId="{7D8851DE-09AB-46D6-95E3-40FD9EC364F3}"/>
    <dgm:cxn modelId="{CCC53D6A-EE09-4B48-9976-96BCB011300D}" srcId="{D86A7C0F-3AB7-400D-908A-0B452B4A723A}" destId="{DDB15B40-E2D3-4476-8A62-37EB73F72C0B}" srcOrd="4" destOrd="0" parTransId="{31F6887A-5C34-4F2A-B325-0E315AD4B2E6}" sibTransId="{9066D10C-A6D2-415C-8319-138BF876A33D}"/>
    <dgm:cxn modelId="{BAB7484D-D5B4-4B8C-92DD-191AADCF2FCB}" type="presOf" srcId="{314B8A54-E64C-47FF-86A8-BA02F865E19F}" destId="{BC15641E-39D7-4D44-8B1D-B27F79412BCC}" srcOrd="0" destOrd="0" presId="urn:microsoft.com/office/officeart/2018/2/layout/IconCircleList"/>
    <dgm:cxn modelId="{1638445A-123A-473E-8AC0-A9DBDDC5A55C}" type="presOf" srcId="{7D8851DE-09AB-46D6-95E3-40FD9EC364F3}" destId="{5654DB6B-8623-4C98-BDFE-8BD16911E195}" srcOrd="0" destOrd="0" presId="urn:microsoft.com/office/officeart/2018/2/layout/IconCircleList"/>
    <dgm:cxn modelId="{D4155381-A34D-41A5-911F-0B65212C3730}" srcId="{D86A7C0F-3AB7-400D-908A-0B452B4A723A}" destId="{C2B3B650-B20A-4DF6-9EA1-543FE455B922}" srcOrd="1" destOrd="0" parTransId="{D58EC9A8-2D04-4057-BEA9-7A78F168541D}" sibTransId="{B5A7148B-9650-44AB-9E50-BAFCACC3B39C}"/>
    <dgm:cxn modelId="{C72E1082-505C-4DC5-B2E5-8C32EFE28077}" type="presOf" srcId="{D18EEEDA-7E6D-4C04-8746-707366A65A12}" destId="{EE09E3C6-D270-4E70-8C42-501519F189E7}" srcOrd="0" destOrd="0" presId="urn:microsoft.com/office/officeart/2018/2/layout/IconCircleList"/>
    <dgm:cxn modelId="{8ACDA18C-877A-45EF-AC5B-D8EBC5E24EBF}" type="presOf" srcId="{B5A7148B-9650-44AB-9E50-BAFCACC3B39C}" destId="{4E2485BF-665E-4161-9C31-E429CB513CD1}" srcOrd="0" destOrd="0" presId="urn:microsoft.com/office/officeart/2018/2/layout/IconCircleList"/>
    <dgm:cxn modelId="{A69DC58D-D574-4B77-A447-E3D78CB29723}" type="presOf" srcId="{D86A7C0F-3AB7-400D-908A-0B452B4A723A}" destId="{3351CA37-1068-4BFF-919A-B940AC51168A}" srcOrd="0" destOrd="0" presId="urn:microsoft.com/office/officeart/2018/2/layout/IconCircleList"/>
    <dgm:cxn modelId="{BB35E7AD-E1FE-44F9-9ABA-1A0B2A049C72}" srcId="{D86A7C0F-3AB7-400D-908A-0B452B4A723A}" destId="{23C51952-DB84-4CB5-B09E-C72E0528E2D3}" srcOrd="2" destOrd="0" parTransId="{14080624-9E8B-450B-A28E-D951FFF7C382}" sibTransId="{314B8A54-E64C-47FF-86A8-BA02F865E19F}"/>
    <dgm:cxn modelId="{AC748EB0-5AFF-4A28-B8BD-B9F42B95DAC5}" type="presOf" srcId="{23C51952-DB84-4CB5-B09E-C72E0528E2D3}" destId="{23AF688E-5FAC-4563-9A38-2B37C05CF032}" srcOrd="0" destOrd="0" presId="urn:microsoft.com/office/officeart/2018/2/layout/IconCircleList"/>
    <dgm:cxn modelId="{52A6F5B1-3232-4354-AF3F-87E4758FE9CA}" srcId="{D86A7C0F-3AB7-400D-908A-0B452B4A723A}" destId="{D18EEEDA-7E6D-4C04-8746-707366A65A12}" srcOrd="0" destOrd="0" parTransId="{B3CCE4BD-C2D0-49B6-BAEA-08816400E102}" sibTransId="{8AF9F8E0-27CF-4B15-9E61-786647DC348E}"/>
    <dgm:cxn modelId="{26A715D2-A18C-4147-B6BF-15D361E1A0A1}" type="presOf" srcId="{8AF9F8E0-27CF-4B15-9E61-786647DC348E}" destId="{32A0BE85-1CA0-4DC6-AE47-41C7B6C47E44}" srcOrd="0" destOrd="0" presId="urn:microsoft.com/office/officeart/2018/2/layout/IconCircleList"/>
    <dgm:cxn modelId="{1480F7FB-1E65-4D66-97EE-E944C3597D0E}" type="presOf" srcId="{0BA5B29B-8A27-4531-A30C-E5602055EEB1}" destId="{DC988432-E9D5-4193-8F7E-85AC1F38725A}" srcOrd="0" destOrd="0" presId="urn:microsoft.com/office/officeart/2018/2/layout/IconCircleList"/>
    <dgm:cxn modelId="{3D766FFE-DFCB-4BEC-AABA-DAAD7FB826C0}" type="presOf" srcId="{C2B3B650-B20A-4DF6-9EA1-543FE455B922}" destId="{C10DDA6F-EFB9-4D84-938F-C4A7AB4E3874}" srcOrd="0" destOrd="0" presId="urn:microsoft.com/office/officeart/2018/2/layout/IconCircleList"/>
    <dgm:cxn modelId="{0E3594C2-8432-4DFA-A9E8-4779EB617AB8}" type="presParOf" srcId="{3351CA37-1068-4BFF-919A-B940AC51168A}" destId="{F0BDCD57-91B7-479D-835E-DAA5B550C04F}" srcOrd="0" destOrd="0" presId="urn:microsoft.com/office/officeart/2018/2/layout/IconCircleList"/>
    <dgm:cxn modelId="{3A62E0B9-CC6A-4EEE-8B83-71C9B7C293A6}" type="presParOf" srcId="{F0BDCD57-91B7-479D-835E-DAA5B550C04F}" destId="{A745EC03-A312-4B1F-A0DC-F7B4A728F628}" srcOrd="0" destOrd="0" presId="urn:microsoft.com/office/officeart/2018/2/layout/IconCircleList"/>
    <dgm:cxn modelId="{51693CEB-4921-45DF-8DBA-72D6B483A201}" type="presParOf" srcId="{A745EC03-A312-4B1F-A0DC-F7B4A728F628}" destId="{2D0D65E2-E858-4B42-941F-54E38CD6F23D}" srcOrd="0" destOrd="0" presId="urn:microsoft.com/office/officeart/2018/2/layout/IconCircleList"/>
    <dgm:cxn modelId="{22F7266F-89AA-4105-A218-CCE340CE1E10}" type="presParOf" srcId="{A745EC03-A312-4B1F-A0DC-F7B4A728F628}" destId="{8CD4BC52-27FD-4AEF-B233-5E136064F404}" srcOrd="1" destOrd="0" presId="urn:microsoft.com/office/officeart/2018/2/layout/IconCircleList"/>
    <dgm:cxn modelId="{B6A64ACB-8035-42AD-9199-F523F073F087}" type="presParOf" srcId="{A745EC03-A312-4B1F-A0DC-F7B4A728F628}" destId="{3FC62485-9129-4873-881C-DE6BDDDC8DDA}" srcOrd="2" destOrd="0" presId="urn:microsoft.com/office/officeart/2018/2/layout/IconCircleList"/>
    <dgm:cxn modelId="{F1422817-5588-4043-ABE4-F6459D380BE2}" type="presParOf" srcId="{A745EC03-A312-4B1F-A0DC-F7B4A728F628}" destId="{EE09E3C6-D270-4E70-8C42-501519F189E7}" srcOrd="3" destOrd="0" presId="urn:microsoft.com/office/officeart/2018/2/layout/IconCircleList"/>
    <dgm:cxn modelId="{14C16706-65B3-4605-8888-9CE95363B2D2}" type="presParOf" srcId="{F0BDCD57-91B7-479D-835E-DAA5B550C04F}" destId="{32A0BE85-1CA0-4DC6-AE47-41C7B6C47E44}" srcOrd="1" destOrd="0" presId="urn:microsoft.com/office/officeart/2018/2/layout/IconCircleList"/>
    <dgm:cxn modelId="{CE28E3D0-E5AA-4489-A002-721955088D76}" type="presParOf" srcId="{F0BDCD57-91B7-479D-835E-DAA5B550C04F}" destId="{1DFAF4F7-A787-4DF0-A427-0E4BFDC676A2}" srcOrd="2" destOrd="0" presId="urn:microsoft.com/office/officeart/2018/2/layout/IconCircleList"/>
    <dgm:cxn modelId="{495DCB9D-67D6-4881-B3C9-44AF04E4734F}" type="presParOf" srcId="{1DFAF4F7-A787-4DF0-A427-0E4BFDC676A2}" destId="{D4E4C013-B32F-4A4D-9659-86C2EDB59D0F}" srcOrd="0" destOrd="0" presId="urn:microsoft.com/office/officeart/2018/2/layout/IconCircleList"/>
    <dgm:cxn modelId="{B4E80DA5-4A84-4DDE-AD03-F25FB528570E}" type="presParOf" srcId="{1DFAF4F7-A787-4DF0-A427-0E4BFDC676A2}" destId="{A024A698-FC46-4647-B09F-F9BBF89F38BE}" srcOrd="1" destOrd="0" presId="urn:microsoft.com/office/officeart/2018/2/layout/IconCircleList"/>
    <dgm:cxn modelId="{DA29B868-8249-4B91-8349-97BEEF493D8D}" type="presParOf" srcId="{1DFAF4F7-A787-4DF0-A427-0E4BFDC676A2}" destId="{D6BD38E9-D672-4AD4-9981-C09B6C7C2CF6}" srcOrd="2" destOrd="0" presId="urn:microsoft.com/office/officeart/2018/2/layout/IconCircleList"/>
    <dgm:cxn modelId="{84073A37-4172-4A7D-A54B-C24F4248BF84}" type="presParOf" srcId="{1DFAF4F7-A787-4DF0-A427-0E4BFDC676A2}" destId="{C10DDA6F-EFB9-4D84-938F-C4A7AB4E3874}" srcOrd="3" destOrd="0" presId="urn:microsoft.com/office/officeart/2018/2/layout/IconCircleList"/>
    <dgm:cxn modelId="{37581F6B-BC3D-4F6D-A515-6259316166EB}" type="presParOf" srcId="{F0BDCD57-91B7-479D-835E-DAA5B550C04F}" destId="{4E2485BF-665E-4161-9C31-E429CB513CD1}" srcOrd="3" destOrd="0" presId="urn:microsoft.com/office/officeart/2018/2/layout/IconCircleList"/>
    <dgm:cxn modelId="{20272A30-5517-4BCA-A300-120C07CE19C1}" type="presParOf" srcId="{F0BDCD57-91B7-479D-835E-DAA5B550C04F}" destId="{E1A46E9A-DC20-4071-9DB2-4616E4FEA597}" srcOrd="4" destOrd="0" presId="urn:microsoft.com/office/officeart/2018/2/layout/IconCircleList"/>
    <dgm:cxn modelId="{DB659A96-497C-4AA3-9B09-98A10C4A8C9A}" type="presParOf" srcId="{E1A46E9A-DC20-4071-9DB2-4616E4FEA597}" destId="{6616537C-8406-4FE3-ADBC-C1BB3A229825}" srcOrd="0" destOrd="0" presId="urn:microsoft.com/office/officeart/2018/2/layout/IconCircleList"/>
    <dgm:cxn modelId="{789ABCFF-D540-4811-B12F-0708363DD7BD}" type="presParOf" srcId="{E1A46E9A-DC20-4071-9DB2-4616E4FEA597}" destId="{77F4431D-D46B-47DB-A957-B0277E6A0B1E}" srcOrd="1" destOrd="0" presId="urn:microsoft.com/office/officeart/2018/2/layout/IconCircleList"/>
    <dgm:cxn modelId="{5445ACE3-7B0B-4060-B918-CB5EBDA45808}" type="presParOf" srcId="{E1A46E9A-DC20-4071-9DB2-4616E4FEA597}" destId="{AD43E64B-1D1A-4E80-8C70-9626ECDB0C3C}" srcOrd="2" destOrd="0" presId="urn:microsoft.com/office/officeart/2018/2/layout/IconCircleList"/>
    <dgm:cxn modelId="{0E47CFEA-6657-4EA9-8B79-008098FC8177}" type="presParOf" srcId="{E1A46E9A-DC20-4071-9DB2-4616E4FEA597}" destId="{23AF688E-5FAC-4563-9A38-2B37C05CF032}" srcOrd="3" destOrd="0" presId="urn:microsoft.com/office/officeart/2018/2/layout/IconCircleList"/>
    <dgm:cxn modelId="{5ACE6F1C-81A0-47C4-9BBF-487AEE44A1FD}" type="presParOf" srcId="{F0BDCD57-91B7-479D-835E-DAA5B550C04F}" destId="{BC15641E-39D7-4D44-8B1D-B27F79412BCC}" srcOrd="5" destOrd="0" presId="urn:microsoft.com/office/officeart/2018/2/layout/IconCircleList"/>
    <dgm:cxn modelId="{C88C8DB4-6AB8-46CA-9DC8-14A1BB52A32A}" type="presParOf" srcId="{F0BDCD57-91B7-479D-835E-DAA5B550C04F}" destId="{46CF29F9-DE80-45D5-BCF3-2F3DAF22981A}" srcOrd="6" destOrd="0" presId="urn:microsoft.com/office/officeart/2018/2/layout/IconCircleList"/>
    <dgm:cxn modelId="{9BE73154-F7F9-4E80-AEDD-10B2BD59C9AD}" type="presParOf" srcId="{46CF29F9-DE80-45D5-BCF3-2F3DAF22981A}" destId="{2056B7A1-7BFB-4E32-9C93-8DCA6C9EF2A4}" srcOrd="0" destOrd="0" presId="urn:microsoft.com/office/officeart/2018/2/layout/IconCircleList"/>
    <dgm:cxn modelId="{B7652F0C-20FF-44F8-B2CB-45ACC430523D}" type="presParOf" srcId="{46CF29F9-DE80-45D5-BCF3-2F3DAF22981A}" destId="{773C5F40-0227-44D0-BAC4-8F8A8FF64F19}" srcOrd="1" destOrd="0" presId="urn:microsoft.com/office/officeart/2018/2/layout/IconCircleList"/>
    <dgm:cxn modelId="{8507738D-892C-4226-A11F-EB5582E55AF3}" type="presParOf" srcId="{46CF29F9-DE80-45D5-BCF3-2F3DAF22981A}" destId="{14422F5F-412E-42B9-95C1-6A85573DBA29}" srcOrd="2" destOrd="0" presId="urn:microsoft.com/office/officeart/2018/2/layout/IconCircleList"/>
    <dgm:cxn modelId="{B4A1BD3D-B353-4907-B34B-19C4BC7188EC}" type="presParOf" srcId="{46CF29F9-DE80-45D5-BCF3-2F3DAF22981A}" destId="{DC988432-E9D5-4193-8F7E-85AC1F38725A}" srcOrd="3" destOrd="0" presId="urn:microsoft.com/office/officeart/2018/2/layout/IconCircleList"/>
    <dgm:cxn modelId="{76C3B148-5DD6-46E4-AF9C-19352F23B535}" type="presParOf" srcId="{F0BDCD57-91B7-479D-835E-DAA5B550C04F}" destId="{5654DB6B-8623-4C98-BDFE-8BD16911E195}" srcOrd="7" destOrd="0" presId="urn:microsoft.com/office/officeart/2018/2/layout/IconCircleList"/>
    <dgm:cxn modelId="{FA7E40C7-A3D0-4A27-B912-63C100504441}" type="presParOf" srcId="{F0BDCD57-91B7-479D-835E-DAA5B550C04F}" destId="{7099B429-0674-4F1D-86CD-E755F8056E07}" srcOrd="8" destOrd="0" presId="urn:microsoft.com/office/officeart/2018/2/layout/IconCircleList"/>
    <dgm:cxn modelId="{8088FAE6-49DC-4F68-BF1B-6AA14AA3A9AD}" type="presParOf" srcId="{7099B429-0674-4F1D-86CD-E755F8056E07}" destId="{9459F40F-1DF6-4113-BD98-CF6DEE5F61C5}" srcOrd="0" destOrd="0" presId="urn:microsoft.com/office/officeart/2018/2/layout/IconCircleList"/>
    <dgm:cxn modelId="{913ECB75-E2BB-4B25-89CC-1A88B16CF0D1}" type="presParOf" srcId="{7099B429-0674-4F1D-86CD-E755F8056E07}" destId="{BD70630E-7A9F-48F0-9483-09969FC14098}" srcOrd="1" destOrd="0" presId="urn:microsoft.com/office/officeart/2018/2/layout/IconCircleList"/>
    <dgm:cxn modelId="{A853AC76-2ACD-455A-9110-6D44152AE118}" type="presParOf" srcId="{7099B429-0674-4F1D-86CD-E755F8056E07}" destId="{1E2F4F77-8468-4C1D-8907-F52D5B2072C2}" srcOrd="2" destOrd="0" presId="urn:microsoft.com/office/officeart/2018/2/layout/IconCircleList"/>
    <dgm:cxn modelId="{83FD2155-CA64-4C84-BAA4-D51F94F47CDB}" type="presParOf" srcId="{7099B429-0674-4F1D-86CD-E755F8056E07}" destId="{0909FFB7-9399-48CA-9204-F38F8CB15BB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4B407BB-7530-4EA1-A66A-4EF78B96A42D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279EE65-CC16-4054-8F27-1ABDCB52CADE}">
      <dgm:prSet/>
      <dgm:spPr/>
      <dgm:t>
        <a:bodyPr/>
        <a:lstStyle/>
        <a:p>
          <a:r>
            <a:rPr lang="en-IN"/>
            <a:t>Streamlined Library Operations</a:t>
          </a:r>
          <a:endParaRPr lang="en-US"/>
        </a:p>
      </dgm:t>
    </dgm:pt>
    <dgm:pt modelId="{678847EA-2E05-495D-82CF-A98607AFDA6B}" type="parTrans" cxnId="{5F60E21B-24F8-40EB-A0C2-E599770B0A26}">
      <dgm:prSet/>
      <dgm:spPr/>
      <dgm:t>
        <a:bodyPr/>
        <a:lstStyle/>
        <a:p>
          <a:endParaRPr lang="en-US"/>
        </a:p>
      </dgm:t>
    </dgm:pt>
    <dgm:pt modelId="{AB7534F9-AB99-4FBA-A650-D22B5DAF23B2}" type="sibTrans" cxnId="{5F60E21B-24F8-40EB-A0C2-E599770B0A26}">
      <dgm:prSet/>
      <dgm:spPr/>
      <dgm:t>
        <a:bodyPr/>
        <a:lstStyle/>
        <a:p>
          <a:endParaRPr lang="en-US"/>
        </a:p>
      </dgm:t>
    </dgm:pt>
    <dgm:pt modelId="{5011B1FC-44EF-4894-9AC9-788653CDBAF9}">
      <dgm:prSet/>
      <dgm:spPr/>
      <dgm:t>
        <a:bodyPr/>
        <a:lstStyle/>
        <a:p>
          <a:r>
            <a:rPr lang="en-IN" dirty="0"/>
            <a:t>Dual Implementation Options</a:t>
          </a:r>
          <a:endParaRPr lang="en-US" dirty="0"/>
        </a:p>
      </dgm:t>
    </dgm:pt>
    <dgm:pt modelId="{0FB2FA32-EC18-4B84-A174-1327F2FE5D1B}" type="parTrans" cxnId="{C2B2C308-C6D4-4FDB-BFC0-FB3C6989F01B}">
      <dgm:prSet/>
      <dgm:spPr/>
      <dgm:t>
        <a:bodyPr/>
        <a:lstStyle/>
        <a:p>
          <a:endParaRPr lang="en-US"/>
        </a:p>
      </dgm:t>
    </dgm:pt>
    <dgm:pt modelId="{F26380D7-4C64-4A6A-977D-49C12A604867}" type="sibTrans" cxnId="{C2B2C308-C6D4-4FDB-BFC0-FB3C6989F01B}">
      <dgm:prSet/>
      <dgm:spPr/>
      <dgm:t>
        <a:bodyPr/>
        <a:lstStyle/>
        <a:p>
          <a:endParaRPr lang="en-US"/>
        </a:p>
      </dgm:t>
    </dgm:pt>
    <dgm:pt modelId="{F08F4493-E1D0-4476-9213-2D97AC4F71A3}">
      <dgm:prSet/>
      <dgm:spPr/>
      <dgm:t>
        <a:bodyPr/>
        <a:lstStyle/>
        <a:p>
          <a:r>
            <a:rPr lang="en-IN" dirty="0"/>
            <a:t>Educational &amp; Developer-Friendly</a:t>
          </a:r>
          <a:endParaRPr lang="en-US" dirty="0"/>
        </a:p>
      </dgm:t>
    </dgm:pt>
    <dgm:pt modelId="{96976973-68A8-49F4-8FD6-2EF1C2573B76}" type="parTrans" cxnId="{78BF00B3-CAC4-4DB0-8BD9-B359D3EBAA13}">
      <dgm:prSet/>
      <dgm:spPr/>
      <dgm:t>
        <a:bodyPr/>
        <a:lstStyle/>
        <a:p>
          <a:endParaRPr lang="en-US"/>
        </a:p>
      </dgm:t>
    </dgm:pt>
    <dgm:pt modelId="{147E3092-6EA1-49D4-9661-F52E7A0958DB}" type="sibTrans" cxnId="{78BF00B3-CAC4-4DB0-8BD9-B359D3EBAA13}">
      <dgm:prSet/>
      <dgm:spPr/>
      <dgm:t>
        <a:bodyPr/>
        <a:lstStyle/>
        <a:p>
          <a:endParaRPr lang="en-US"/>
        </a:p>
      </dgm:t>
    </dgm:pt>
    <dgm:pt modelId="{2AA51B2F-7CA0-4531-8279-266579E70BE9}">
      <dgm:prSet/>
      <dgm:spPr/>
      <dgm:t>
        <a:bodyPr/>
        <a:lstStyle/>
        <a:p>
          <a:r>
            <a:rPr lang="en-IN"/>
            <a:t>User-Friendly &amp; Interactive UI</a:t>
          </a:r>
          <a:endParaRPr lang="en-US"/>
        </a:p>
      </dgm:t>
    </dgm:pt>
    <dgm:pt modelId="{D1371E4D-C789-43B3-88F2-30982F17FF3E}" type="parTrans" cxnId="{186750A4-6F68-447B-AA27-EA35C3E020A1}">
      <dgm:prSet/>
      <dgm:spPr/>
      <dgm:t>
        <a:bodyPr/>
        <a:lstStyle/>
        <a:p>
          <a:endParaRPr lang="en-US"/>
        </a:p>
      </dgm:t>
    </dgm:pt>
    <dgm:pt modelId="{D19E3A3D-B6B0-45AA-A63D-84CEAABE99A6}" type="sibTrans" cxnId="{186750A4-6F68-447B-AA27-EA35C3E020A1}">
      <dgm:prSet/>
      <dgm:spPr/>
      <dgm:t>
        <a:bodyPr/>
        <a:lstStyle/>
        <a:p>
          <a:endParaRPr lang="en-US"/>
        </a:p>
      </dgm:t>
    </dgm:pt>
    <dgm:pt modelId="{1EC397C9-1A90-4926-AB47-D79620CD6D3A}">
      <dgm:prSet/>
      <dgm:spPr/>
      <dgm:t>
        <a:bodyPr/>
        <a:lstStyle/>
        <a:p>
          <a:r>
            <a:rPr lang="en-IN"/>
            <a:t>Offline Access &amp; Portability</a:t>
          </a:r>
          <a:endParaRPr lang="en-US"/>
        </a:p>
      </dgm:t>
    </dgm:pt>
    <dgm:pt modelId="{38868CCE-25D7-4C57-99FA-4A59DD2D2530}" type="parTrans" cxnId="{80AFA690-EB70-4D40-B9A2-72C62B9F16CB}">
      <dgm:prSet/>
      <dgm:spPr/>
      <dgm:t>
        <a:bodyPr/>
        <a:lstStyle/>
        <a:p>
          <a:endParaRPr lang="en-US"/>
        </a:p>
      </dgm:t>
    </dgm:pt>
    <dgm:pt modelId="{E1F1FE75-B2C6-4397-A30A-6F367AD23CB6}" type="sibTrans" cxnId="{80AFA690-EB70-4D40-B9A2-72C62B9F16CB}">
      <dgm:prSet/>
      <dgm:spPr/>
      <dgm:t>
        <a:bodyPr/>
        <a:lstStyle/>
        <a:p>
          <a:endParaRPr lang="en-US"/>
        </a:p>
      </dgm:t>
    </dgm:pt>
    <dgm:pt modelId="{4B3CD283-9367-4368-BB08-8A3A5B082D5D}">
      <dgm:prSet/>
      <dgm:spPr/>
      <dgm:t>
        <a:bodyPr/>
        <a:lstStyle/>
        <a:p>
          <a:r>
            <a:rPr lang="en-IN"/>
            <a:t>Scalable &amp; Future-Ready</a:t>
          </a:r>
          <a:endParaRPr lang="en-US"/>
        </a:p>
      </dgm:t>
    </dgm:pt>
    <dgm:pt modelId="{E783B864-B8A3-4472-818D-08904EC01CDB}" type="parTrans" cxnId="{B5BDE911-2367-4D53-AF5F-042DD8DDD32C}">
      <dgm:prSet/>
      <dgm:spPr/>
      <dgm:t>
        <a:bodyPr/>
        <a:lstStyle/>
        <a:p>
          <a:endParaRPr lang="en-US"/>
        </a:p>
      </dgm:t>
    </dgm:pt>
    <dgm:pt modelId="{93576B0D-548E-45E3-83FA-6507A9FF5C90}" type="sibTrans" cxnId="{B5BDE911-2367-4D53-AF5F-042DD8DDD32C}">
      <dgm:prSet/>
      <dgm:spPr/>
      <dgm:t>
        <a:bodyPr/>
        <a:lstStyle/>
        <a:p>
          <a:endParaRPr lang="en-US"/>
        </a:p>
      </dgm:t>
    </dgm:pt>
    <dgm:pt modelId="{19171B4A-3471-4325-9B5E-BEF190020D57}" type="pres">
      <dgm:prSet presAssocID="{D4B407BB-7530-4EA1-A66A-4EF78B96A42D}" presName="linear" presStyleCnt="0">
        <dgm:presLayoutVars>
          <dgm:animLvl val="lvl"/>
          <dgm:resizeHandles val="exact"/>
        </dgm:presLayoutVars>
      </dgm:prSet>
      <dgm:spPr/>
    </dgm:pt>
    <dgm:pt modelId="{A68A9839-945F-4602-BB03-AA34F6034F88}" type="pres">
      <dgm:prSet presAssocID="{9279EE65-CC16-4054-8F27-1ABDCB52CAD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65C4BF62-3A17-4C3A-A5A9-C56502EA6E7A}" type="pres">
      <dgm:prSet presAssocID="{AB7534F9-AB99-4FBA-A650-D22B5DAF23B2}" presName="spacer" presStyleCnt="0"/>
      <dgm:spPr/>
    </dgm:pt>
    <dgm:pt modelId="{CD164D8A-8D7D-436B-BCAD-8B2B1719A90F}" type="pres">
      <dgm:prSet presAssocID="{5011B1FC-44EF-4894-9AC9-788653CDBAF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8AC4E9E-F12A-444C-9646-22D54451ADC6}" type="pres">
      <dgm:prSet presAssocID="{F26380D7-4C64-4A6A-977D-49C12A604867}" presName="spacer" presStyleCnt="0"/>
      <dgm:spPr/>
    </dgm:pt>
    <dgm:pt modelId="{68F008BD-7B93-4984-B8FA-42ACA573CB83}" type="pres">
      <dgm:prSet presAssocID="{F08F4493-E1D0-4476-9213-2D97AC4F71A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57F518B-538A-49EF-97F9-32BD05A2F39F}" type="pres">
      <dgm:prSet presAssocID="{147E3092-6EA1-49D4-9661-F52E7A0958DB}" presName="spacer" presStyleCnt="0"/>
      <dgm:spPr/>
    </dgm:pt>
    <dgm:pt modelId="{9C4843A6-C9F5-479B-A955-AC4505330361}" type="pres">
      <dgm:prSet presAssocID="{2AA51B2F-7CA0-4531-8279-266579E70BE9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2AD55A63-5D9C-4F31-9AAE-F4A81EB532AB}" type="pres">
      <dgm:prSet presAssocID="{D19E3A3D-B6B0-45AA-A63D-84CEAABE99A6}" presName="spacer" presStyleCnt="0"/>
      <dgm:spPr/>
    </dgm:pt>
    <dgm:pt modelId="{827A46C1-C80E-4403-B910-88A8858DD917}" type="pres">
      <dgm:prSet presAssocID="{1EC397C9-1A90-4926-AB47-D79620CD6D3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931044B-7DD3-40A9-AF71-F8CED468D11C}" type="pres">
      <dgm:prSet presAssocID="{E1F1FE75-B2C6-4397-A30A-6F367AD23CB6}" presName="spacer" presStyleCnt="0"/>
      <dgm:spPr/>
    </dgm:pt>
    <dgm:pt modelId="{9593AE44-D818-41BC-B4EB-1EB2C110D746}" type="pres">
      <dgm:prSet presAssocID="{4B3CD283-9367-4368-BB08-8A3A5B082D5D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C2B2C308-C6D4-4FDB-BFC0-FB3C6989F01B}" srcId="{D4B407BB-7530-4EA1-A66A-4EF78B96A42D}" destId="{5011B1FC-44EF-4894-9AC9-788653CDBAF9}" srcOrd="1" destOrd="0" parTransId="{0FB2FA32-EC18-4B84-A174-1327F2FE5D1B}" sibTransId="{F26380D7-4C64-4A6A-977D-49C12A604867}"/>
    <dgm:cxn modelId="{B5BDE911-2367-4D53-AF5F-042DD8DDD32C}" srcId="{D4B407BB-7530-4EA1-A66A-4EF78B96A42D}" destId="{4B3CD283-9367-4368-BB08-8A3A5B082D5D}" srcOrd="5" destOrd="0" parTransId="{E783B864-B8A3-4472-818D-08904EC01CDB}" sibTransId="{93576B0D-548E-45E3-83FA-6507A9FF5C90}"/>
    <dgm:cxn modelId="{5F60E21B-24F8-40EB-A0C2-E599770B0A26}" srcId="{D4B407BB-7530-4EA1-A66A-4EF78B96A42D}" destId="{9279EE65-CC16-4054-8F27-1ABDCB52CADE}" srcOrd="0" destOrd="0" parTransId="{678847EA-2E05-495D-82CF-A98607AFDA6B}" sibTransId="{AB7534F9-AB99-4FBA-A650-D22B5DAF23B2}"/>
    <dgm:cxn modelId="{6745CB2A-EB85-4B45-A329-DBB8EA8C05CD}" type="presOf" srcId="{1EC397C9-1A90-4926-AB47-D79620CD6D3A}" destId="{827A46C1-C80E-4403-B910-88A8858DD917}" srcOrd="0" destOrd="0" presId="urn:microsoft.com/office/officeart/2005/8/layout/vList2"/>
    <dgm:cxn modelId="{3F844C5D-C9E8-4EC0-A6FF-6DE65C24A3C1}" type="presOf" srcId="{5011B1FC-44EF-4894-9AC9-788653CDBAF9}" destId="{CD164D8A-8D7D-436B-BCAD-8B2B1719A90F}" srcOrd="0" destOrd="0" presId="urn:microsoft.com/office/officeart/2005/8/layout/vList2"/>
    <dgm:cxn modelId="{00572D87-8FB4-42E7-8938-194BDA1A7504}" type="presOf" srcId="{F08F4493-E1D0-4476-9213-2D97AC4F71A3}" destId="{68F008BD-7B93-4984-B8FA-42ACA573CB83}" srcOrd="0" destOrd="0" presId="urn:microsoft.com/office/officeart/2005/8/layout/vList2"/>
    <dgm:cxn modelId="{80AFA690-EB70-4D40-B9A2-72C62B9F16CB}" srcId="{D4B407BB-7530-4EA1-A66A-4EF78B96A42D}" destId="{1EC397C9-1A90-4926-AB47-D79620CD6D3A}" srcOrd="4" destOrd="0" parTransId="{38868CCE-25D7-4C57-99FA-4A59DD2D2530}" sibTransId="{E1F1FE75-B2C6-4397-A30A-6F367AD23CB6}"/>
    <dgm:cxn modelId="{2D5907A4-3EB9-4C9C-833B-7BEBEFFB0A46}" type="presOf" srcId="{2AA51B2F-7CA0-4531-8279-266579E70BE9}" destId="{9C4843A6-C9F5-479B-A955-AC4505330361}" srcOrd="0" destOrd="0" presId="urn:microsoft.com/office/officeart/2005/8/layout/vList2"/>
    <dgm:cxn modelId="{186750A4-6F68-447B-AA27-EA35C3E020A1}" srcId="{D4B407BB-7530-4EA1-A66A-4EF78B96A42D}" destId="{2AA51B2F-7CA0-4531-8279-266579E70BE9}" srcOrd="3" destOrd="0" parTransId="{D1371E4D-C789-43B3-88F2-30982F17FF3E}" sibTransId="{D19E3A3D-B6B0-45AA-A63D-84CEAABE99A6}"/>
    <dgm:cxn modelId="{4F8408AF-C22B-4ACE-BEA5-91D9D1F267E6}" type="presOf" srcId="{D4B407BB-7530-4EA1-A66A-4EF78B96A42D}" destId="{19171B4A-3471-4325-9B5E-BEF190020D57}" srcOrd="0" destOrd="0" presId="urn:microsoft.com/office/officeart/2005/8/layout/vList2"/>
    <dgm:cxn modelId="{78BF00B3-CAC4-4DB0-8BD9-B359D3EBAA13}" srcId="{D4B407BB-7530-4EA1-A66A-4EF78B96A42D}" destId="{F08F4493-E1D0-4476-9213-2D97AC4F71A3}" srcOrd="2" destOrd="0" parTransId="{96976973-68A8-49F4-8FD6-2EF1C2573B76}" sibTransId="{147E3092-6EA1-49D4-9661-F52E7A0958DB}"/>
    <dgm:cxn modelId="{048BA0C2-A98F-4985-83AF-6CA140A0D253}" type="presOf" srcId="{4B3CD283-9367-4368-BB08-8A3A5B082D5D}" destId="{9593AE44-D818-41BC-B4EB-1EB2C110D746}" srcOrd="0" destOrd="0" presId="urn:microsoft.com/office/officeart/2005/8/layout/vList2"/>
    <dgm:cxn modelId="{2B33FCC7-1131-4AF8-BB6F-B33C26811EFD}" type="presOf" srcId="{9279EE65-CC16-4054-8F27-1ABDCB52CADE}" destId="{A68A9839-945F-4602-BB03-AA34F6034F88}" srcOrd="0" destOrd="0" presId="urn:microsoft.com/office/officeart/2005/8/layout/vList2"/>
    <dgm:cxn modelId="{7BB4728D-2240-4C5C-951D-0455888C9057}" type="presParOf" srcId="{19171B4A-3471-4325-9B5E-BEF190020D57}" destId="{A68A9839-945F-4602-BB03-AA34F6034F88}" srcOrd="0" destOrd="0" presId="urn:microsoft.com/office/officeart/2005/8/layout/vList2"/>
    <dgm:cxn modelId="{C865DC35-A97A-49AD-9942-1F86E1369E2D}" type="presParOf" srcId="{19171B4A-3471-4325-9B5E-BEF190020D57}" destId="{65C4BF62-3A17-4C3A-A5A9-C56502EA6E7A}" srcOrd="1" destOrd="0" presId="urn:microsoft.com/office/officeart/2005/8/layout/vList2"/>
    <dgm:cxn modelId="{0CB504A2-05D2-4C3D-925E-446C7AA9E278}" type="presParOf" srcId="{19171B4A-3471-4325-9B5E-BEF190020D57}" destId="{CD164D8A-8D7D-436B-BCAD-8B2B1719A90F}" srcOrd="2" destOrd="0" presId="urn:microsoft.com/office/officeart/2005/8/layout/vList2"/>
    <dgm:cxn modelId="{6C3972B9-20E3-4709-976E-4703AF6F933C}" type="presParOf" srcId="{19171B4A-3471-4325-9B5E-BEF190020D57}" destId="{A8AC4E9E-F12A-444C-9646-22D54451ADC6}" srcOrd="3" destOrd="0" presId="urn:microsoft.com/office/officeart/2005/8/layout/vList2"/>
    <dgm:cxn modelId="{ABE53FB7-A49D-4A19-94FA-E24CEF57AC27}" type="presParOf" srcId="{19171B4A-3471-4325-9B5E-BEF190020D57}" destId="{68F008BD-7B93-4984-B8FA-42ACA573CB83}" srcOrd="4" destOrd="0" presId="urn:microsoft.com/office/officeart/2005/8/layout/vList2"/>
    <dgm:cxn modelId="{E1563126-A0CC-4B0F-B02A-D7053014E2FF}" type="presParOf" srcId="{19171B4A-3471-4325-9B5E-BEF190020D57}" destId="{657F518B-538A-49EF-97F9-32BD05A2F39F}" srcOrd="5" destOrd="0" presId="urn:microsoft.com/office/officeart/2005/8/layout/vList2"/>
    <dgm:cxn modelId="{E683EAF8-8400-422D-A1B7-C7AFEA46108C}" type="presParOf" srcId="{19171B4A-3471-4325-9B5E-BEF190020D57}" destId="{9C4843A6-C9F5-479B-A955-AC4505330361}" srcOrd="6" destOrd="0" presId="urn:microsoft.com/office/officeart/2005/8/layout/vList2"/>
    <dgm:cxn modelId="{D1AF58F6-ABD1-4167-B8FE-6D1D2BF7531E}" type="presParOf" srcId="{19171B4A-3471-4325-9B5E-BEF190020D57}" destId="{2AD55A63-5D9C-4F31-9AAE-F4A81EB532AB}" srcOrd="7" destOrd="0" presId="urn:microsoft.com/office/officeart/2005/8/layout/vList2"/>
    <dgm:cxn modelId="{064A55AD-174F-40AC-80B6-57CEAE301AD2}" type="presParOf" srcId="{19171B4A-3471-4325-9B5E-BEF190020D57}" destId="{827A46C1-C80E-4403-B910-88A8858DD917}" srcOrd="8" destOrd="0" presId="urn:microsoft.com/office/officeart/2005/8/layout/vList2"/>
    <dgm:cxn modelId="{411C3607-E16D-449B-829F-380A7F0BF0EB}" type="presParOf" srcId="{19171B4A-3471-4325-9B5E-BEF190020D57}" destId="{C931044B-7DD3-40A9-AF71-F8CED468D11C}" srcOrd="9" destOrd="0" presId="urn:microsoft.com/office/officeart/2005/8/layout/vList2"/>
    <dgm:cxn modelId="{E669A122-FC70-4335-95A1-B084D4A09F2B}" type="presParOf" srcId="{19171B4A-3471-4325-9B5E-BEF190020D57}" destId="{9593AE44-D818-41BC-B4EB-1EB2C110D74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8B72C70-A7EB-4512-90B8-61EB5307AAE8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70F4E31-136A-4782-8FB9-E307474AA444}">
      <dgm:prSet/>
      <dgm:spPr/>
      <dgm:t>
        <a:bodyPr/>
        <a:lstStyle/>
        <a:p>
          <a:r>
            <a:rPr lang="en-US"/>
            <a:t>User authentication (admin, librarian, members).</a:t>
          </a:r>
        </a:p>
      </dgm:t>
    </dgm:pt>
    <dgm:pt modelId="{D69ACAA2-A8F5-49CF-A1EF-6F76B9584978}" type="parTrans" cxnId="{7D853A3E-5599-48BA-AF1B-F9D30B923D61}">
      <dgm:prSet/>
      <dgm:spPr/>
      <dgm:t>
        <a:bodyPr/>
        <a:lstStyle/>
        <a:p>
          <a:endParaRPr lang="en-US"/>
        </a:p>
      </dgm:t>
    </dgm:pt>
    <dgm:pt modelId="{BE581530-959D-407B-ABA8-826A43FFEFD4}" type="sibTrans" cxnId="{7D853A3E-5599-48BA-AF1B-F9D30B923D61}">
      <dgm:prSet/>
      <dgm:spPr/>
      <dgm:t>
        <a:bodyPr/>
        <a:lstStyle/>
        <a:p>
          <a:endParaRPr lang="en-US"/>
        </a:p>
      </dgm:t>
    </dgm:pt>
    <dgm:pt modelId="{023D2E01-3918-43AB-AD82-5A40CDF8FDB4}">
      <dgm:prSet/>
      <dgm:spPr/>
      <dgm:t>
        <a:bodyPr/>
        <a:lstStyle/>
        <a:p>
          <a:r>
            <a:rPr lang="en-US" dirty="0"/>
            <a:t>Reports and analytics (overdue books, fines collected).</a:t>
          </a:r>
        </a:p>
      </dgm:t>
    </dgm:pt>
    <dgm:pt modelId="{169DF463-2226-41ED-BBAA-DD4921B8F12C}" type="parTrans" cxnId="{8D7B8392-1C68-4F24-800E-47372E0C066C}">
      <dgm:prSet/>
      <dgm:spPr/>
      <dgm:t>
        <a:bodyPr/>
        <a:lstStyle/>
        <a:p>
          <a:endParaRPr lang="en-US"/>
        </a:p>
      </dgm:t>
    </dgm:pt>
    <dgm:pt modelId="{3B962C8B-A3AA-4D95-8AD8-982A07F8644E}" type="sibTrans" cxnId="{8D7B8392-1C68-4F24-800E-47372E0C066C}">
      <dgm:prSet/>
      <dgm:spPr/>
      <dgm:t>
        <a:bodyPr/>
        <a:lstStyle/>
        <a:p>
          <a:endParaRPr lang="en-US"/>
        </a:p>
      </dgm:t>
    </dgm:pt>
    <dgm:pt modelId="{8C79653F-D9CC-45FC-AB0D-FF2F7B1CC0C5}">
      <dgm:prSet/>
      <dgm:spPr/>
      <dgm:t>
        <a:bodyPr/>
        <a:lstStyle/>
        <a:p>
          <a:r>
            <a:rPr lang="en-US"/>
            <a:t>Enhanced UI/UX with validations and error handling.</a:t>
          </a:r>
        </a:p>
      </dgm:t>
    </dgm:pt>
    <dgm:pt modelId="{C4A97964-2C4F-4535-B1D9-CD184E79E6BC}" type="parTrans" cxnId="{13ED9671-DC8F-4874-8781-D994E23D7BF8}">
      <dgm:prSet/>
      <dgm:spPr/>
      <dgm:t>
        <a:bodyPr/>
        <a:lstStyle/>
        <a:p>
          <a:endParaRPr lang="en-US"/>
        </a:p>
      </dgm:t>
    </dgm:pt>
    <dgm:pt modelId="{E08EF455-C6C3-4766-B3F1-C6FBD9F3E4AC}" type="sibTrans" cxnId="{13ED9671-DC8F-4874-8781-D994E23D7BF8}">
      <dgm:prSet/>
      <dgm:spPr/>
      <dgm:t>
        <a:bodyPr/>
        <a:lstStyle/>
        <a:p>
          <a:endParaRPr lang="en-US"/>
        </a:p>
      </dgm:t>
    </dgm:pt>
    <dgm:pt modelId="{3DCDFBC5-8538-41D0-B72A-ED47BD15BCB4}">
      <dgm:prSet/>
      <dgm:spPr/>
      <dgm:t>
        <a:bodyPr/>
        <a:lstStyle/>
        <a:p>
          <a:r>
            <a:rPr lang="en-US"/>
            <a:t>Deployment on Docker and Cloud hosting</a:t>
          </a:r>
        </a:p>
      </dgm:t>
    </dgm:pt>
    <dgm:pt modelId="{ECC3D580-C917-413D-9CC1-6D1C42D6B9D4}" type="parTrans" cxnId="{4052659F-D90C-4F8F-AA75-BF0E95C60A13}">
      <dgm:prSet/>
      <dgm:spPr/>
      <dgm:t>
        <a:bodyPr/>
        <a:lstStyle/>
        <a:p>
          <a:endParaRPr lang="en-US"/>
        </a:p>
      </dgm:t>
    </dgm:pt>
    <dgm:pt modelId="{521587D1-F453-45A1-A6C0-DCB36771983C}" type="sibTrans" cxnId="{4052659F-D90C-4F8F-AA75-BF0E95C60A13}">
      <dgm:prSet/>
      <dgm:spPr/>
      <dgm:t>
        <a:bodyPr/>
        <a:lstStyle/>
        <a:p>
          <a:endParaRPr lang="en-US"/>
        </a:p>
      </dgm:t>
    </dgm:pt>
    <dgm:pt modelId="{7031E4C5-16A9-4540-9B3A-7D5C8EE0599F}" type="pres">
      <dgm:prSet presAssocID="{48B72C70-A7EB-4512-90B8-61EB5307AAE8}" presName="matrix" presStyleCnt="0">
        <dgm:presLayoutVars>
          <dgm:chMax val="1"/>
          <dgm:dir/>
          <dgm:resizeHandles val="exact"/>
        </dgm:presLayoutVars>
      </dgm:prSet>
      <dgm:spPr/>
    </dgm:pt>
    <dgm:pt modelId="{D4E07EAB-9D2D-407D-A8B9-8F144E1ABF86}" type="pres">
      <dgm:prSet presAssocID="{48B72C70-A7EB-4512-90B8-61EB5307AAE8}" presName="diamond" presStyleLbl="bgShp" presStyleIdx="0" presStyleCnt="1"/>
      <dgm:spPr/>
    </dgm:pt>
    <dgm:pt modelId="{BCC69425-D3E5-4A85-A631-8064F4581500}" type="pres">
      <dgm:prSet presAssocID="{48B72C70-A7EB-4512-90B8-61EB5307AAE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204D1E8-531B-454C-89B3-25FC88E67847}" type="pres">
      <dgm:prSet presAssocID="{48B72C70-A7EB-4512-90B8-61EB5307AAE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BCAB9E2-617F-4EC8-AD7E-A8CE9F8B64EB}" type="pres">
      <dgm:prSet presAssocID="{48B72C70-A7EB-4512-90B8-61EB5307AAE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C26809B-BE69-4418-AA7A-DAA00F2BECC4}" type="pres">
      <dgm:prSet presAssocID="{48B72C70-A7EB-4512-90B8-61EB5307AAE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D853A3E-5599-48BA-AF1B-F9D30B923D61}" srcId="{48B72C70-A7EB-4512-90B8-61EB5307AAE8}" destId="{A70F4E31-136A-4782-8FB9-E307474AA444}" srcOrd="0" destOrd="0" parTransId="{D69ACAA2-A8F5-49CF-A1EF-6F76B9584978}" sibTransId="{BE581530-959D-407B-ABA8-826A43FFEFD4}"/>
    <dgm:cxn modelId="{8E990245-404F-4C85-BFFB-783CD4CC9015}" type="presOf" srcId="{3DCDFBC5-8538-41D0-B72A-ED47BD15BCB4}" destId="{8C26809B-BE69-4418-AA7A-DAA00F2BECC4}" srcOrd="0" destOrd="0" presId="urn:microsoft.com/office/officeart/2005/8/layout/matrix3"/>
    <dgm:cxn modelId="{13ED9671-DC8F-4874-8781-D994E23D7BF8}" srcId="{48B72C70-A7EB-4512-90B8-61EB5307AAE8}" destId="{8C79653F-D9CC-45FC-AB0D-FF2F7B1CC0C5}" srcOrd="2" destOrd="0" parTransId="{C4A97964-2C4F-4535-B1D9-CD184E79E6BC}" sibTransId="{E08EF455-C6C3-4766-B3F1-C6FBD9F3E4AC}"/>
    <dgm:cxn modelId="{8D7B8392-1C68-4F24-800E-47372E0C066C}" srcId="{48B72C70-A7EB-4512-90B8-61EB5307AAE8}" destId="{023D2E01-3918-43AB-AD82-5A40CDF8FDB4}" srcOrd="1" destOrd="0" parTransId="{169DF463-2226-41ED-BBAA-DD4921B8F12C}" sibTransId="{3B962C8B-A3AA-4D95-8AD8-982A07F8644E}"/>
    <dgm:cxn modelId="{BE9E3B93-3515-49E0-9090-174A2DE131F7}" type="presOf" srcId="{A70F4E31-136A-4782-8FB9-E307474AA444}" destId="{BCC69425-D3E5-4A85-A631-8064F4581500}" srcOrd="0" destOrd="0" presId="urn:microsoft.com/office/officeart/2005/8/layout/matrix3"/>
    <dgm:cxn modelId="{4052659F-D90C-4F8F-AA75-BF0E95C60A13}" srcId="{48B72C70-A7EB-4512-90B8-61EB5307AAE8}" destId="{3DCDFBC5-8538-41D0-B72A-ED47BD15BCB4}" srcOrd="3" destOrd="0" parTransId="{ECC3D580-C917-413D-9CC1-6D1C42D6B9D4}" sibTransId="{521587D1-F453-45A1-A6C0-DCB36771983C}"/>
    <dgm:cxn modelId="{4F3BCEAB-C54E-4150-9BF6-7501AF3DD830}" type="presOf" srcId="{8C79653F-D9CC-45FC-AB0D-FF2F7B1CC0C5}" destId="{2BCAB9E2-617F-4EC8-AD7E-A8CE9F8B64EB}" srcOrd="0" destOrd="0" presId="urn:microsoft.com/office/officeart/2005/8/layout/matrix3"/>
    <dgm:cxn modelId="{82E0F1AE-AFD6-40B6-9444-2BA77FC45882}" type="presOf" srcId="{023D2E01-3918-43AB-AD82-5A40CDF8FDB4}" destId="{C204D1E8-531B-454C-89B3-25FC88E67847}" srcOrd="0" destOrd="0" presId="urn:microsoft.com/office/officeart/2005/8/layout/matrix3"/>
    <dgm:cxn modelId="{80BA13FC-30A2-41D7-A24C-4EBE93D21123}" type="presOf" srcId="{48B72C70-A7EB-4512-90B8-61EB5307AAE8}" destId="{7031E4C5-16A9-4540-9B3A-7D5C8EE0599F}" srcOrd="0" destOrd="0" presId="urn:microsoft.com/office/officeart/2005/8/layout/matrix3"/>
    <dgm:cxn modelId="{E3A4D5BB-9F5D-4A9F-BB4B-C7B280A68FB1}" type="presParOf" srcId="{7031E4C5-16A9-4540-9B3A-7D5C8EE0599F}" destId="{D4E07EAB-9D2D-407D-A8B9-8F144E1ABF86}" srcOrd="0" destOrd="0" presId="urn:microsoft.com/office/officeart/2005/8/layout/matrix3"/>
    <dgm:cxn modelId="{E86023EB-E785-4366-AF8E-3CC373B58182}" type="presParOf" srcId="{7031E4C5-16A9-4540-9B3A-7D5C8EE0599F}" destId="{BCC69425-D3E5-4A85-A631-8064F4581500}" srcOrd="1" destOrd="0" presId="urn:microsoft.com/office/officeart/2005/8/layout/matrix3"/>
    <dgm:cxn modelId="{5CDED4C9-CB42-40F0-A746-2FF13B2C809A}" type="presParOf" srcId="{7031E4C5-16A9-4540-9B3A-7D5C8EE0599F}" destId="{C204D1E8-531B-454C-89B3-25FC88E67847}" srcOrd="2" destOrd="0" presId="urn:microsoft.com/office/officeart/2005/8/layout/matrix3"/>
    <dgm:cxn modelId="{650F1B01-36E9-4EF3-8B11-25FD8D4F3B6D}" type="presParOf" srcId="{7031E4C5-16A9-4540-9B3A-7D5C8EE0599F}" destId="{2BCAB9E2-617F-4EC8-AD7E-A8CE9F8B64EB}" srcOrd="3" destOrd="0" presId="urn:microsoft.com/office/officeart/2005/8/layout/matrix3"/>
    <dgm:cxn modelId="{F84EAD9D-B22A-439C-9502-5593B44046AB}" type="presParOf" srcId="{7031E4C5-16A9-4540-9B3A-7D5C8EE0599F}" destId="{8C26809B-BE69-4418-AA7A-DAA00F2BECC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B86D6B-09D9-4E35-B3E0-C2479146C1CB}">
      <dsp:nvSpPr>
        <dsp:cNvPr id="0" name=""/>
        <dsp:cNvSpPr/>
      </dsp:nvSpPr>
      <dsp:spPr>
        <a:xfrm>
          <a:off x="1172" y="384378"/>
          <a:ext cx="1477235" cy="88634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Objectives</a:t>
          </a:r>
          <a:endParaRPr lang="en-US" sz="1800" kern="1200"/>
        </a:p>
      </dsp:txBody>
      <dsp:txXfrm>
        <a:off x="1172" y="384378"/>
        <a:ext cx="1477235" cy="886341"/>
      </dsp:txXfrm>
    </dsp:sp>
    <dsp:sp modelId="{D51FE7C9-FEEA-4327-B92D-00943753AB9B}">
      <dsp:nvSpPr>
        <dsp:cNvPr id="0" name=""/>
        <dsp:cNvSpPr/>
      </dsp:nvSpPr>
      <dsp:spPr>
        <a:xfrm>
          <a:off x="1626131" y="384378"/>
          <a:ext cx="1477235" cy="886341"/>
        </a:xfrm>
        <a:prstGeom prst="rect">
          <a:avLst/>
        </a:prstGeom>
        <a:solidFill>
          <a:schemeClr val="accent2">
            <a:hueOff val="-226198"/>
            <a:satOff val="746"/>
            <a:lumOff val="79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Problem Statement</a:t>
          </a:r>
          <a:endParaRPr lang="en-US" sz="1800" kern="1200"/>
        </a:p>
      </dsp:txBody>
      <dsp:txXfrm>
        <a:off x="1626131" y="384378"/>
        <a:ext cx="1477235" cy="886341"/>
      </dsp:txXfrm>
    </dsp:sp>
    <dsp:sp modelId="{8E4C5C61-C89F-443D-83E3-BCF1A91BD905}">
      <dsp:nvSpPr>
        <dsp:cNvPr id="0" name=""/>
        <dsp:cNvSpPr/>
      </dsp:nvSpPr>
      <dsp:spPr>
        <a:xfrm>
          <a:off x="3251090" y="384378"/>
          <a:ext cx="1477235" cy="886341"/>
        </a:xfrm>
        <a:prstGeom prst="rect">
          <a:avLst/>
        </a:prstGeom>
        <a:solidFill>
          <a:schemeClr val="accent2">
            <a:hueOff val="-452397"/>
            <a:satOff val="1491"/>
            <a:lumOff val="159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Introduction</a:t>
          </a:r>
          <a:endParaRPr lang="en-US" sz="1800" kern="1200"/>
        </a:p>
      </dsp:txBody>
      <dsp:txXfrm>
        <a:off x="3251090" y="384378"/>
        <a:ext cx="1477235" cy="886341"/>
      </dsp:txXfrm>
    </dsp:sp>
    <dsp:sp modelId="{94F3E201-8DD3-44C7-ACEB-18CDCA7C7381}">
      <dsp:nvSpPr>
        <dsp:cNvPr id="0" name=""/>
        <dsp:cNvSpPr/>
      </dsp:nvSpPr>
      <dsp:spPr>
        <a:xfrm>
          <a:off x="4876049" y="384378"/>
          <a:ext cx="1477235" cy="886341"/>
        </a:xfrm>
        <a:prstGeom prst="rect">
          <a:avLst/>
        </a:prstGeom>
        <a:solidFill>
          <a:schemeClr val="accent2">
            <a:hueOff val="-678595"/>
            <a:satOff val="2237"/>
            <a:lumOff val="239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Requirements</a:t>
          </a:r>
          <a:endParaRPr lang="en-US" sz="1800" kern="1200"/>
        </a:p>
      </dsp:txBody>
      <dsp:txXfrm>
        <a:off x="4876049" y="384378"/>
        <a:ext cx="1477235" cy="886341"/>
      </dsp:txXfrm>
    </dsp:sp>
    <dsp:sp modelId="{57A9F5F5-B95E-4484-9CC2-6629AD91104B}">
      <dsp:nvSpPr>
        <dsp:cNvPr id="0" name=""/>
        <dsp:cNvSpPr/>
      </dsp:nvSpPr>
      <dsp:spPr>
        <a:xfrm>
          <a:off x="6501008" y="384378"/>
          <a:ext cx="1477235" cy="886341"/>
        </a:xfrm>
        <a:prstGeom prst="rect">
          <a:avLst/>
        </a:prstGeom>
        <a:solidFill>
          <a:schemeClr val="accent2">
            <a:hueOff val="-904794"/>
            <a:satOff val="2983"/>
            <a:lumOff val="319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System Architecture</a:t>
          </a:r>
          <a:endParaRPr lang="en-US" sz="1800" kern="1200"/>
        </a:p>
      </dsp:txBody>
      <dsp:txXfrm>
        <a:off x="6501008" y="384378"/>
        <a:ext cx="1477235" cy="886341"/>
      </dsp:txXfrm>
    </dsp:sp>
    <dsp:sp modelId="{1572EC4E-25F6-45F4-BFFF-09325E0A7E0B}">
      <dsp:nvSpPr>
        <dsp:cNvPr id="0" name=""/>
        <dsp:cNvSpPr/>
      </dsp:nvSpPr>
      <dsp:spPr>
        <a:xfrm>
          <a:off x="8125967" y="384378"/>
          <a:ext cx="1477235" cy="886341"/>
        </a:xfrm>
        <a:prstGeom prst="rect">
          <a:avLst/>
        </a:prstGeom>
        <a:solidFill>
          <a:schemeClr val="accent2">
            <a:hueOff val="-1130992"/>
            <a:satOff val="3728"/>
            <a:lumOff val="398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Project Flow</a:t>
          </a:r>
          <a:endParaRPr lang="en-US" sz="1800" kern="1200"/>
        </a:p>
      </dsp:txBody>
      <dsp:txXfrm>
        <a:off x="8125967" y="384378"/>
        <a:ext cx="1477235" cy="886341"/>
      </dsp:txXfrm>
    </dsp:sp>
    <dsp:sp modelId="{FF28E4CE-E104-45EC-8F3A-27FBFB608DFA}">
      <dsp:nvSpPr>
        <dsp:cNvPr id="0" name=""/>
        <dsp:cNvSpPr/>
      </dsp:nvSpPr>
      <dsp:spPr>
        <a:xfrm>
          <a:off x="1172" y="1418442"/>
          <a:ext cx="1477235" cy="886341"/>
        </a:xfrm>
        <a:prstGeom prst="rect">
          <a:avLst/>
        </a:prstGeom>
        <a:solidFill>
          <a:schemeClr val="accent2">
            <a:hueOff val="-1357190"/>
            <a:satOff val="4474"/>
            <a:lumOff val="478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Backend</a:t>
          </a:r>
          <a:endParaRPr lang="en-US" sz="1800" kern="1200"/>
        </a:p>
      </dsp:txBody>
      <dsp:txXfrm>
        <a:off x="1172" y="1418442"/>
        <a:ext cx="1477235" cy="886341"/>
      </dsp:txXfrm>
    </dsp:sp>
    <dsp:sp modelId="{115F9BDF-73C0-41DD-AC21-507D1C8A03C0}">
      <dsp:nvSpPr>
        <dsp:cNvPr id="0" name=""/>
        <dsp:cNvSpPr/>
      </dsp:nvSpPr>
      <dsp:spPr>
        <a:xfrm>
          <a:off x="1626131" y="1418442"/>
          <a:ext cx="1477235" cy="886341"/>
        </a:xfrm>
        <a:prstGeom prst="rect">
          <a:avLst/>
        </a:prstGeom>
        <a:solidFill>
          <a:schemeClr val="accent2">
            <a:hueOff val="-1583389"/>
            <a:satOff val="5220"/>
            <a:lumOff val="558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Frontend</a:t>
          </a:r>
          <a:endParaRPr lang="en-US" sz="1800" kern="1200"/>
        </a:p>
      </dsp:txBody>
      <dsp:txXfrm>
        <a:off x="1626131" y="1418442"/>
        <a:ext cx="1477235" cy="886341"/>
      </dsp:txXfrm>
    </dsp:sp>
    <dsp:sp modelId="{BBC5295A-9D2A-4D59-A871-7DD110CB54BC}">
      <dsp:nvSpPr>
        <dsp:cNvPr id="0" name=""/>
        <dsp:cNvSpPr/>
      </dsp:nvSpPr>
      <dsp:spPr>
        <a:xfrm>
          <a:off x="3251090" y="1418442"/>
          <a:ext cx="1477235" cy="886341"/>
        </a:xfrm>
        <a:prstGeom prst="rect">
          <a:avLst/>
        </a:prstGeom>
        <a:solidFill>
          <a:schemeClr val="accent2">
            <a:hueOff val="-1809587"/>
            <a:satOff val="5965"/>
            <a:lumOff val="637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API integration</a:t>
          </a:r>
          <a:endParaRPr lang="en-US" sz="1800" kern="1200"/>
        </a:p>
      </dsp:txBody>
      <dsp:txXfrm>
        <a:off x="3251090" y="1418442"/>
        <a:ext cx="1477235" cy="886341"/>
      </dsp:txXfrm>
    </dsp:sp>
    <dsp:sp modelId="{7947C654-3DBD-40BB-A5CF-9DD33C90A3C2}">
      <dsp:nvSpPr>
        <dsp:cNvPr id="0" name=""/>
        <dsp:cNvSpPr/>
      </dsp:nvSpPr>
      <dsp:spPr>
        <a:xfrm>
          <a:off x="4876049" y="1418442"/>
          <a:ext cx="1477235" cy="886341"/>
        </a:xfrm>
        <a:prstGeom prst="rect">
          <a:avLst/>
        </a:prstGeom>
        <a:solidFill>
          <a:schemeClr val="accent2">
            <a:hueOff val="-2035785"/>
            <a:satOff val="6711"/>
            <a:lumOff val="7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Core Concepts Used</a:t>
          </a:r>
          <a:endParaRPr lang="en-US" sz="1800" kern="1200"/>
        </a:p>
      </dsp:txBody>
      <dsp:txXfrm>
        <a:off x="4876049" y="1418442"/>
        <a:ext cx="1477235" cy="886341"/>
      </dsp:txXfrm>
    </dsp:sp>
    <dsp:sp modelId="{7E2AB25B-B303-4478-8FF1-98002021085B}">
      <dsp:nvSpPr>
        <dsp:cNvPr id="0" name=""/>
        <dsp:cNvSpPr/>
      </dsp:nvSpPr>
      <dsp:spPr>
        <a:xfrm>
          <a:off x="6501008" y="1418442"/>
          <a:ext cx="1477235" cy="886341"/>
        </a:xfrm>
        <a:prstGeom prst="rect">
          <a:avLst/>
        </a:prstGeom>
        <a:solidFill>
          <a:schemeClr val="accent2">
            <a:hueOff val="-2261984"/>
            <a:satOff val="7457"/>
            <a:lumOff val="797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Classes and Methods</a:t>
          </a:r>
          <a:endParaRPr lang="en-US" sz="1800" kern="1200"/>
        </a:p>
      </dsp:txBody>
      <dsp:txXfrm>
        <a:off x="6501008" y="1418442"/>
        <a:ext cx="1477235" cy="886341"/>
      </dsp:txXfrm>
    </dsp:sp>
    <dsp:sp modelId="{024E198B-90B9-453B-84A8-BA159C2F0E04}">
      <dsp:nvSpPr>
        <dsp:cNvPr id="0" name=""/>
        <dsp:cNvSpPr/>
      </dsp:nvSpPr>
      <dsp:spPr>
        <a:xfrm>
          <a:off x="8125967" y="1418442"/>
          <a:ext cx="1477235" cy="886341"/>
        </a:xfrm>
        <a:prstGeom prst="rect">
          <a:avLst/>
        </a:prstGeom>
        <a:solidFill>
          <a:schemeClr val="accent2">
            <a:hueOff val="-2488182"/>
            <a:satOff val="8202"/>
            <a:lumOff val="877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Design</a:t>
          </a:r>
          <a:endParaRPr lang="en-US" sz="1800" kern="1200"/>
        </a:p>
      </dsp:txBody>
      <dsp:txXfrm>
        <a:off x="8125967" y="1418442"/>
        <a:ext cx="1477235" cy="886341"/>
      </dsp:txXfrm>
    </dsp:sp>
    <dsp:sp modelId="{74B0A621-B3CB-421B-B4A2-F6F8AFAEE878}">
      <dsp:nvSpPr>
        <dsp:cNvPr id="0" name=""/>
        <dsp:cNvSpPr/>
      </dsp:nvSpPr>
      <dsp:spPr>
        <a:xfrm>
          <a:off x="1626131" y="2452507"/>
          <a:ext cx="1477235" cy="886341"/>
        </a:xfrm>
        <a:prstGeom prst="rect">
          <a:avLst/>
        </a:prstGeom>
        <a:solidFill>
          <a:schemeClr val="accent2">
            <a:hueOff val="-2714380"/>
            <a:satOff val="8948"/>
            <a:lumOff val="956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CLI Menu</a:t>
          </a:r>
          <a:endParaRPr lang="en-US" sz="1800" kern="1200"/>
        </a:p>
      </dsp:txBody>
      <dsp:txXfrm>
        <a:off x="1626131" y="2452507"/>
        <a:ext cx="1477235" cy="886341"/>
      </dsp:txXfrm>
    </dsp:sp>
    <dsp:sp modelId="{A1287708-5092-4134-9914-26E96A708390}">
      <dsp:nvSpPr>
        <dsp:cNvPr id="0" name=""/>
        <dsp:cNvSpPr/>
      </dsp:nvSpPr>
      <dsp:spPr>
        <a:xfrm>
          <a:off x="3251090" y="2452507"/>
          <a:ext cx="1477235" cy="886341"/>
        </a:xfrm>
        <a:prstGeom prst="rect">
          <a:avLst/>
        </a:prstGeom>
        <a:solidFill>
          <a:schemeClr val="accent2">
            <a:hueOff val="-2940579"/>
            <a:satOff val="9694"/>
            <a:lumOff val="1036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Key Features</a:t>
          </a:r>
          <a:endParaRPr lang="en-US" sz="1800" kern="1200" dirty="0"/>
        </a:p>
      </dsp:txBody>
      <dsp:txXfrm>
        <a:off x="3251090" y="2452507"/>
        <a:ext cx="1477235" cy="886341"/>
      </dsp:txXfrm>
    </dsp:sp>
    <dsp:sp modelId="{1B658BFF-E79B-4ED4-8572-7CB493A74ECD}">
      <dsp:nvSpPr>
        <dsp:cNvPr id="0" name=""/>
        <dsp:cNvSpPr/>
      </dsp:nvSpPr>
      <dsp:spPr>
        <a:xfrm>
          <a:off x="4876049" y="2452507"/>
          <a:ext cx="1477235" cy="886341"/>
        </a:xfrm>
        <a:prstGeom prst="rect">
          <a:avLst/>
        </a:prstGeom>
        <a:solidFill>
          <a:schemeClr val="accent2">
            <a:hueOff val="-3166777"/>
            <a:satOff val="10439"/>
            <a:lumOff val="1116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Future Enhancements</a:t>
          </a:r>
          <a:endParaRPr lang="en-US" sz="1800" kern="1200"/>
        </a:p>
      </dsp:txBody>
      <dsp:txXfrm>
        <a:off x="4876049" y="2452507"/>
        <a:ext cx="1477235" cy="886341"/>
      </dsp:txXfrm>
    </dsp:sp>
    <dsp:sp modelId="{1748A0B2-458D-451C-9A44-E467DE32B303}">
      <dsp:nvSpPr>
        <dsp:cNvPr id="0" name=""/>
        <dsp:cNvSpPr/>
      </dsp:nvSpPr>
      <dsp:spPr>
        <a:xfrm>
          <a:off x="6501008" y="2452507"/>
          <a:ext cx="1477235" cy="886341"/>
        </a:xfrm>
        <a:prstGeom prst="rect">
          <a:avLst/>
        </a:prstGeom>
        <a:solidFill>
          <a:schemeClr val="accent2">
            <a:hueOff val="-3392975"/>
            <a:satOff val="11185"/>
            <a:lumOff val="1196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Conclusion</a:t>
          </a:r>
          <a:endParaRPr lang="en-US" sz="1800" kern="1200" dirty="0"/>
        </a:p>
      </dsp:txBody>
      <dsp:txXfrm>
        <a:off x="6501008" y="2452507"/>
        <a:ext cx="1477235" cy="8863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D0C3D8-2696-4A09-874F-480C2BB30B20}">
      <dsp:nvSpPr>
        <dsp:cNvPr id="0" name=""/>
        <dsp:cNvSpPr/>
      </dsp:nvSpPr>
      <dsp:spPr>
        <a:xfrm>
          <a:off x="1172" y="595354"/>
          <a:ext cx="4267568" cy="21337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6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Object-Oriented Programming (OOP):</a:t>
          </a:r>
          <a:br>
            <a:rPr lang="en-US" sz="1900" kern="1200" dirty="0"/>
          </a:br>
          <a:r>
            <a:rPr lang="en-US" sz="1900" kern="1200" dirty="0"/>
            <a:t>-The system is built around classes like Book, Member, and </a:t>
          </a:r>
          <a:r>
            <a:rPr lang="en-US" sz="1900" kern="1200" dirty="0" err="1"/>
            <a:t>LibraryPortal</a:t>
          </a:r>
          <a:r>
            <a:rPr lang="en-US" sz="1900" kern="1200" dirty="0"/>
            <a:t>. 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-Each class represents a real-world entity, making the program more modular and easier to manage.</a:t>
          </a:r>
        </a:p>
      </dsp:txBody>
      <dsp:txXfrm>
        <a:off x="63668" y="657850"/>
        <a:ext cx="4142576" cy="2008792"/>
      </dsp:txXfrm>
    </dsp:sp>
    <dsp:sp modelId="{AF854A06-9349-4AAA-BA55-7FBDAD05D5E7}">
      <dsp:nvSpPr>
        <dsp:cNvPr id="0" name=""/>
        <dsp:cNvSpPr/>
      </dsp:nvSpPr>
      <dsp:spPr>
        <a:xfrm>
          <a:off x="5335633" y="595354"/>
          <a:ext cx="4267568" cy="21337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6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Encapsulation:</a:t>
          </a:r>
          <a:br>
            <a:rPr lang="en-US" sz="1900" kern="1200" dirty="0"/>
          </a:br>
          <a:r>
            <a:rPr lang="en-US" sz="1900" kern="1200" dirty="0"/>
            <a:t>-Member details and borrowed books are kept private inside the class. 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-They can only be accessed or modified through methods, ensuring data security and correctness.</a:t>
          </a:r>
          <a:br>
            <a:rPr lang="en-US" sz="1900" kern="1200" dirty="0"/>
          </a:br>
          <a:endParaRPr lang="en-US" sz="1900" kern="1200" dirty="0"/>
        </a:p>
      </dsp:txBody>
      <dsp:txXfrm>
        <a:off x="5398129" y="657850"/>
        <a:ext cx="4142576" cy="20087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BD59F9-C52B-4991-B8D7-85B258628110}">
      <dsp:nvSpPr>
        <dsp:cNvPr id="0" name=""/>
        <dsp:cNvSpPr/>
      </dsp:nvSpPr>
      <dsp:spPr>
        <a:xfrm>
          <a:off x="0" y="0"/>
          <a:ext cx="7683500" cy="7313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6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Book Class → Represents books in the system.</a:t>
          </a:r>
        </a:p>
      </dsp:txBody>
      <dsp:txXfrm>
        <a:off x="21422" y="21422"/>
        <a:ext cx="6832471" cy="688544"/>
      </dsp:txXfrm>
    </dsp:sp>
    <dsp:sp modelId="{42F3DB98-801B-4EC5-8BAA-FB6ECC2F7969}">
      <dsp:nvSpPr>
        <dsp:cNvPr id="0" name=""/>
        <dsp:cNvSpPr/>
      </dsp:nvSpPr>
      <dsp:spPr>
        <a:xfrm>
          <a:off x="643493" y="864368"/>
          <a:ext cx="7683500" cy="7313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6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BaseMember Class → Abstract parent class.</a:t>
          </a:r>
        </a:p>
      </dsp:txBody>
      <dsp:txXfrm>
        <a:off x="664915" y="885790"/>
        <a:ext cx="6521760" cy="688544"/>
      </dsp:txXfrm>
    </dsp:sp>
    <dsp:sp modelId="{34C00BC6-3488-47C7-8BAB-D0D260FFF764}">
      <dsp:nvSpPr>
        <dsp:cNvPr id="0" name=""/>
        <dsp:cNvSpPr/>
      </dsp:nvSpPr>
      <dsp:spPr>
        <a:xfrm>
          <a:off x="1277381" y="1728736"/>
          <a:ext cx="7683500" cy="7313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6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StudentMember / </a:t>
          </a:r>
          <a:r>
            <a:rPr lang="en-US" sz="2000" kern="1200" dirty="0" err="1"/>
            <a:t>FacultyMember</a:t>
          </a:r>
          <a:r>
            <a:rPr lang="en-US" sz="2000" kern="1200" dirty="0"/>
            <a:t> → Inherit from BaseMember.</a:t>
          </a:r>
        </a:p>
      </dsp:txBody>
      <dsp:txXfrm>
        <a:off x="1298803" y="1750158"/>
        <a:ext cx="6531364" cy="688544"/>
      </dsp:txXfrm>
    </dsp:sp>
    <dsp:sp modelId="{678BDDAB-9C69-4513-9556-FFF78F379C6C}">
      <dsp:nvSpPr>
        <dsp:cNvPr id="0" name=""/>
        <dsp:cNvSpPr/>
      </dsp:nvSpPr>
      <dsp:spPr>
        <a:xfrm>
          <a:off x="1920875" y="2593105"/>
          <a:ext cx="7683500" cy="7313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6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LibraryPortal → Manages books and members (composition relationship).</a:t>
          </a:r>
        </a:p>
      </dsp:txBody>
      <dsp:txXfrm>
        <a:off x="1942297" y="2614527"/>
        <a:ext cx="6521760" cy="688544"/>
      </dsp:txXfrm>
    </dsp:sp>
    <dsp:sp modelId="{A7C37CD6-9CC5-41ED-A125-E5A23A70BD71}">
      <dsp:nvSpPr>
        <dsp:cNvPr id="0" name=""/>
        <dsp:cNvSpPr/>
      </dsp:nvSpPr>
      <dsp:spPr>
        <a:xfrm>
          <a:off x="7208097" y="560177"/>
          <a:ext cx="475402" cy="475402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315062" y="560177"/>
        <a:ext cx="261472" cy="357740"/>
      </dsp:txXfrm>
    </dsp:sp>
    <dsp:sp modelId="{00262995-D5DF-447D-B685-19CE4A47E5A7}">
      <dsp:nvSpPr>
        <dsp:cNvPr id="0" name=""/>
        <dsp:cNvSpPr/>
      </dsp:nvSpPr>
      <dsp:spPr>
        <a:xfrm>
          <a:off x="7851590" y="1424545"/>
          <a:ext cx="475402" cy="475402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958555" y="1424545"/>
        <a:ext cx="261472" cy="357740"/>
      </dsp:txXfrm>
    </dsp:sp>
    <dsp:sp modelId="{AC345E17-EFF9-4DFF-93DC-22B05A74082B}">
      <dsp:nvSpPr>
        <dsp:cNvPr id="0" name=""/>
        <dsp:cNvSpPr/>
      </dsp:nvSpPr>
      <dsp:spPr>
        <a:xfrm>
          <a:off x="8485479" y="2288914"/>
          <a:ext cx="475402" cy="475402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592444" y="2288914"/>
        <a:ext cx="261472" cy="3577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8CA17E-F2E7-40C4-A34C-E6F218D338F4}">
      <dsp:nvSpPr>
        <dsp:cNvPr id="0" name=""/>
        <dsp:cNvSpPr/>
      </dsp:nvSpPr>
      <dsp:spPr>
        <a:xfrm>
          <a:off x="687539" y="1846286"/>
          <a:ext cx="541593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46C38A-78A9-4EB0-83CF-2F3D42704A64}">
      <dsp:nvSpPr>
        <dsp:cNvPr id="0" name=""/>
        <dsp:cNvSpPr/>
      </dsp:nvSpPr>
      <dsp:spPr>
        <a:xfrm>
          <a:off x="1261628" y="1800784"/>
          <a:ext cx="62283" cy="117095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7BD1A2-8DE5-4B18-8C31-400C2A7B9E46}">
      <dsp:nvSpPr>
        <dsp:cNvPr id="0" name=""/>
        <dsp:cNvSpPr/>
      </dsp:nvSpPr>
      <dsp:spPr>
        <a:xfrm>
          <a:off x="377364" y="1603846"/>
          <a:ext cx="484951" cy="4849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19" tIns="18819" rIns="18819" bIns="18819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1</a:t>
          </a:r>
        </a:p>
      </dsp:txBody>
      <dsp:txXfrm>
        <a:off x="448383" y="1674865"/>
        <a:ext cx="342913" cy="342913"/>
      </dsp:txXfrm>
    </dsp:sp>
    <dsp:sp modelId="{A6F714B6-223C-47F8-A860-B6D6D5FF701A}">
      <dsp:nvSpPr>
        <dsp:cNvPr id="0" name=""/>
        <dsp:cNvSpPr/>
      </dsp:nvSpPr>
      <dsp:spPr>
        <a:xfrm>
          <a:off x="10547" y="2254394"/>
          <a:ext cx="121858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123" tIns="165100" rIns="96123" bIns="1651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Insert Book → Add a new book with ID, title, author, and ISBN.</a:t>
          </a:r>
          <a:endParaRPr lang="en-US" sz="1400" kern="1200" dirty="0"/>
        </a:p>
      </dsp:txBody>
      <dsp:txXfrm>
        <a:off x="10547" y="2498111"/>
        <a:ext cx="1218585" cy="1721883"/>
      </dsp:txXfrm>
    </dsp:sp>
    <dsp:sp modelId="{DC85FA43-90EB-4F68-863E-6076867A8D23}">
      <dsp:nvSpPr>
        <dsp:cNvPr id="0" name=""/>
        <dsp:cNvSpPr/>
      </dsp:nvSpPr>
      <dsp:spPr>
        <a:xfrm>
          <a:off x="1364531" y="1846292"/>
          <a:ext cx="1218585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D3C3FB-1452-4BBB-8A04-DC3D24D8CBE2}">
      <dsp:nvSpPr>
        <dsp:cNvPr id="0" name=""/>
        <dsp:cNvSpPr/>
      </dsp:nvSpPr>
      <dsp:spPr>
        <a:xfrm>
          <a:off x="2615612" y="1800789"/>
          <a:ext cx="62283" cy="117101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F6151D-4AF0-4DFD-82E8-44E1310B2A39}">
      <dsp:nvSpPr>
        <dsp:cNvPr id="0" name=""/>
        <dsp:cNvSpPr/>
      </dsp:nvSpPr>
      <dsp:spPr>
        <a:xfrm>
          <a:off x="1731348" y="1603852"/>
          <a:ext cx="484951" cy="4849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19" tIns="18819" rIns="18819" bIns="18819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2</a:t>
          </a:r>
        </a:p>
      </dsp:txBody>
      <dsp:txXfrm>
        <a:off x="1802367" y="1674871"/>
        <a:ext cx="342913" cy="342913"/>
      </dsp:txXfrm>
    </dsp:sp>
    <dsp:sp modelId="{0E26C745-8B31-4447-A0F4-CB0423F93DBA}">
      <dsp:nvSpPr>
        <dsp:cNvPr id="0" name=""/>
        <dsp:cNvSpPr/>
      </dsp:nvSpPr>
      <dsp:spPr>
        <a:xfrm>
          <a:off x="1364531" y="2254410"/>
          <a:ext cx="121858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123" tIns="165100" rIns="96123" bIns="1651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Discard Book → Remove a book from the catalog (only if not borrowed).</a:t>
          </a:r>
          <a:endParaRPr lang="en-US" sz="1400" kern="1200" dirty="0"/>
        </a:p>
      </dsp:txBody>
      <dsp:txXfrm>
        <a:off x="1364531" y="2498127"/>
        <a:ext cx="1218585" cy="1721883"/>
      </dsp:txXfrm>
    </dsp:sp>
    <dsp:sp modelId="{9F82C150-DB79-4ABD-A18E-22484312E7D0}">
      <dsp:nvSpPr>
        <dsp:cNvPr id="0" name=""/>
        <dsp:cNvSpPr/>
      </dsp:nvSpPr>
      <dsp:spPr>
        <a:xfrm>
          <a:off x="2718514" y="1846292"/>
          <a:ext cx="1218585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589A6C-D0B9-4EAE-A4C2-6F24916A2A89}">
      <dsp:nvSpPr>
        <dsp:cNvPr id="0" name=""/>
        <dsp:cNvSpPr/>
      </dsp:nvSpPr>
      <dsp:spPr>
        <a:xfrm>
          <a:off x="3969595" y="1800789"/>
          <a:ext cx="62283" cy="117101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B2BC89-7E59-404A-9CD6-6002DAE6E511}">
      <dsp:nvSpPr>
        <dsp:cNvPr id="0" name=""/>
        <dsp:cNvSpPr/>
      </dsp:nvSpPr>
      <dsp:spPr>
        <a:xfrm>
          <a:off x="3085331" y="1603852"/>
          <a:ext cx="484951" cy="4849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19" tIns="18819" rIns="18819" bIns="18819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3</a:t>
          </a:r>
        </a:p>
      </dsp:txBody>
      <dsp:txXfrm>
        <a:off x="3156350" y="1674871"/>
        <a:ext cx="342913" cy="342913"/>
      </dsp:txXfrm>
    </dsp:sp>
    <dsp:sp modelId="{7B2F3CAD-0D9B-4C1C-B08D-F4763C965DCF}">
      <dsp:nvSpPr>
        <dsp:cNvPr id="0" name=""/>
        <dsp:cNvSpPr/>
      </dsp:nvSpPr>
      <dsp:spPr>
        <a:xfrm>
          <a:off x="2718514" y="2254410"/>
          <a:ext cx="121858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123" tIns="165100" rIns="96123" bIns="1651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Enroll Member → Register a new student or faculty member.</a:t>
          </a:r>
          <a:endParaRPr lang="en-US" sz="1400" kern="1200" dirty="0"/>
        </a:p>
      </dsp:txBody>
      <dsp:txXfrm>
        <a:off x="2718514" y="2498127"/>
        <a:ext cx="1218585" cy="1721883"/>
      </dsp:txXfrm>
    </dsp:sp>
    <dsp:sp modelId="{F313ED8E-B2B3-4D82-9DF3-A66086FB5E6E}">
      <dsp:nvSpPr>
        <dsp:cNvPr id="0" name=""/>
        <dsp:cNvSpPr/>
      </dsp:nvSpPr>
      <dsp:spPr>
        <a:xfrm>
          <a:off x="4072498" y="1846292"/>
          <a:ext cx="1218585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6392CD-57C9-43E0-93F2-9E00659AC781}">
      <dsp:nvSpPr>
        <dsp:cNvPr id="0" name=""/>
        <dsp:cNvSpPr/>
      </dsp:nvSpPr>
      <dsp:spPr>
        <a:xfrm>
          <a:off x="5323579" y="1800789"/>
          <a:ext cx="62283" cy="117101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56BDF9-0126-465C-AD52-410379C9B38E}">
      <dsp:nvSpPr>
        <dsp:cNvPr id="0" name=""/>
        <dsp:cNvSpPr/>
      </dsp:nvSpPr>
      <dsp:spPr>
        <a:xfrm>
          <a:off x="4439315" y="1603852"/>
          <a:ext cx="484951" cy="4849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19" tIns="18819" rIns="18819" bIns="18819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4</a:t>
          </a:r>
        </a:p>
      </dsp:txBody>
      <dsp:txXfrm>
        <a:off x="4510334" y="1674871"/>
        <a:ext cx="342913" cy="342913"/>
      </dsp:txXfrm>
    </dsp:sp>
    <dsp:sp modelId="{D9AC04EA-F800-44B9-8A54-10A9013F308D}">
      <dsp:nvSpPr>
        <dsp:cNvPr id="0" name=""/>
        <dsp:cNvSpPr/>
      </dsp:nvSpPr>
      <dsp:spPr>
        <a:xfrm>
          <a:off x="4097077" y="2297948"/>
          <a:ext cx="121858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123" tIns="165100" rIns="96123" bIns="1651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Borrow Book → Issue a book to a member and set the due date.</a:t>
          </a:r>
          <a:endParaRPr lang="en-US" sz="1400" kern="1200" dirty="0"/>
        </a:p>
      </dsp:txBody>
      <dsp:txXfrm>
        <a:off x="4097077" y="2541665"/>
        <a:ext cx="1218585" cy="1721883"/>
      </dsp:txXfrm>
    </dsp:sp>
    <dsp:sp modelId="{80BD528A-7DBF-4C8F-910B-B347CB261626}">
      <dsp:nvSpPr>
        <dsp:cNvPr id="0" name=""/>
        <dsp:cNvSpPr/>
      </dsp:nvSpPr>
      <dsp:spPr>
        <a:xfrm>
          <a:off x="5426482" y="1846292"/>
          <a:ext cx="1218585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D4B378-D135-4F71-B012-39382E4D247E}">
      <dsp:nvSpPr>
        <dsp:cNvPr id="0" name=""/>
        <dsp:cNvSpPr/>
      </dsp:nvSpPr>
      <dsp:spPr>
        <a:xfrm>
          <a:off x="6677563" y="1800789"/>
          <a:ext cx="62283" cy="117101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05A386-AEF4-42BD-8A16-2E04A2ED8C32}">
      <dsp:nvSpPr>
        <dsp:cNvPr id="0" name=""/>
        <dsp:cNvSpPr/>
      </dsp:nvSpPr>
      <dsp:spPr>
        <a:xfrm>
          <a:off x="5793299" y="1603852"/>
          <a:ext cx="484951" cy="4849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19" tIns="18819" rIns="18819" bIns="18819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5</a:t>
          </a:r>
        </a:p>
      </dsp:txBody>
      <dsp:txXfrm>
        <a:off x="5864318" y="1674871"/>
        <a:ext cx="342913" cy="342913"/>
      </dsp:txXfrm>
    </dsp:sp>
    <dsp:sp modelId="{BFBB3AF0-9B4B-4F33-93D3-DF0EA7559EB1}">
      <dsp:nvSpPr>
        <dsp:cNvPr id="0" name=""/>
        <dsp:cNvSpPr/>
      </dsp:nvSpPr>
      <dsp:spPr>
        <a:xfrm>
          <a:off x="5426482" y="2254410"/>
          <a:ext cx="121858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123" tIns="165100" rIns="96123" bIns="1651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Return Book → Return a borrowed book and calculate fine if overdue.</a:t>
          </a:r>
          <a:endParaRPr lang="en-US" sz="1400" kern="1200" dirty="0"/>
        </a:p>
      </dsp:txBody>
      <dsp:txXfrm>
        <a:off x="5426482" y="2498127"/>
        <a:ext cx="1218585" cy="1721883"/>
      </dsp:txXfrm>
    </dsp:sp>
    <dsp:sp modelId="{A3EDB125-EA90-46E8-899A-A99A5C98F277}">
      <dsp:nvSpPr>
        <dsp:cNvPr id="0" name=""/>
        <dsp:cNvSpPr/>
      </dsp:nvSpPr>
      <dsp:spPr>
        <a:xfrm>
          <a:off x="6780466" y="1846292"/>
          <a:ext cx="1218585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CE964B-1A5C-4A1B-AE4F-CBA95A7CA6DB}">
      <dsp:nvSpPr>
        <dsp:cNvPr id="0" name=""/>
        <dsp:cNvSpPr/>
      </dsp:nvSpPr>
      <dsp:spPr>
        <a:xfrm>
          <a:off x="8031547" y="1800789"/>
          <a:ext cx="62283" cy="117101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55F8ED-B67C-46E2-9055-3D37F5973BAE}">
      <dsp:nvSpPr>
        <dsp:cNvPr id="0" name=""/>
        <dsp:cNvSpPr/>
      </dsp:nvSpPr>
      <dsp:spPr>
        <a:xfrm>
          <a:off x="7147283" y="1603852"/>
          <a:ext cx="484951" cy="4849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19" tIns="18819" rIns="18819" bIns="18819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6</a:t>
          </a:r>
        </a:p>
      </dsp:txBody>
      <dsp:txXfrm>
        <a:off x="7218302" y="1674871"/>
        <a:ext cx="342913" cy="342913"/>
      </dsp:txXfrm>
    </dsp:sp>
    <dsp:sp modelId="{41D7352E-7E19-4019-B9B8-B40D94C9959C}">
      <dsp:nvSpPr>
        <dsp:cNvPr id="0" name=""/>
        <dsp:cNvSpPr/>
      </dsp:nvSpPr>
      <dsp:spPr>
        <a:xfrm>
          <a:off x="6780466" y="2254410"/>
          <a:ext cx="121858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123" tIns="165100" rIns="96123" bIns="1651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View All Books → Display the list of all books with availability status.</a:t>
          </a:r>
          <a:endParaRPr lang="en-US" sz="1400" kern="1200" dirty="0"/>
        </a:p>
      </dsp:txBody>
      <dsp:txXfrm>
        <a:off x="6780466" y="2498127"/>
        <a:ext cx="1218585" cy="1721883"/>
      </dsp:txXfrm>
    </dsp:sp>
    <dsp:sp modelId="{D18D8586-6B93-4D70-8CC3-DAD779204482}">
      <dsp:nvSpPr>
        <dsp:cNvPr id="0" name=""/>
        <dsp:cNvSpPr/>
      </dsp:nvSpPr>
      <dsp:spPr>
        <a:xfrm>
          <a:off x="8134449" y="1846292"/>
          <a:ext cx="1218668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9C1DA1-DF8A-4B3C-915C-8594D05B7E87}">
      <dsp:nvSpPr>
        <dsp:cNvPr id="0" name=""/>
        <dsp:cNvSpPr/>
      </dsp:nvSpPr>
      <dsp:spPr>
        <a:xfrm>
          <a:off x="9385616" y="1800789"/>
          <a:ext cx="62287" cy="117101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CDD619-3640-4442-A40F-49B8B0CFB149}">
      <dsp:nvSpPr>
        <dsp:cNvPr id="0" name=""/>
        <dsp:cNvSpPr/>
      </dsp:nvSpPr>
      <dsp:spPr>
        <a:xfrm>
          <a:off x="8501308" y="1603852"/>
          <a:ext cx="484951" cy="4849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19" tIns="18819" rIns="18819" bIns="18819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7</a:t>
          </a:r>
        </a:p>
      </dsp:txBody>
      <dsp:txXfrm>
        <a:off x="8572327" y="1674871"/>
        <a:ext cx="342913" cy="342913"/>
      </dsp:txXfrm>
    </dsp:sp>
    <dsp:sp modelId="{31C93380-A92D-4CD8-94A5-4EEF045BD45E}">
      <dsp:nvSpPr>
        <dsp:cNvPr id="0" name=""/>
        <dsp:cNvSpPr/>
      </dsp:nvSpPr>
      <dsp:spPr>
        <a:xfrm>
          <a:off x="8134449" y="2254410"/>
          <a:ext cx="121866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130" tIns="165100" rIns="96130" bIns="1651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View All Members → Display all registered members with their borrowed books.</a:t>
          </a:r>
          <a:endParaRPr lang="en-US" sz="1400" kern="1200" dirty="0"/>
        </a:p>
      </dsp:txBody>
      <dsp:txXfrm>
        <a:off x="8134449" y="2498144"/>
        <a:ext cx="1218668" cy="1721866"/>
      </dsp:txXfrm>
    </dsp:sp>
    <dsp:sp modelId="{7A1C77D3-6585-4FEE-A0FA-9F7DE3C92A4C}">
      <dsp:nvSpPr>
        <dsp:cNvPr id="0" name=""/>
        <dsp:cNvSpPr/>
      </dsp:nvSpPr>
      <dsp:spPr>
        <a:xfrm>
          <a:off x="9488525" y="1846292"/>
          <a:ext cx="609292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CA6A11-C81E-4EAA-AD91-C780457299DB}">
      <dsp:nvSpPr>
        <dsp:cNvPr id="0" name=""/>
        <dsp:cNvSpPr/>
      </dsp:nvSpPr>
      <dsp:spPr>
        <a:xfrm>
          <a:off x="9855342" y="1603852"/>
          <a:ext cx="484951" cy="4849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19" tIns="18819" rIns="18819" bIns="18819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8</a:t>
          </a:r>
        </a:p>
      </dsp:txBody>
      <dsp:txXfrm>
        <a:off x="9926361" y="1674871"/>
        <a:ext cx="342913" cy="342913"/>
      </dsp:txXfrm>
    </dsp:sp>
    <dsp:sp modelId="{E2B03F13-F599-4590-8F94-5D00B93F0A83}">
      <dsp:nvSpPr>
        <dsp:cNvPr id="0" name=""/>
        <dsp:cNvSpPr/>
      </dsp:nvSpPr>
      <dsp:spPr>
        <a:xfrm>
          <a:off x="9488525" y="2254410"/>
          <a:ext cx="121858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123" tIns="165100" rIns="96123" bIns="1651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Exit → Close the application.</a:t>
          </a:r>
        </a:p>
      </dsp:txBody>
      <dsp:txXfrm>
        <a:off x="9488525" y="2498127"/>
        <a:ext cx="1218585" cy="17218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0D65E2-E858-4B42-941F-54E38CD6F23D}">
      <dsp:nvSpPr>
        <dsp:cNvPr id="0" name=""/>
        <dsp:cNvSpPr/>
      </dsp:nvSpPr>
      <dsp:spPr>
        <a:xfrm>
          <a:off x="383346" y="689543"/>
          <a:ext cx="815025" cy="815025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D4BC52-27FD-4AEF-B233-5E136064F404}">
      <dsp:nvSpPr>
        <dsp:cNvPr id="0" name=""/>
        <dsp:cNvSpPr/>
      </dsp:nvSpPr>
      <dsp:spPr>
        <a:xfrm>
          <a:off x="554501" y="860698"/>
          <a:ext cx="472714" cy="4727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09E3C6-D270-4E70-8C42-501519F189E7}">
      <dsp:nvSpPr>
        <dsp:cNvPr id="0" name=""/>
        <dsp:cNvSpPr/>
      </dsp:nvSpPr>
      <dsp:spPr>
        <a:xfrm>
          <a:off x="1373020" y="689543"/>
          <a:ext cx="1921131" cy="815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Book management (add, view, delete, availability).</a:t>
          </a:r>
        </a:p>
      </dsp:txBody>
      <dsp:txXfrm>
        <a:off x="1373020" y="689543"/>
        <a:ext cx="1921131" cy="815025"/>
      </dsp:txXfrm>
    </dsp:sp>
    <dsp:sp modelId="{D4E4C013-B32F-4A4D-9659-86C2EDB59D0F}">
      <dsp:nvSpPr>
        <dsp:cNvPr id="0" name=""/>
        <dsp:cNvSpPr/>
      </dsp:nvSpPr>
      <dsp:spPr>
        <a:xfrm>
          <a:off x="3628895" y="689543"/>
          <a:ext cx="815025" cy="815025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24A698-FC46-4647-B09F-F9BBF89F38BE}">
      <dsp:nvSpPr>
        <dsp:cNvPr id="0" name=""/>
        <dsp:cNvSpPr/>
      </dsp:nvSpPr>
      <dsp:spPr>
        <a:xfrm>
          <a:off x="3800050" y="860698"/>
          <a:ext cx="472714" cy="4727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0DDA6F-EFB9-4D84-938F-C4A7AB4E3874}">
      <dsp:nvSpPr>
        <dsp:cNvPr id="0" name=""/>
        <dsp:cNvSpPr/>
      </dsp:nvSpPr>
      <dsp:spPr>
        <a:xfrm>
          <a:off x="4618569" y="689543"/>
          <a:ext cx="1921131" cy="815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Member management with loan rules.</a:t>
          </a:r>
        </a:p>
      </dsp:txBody>
      <dsp:txXfrm>
        <a:off x="4618569" y="689543"/>
        <a:ext cx="1921131" cy="815025"/>
      </dsp:txXfrm>
    </dsp:sp>
    <dsp:sp modelId="{6616537C-8406-4FE3-ADBC-C1BB3A229825}">
      <dsp:nvSpPr>
        <dsp:cNvPr id="0" name=""/>
        <dsp:cNvSpPr/>
      </dsp:nvSpPr>
      <dsp:spPr>
        <a:xfrm>
          <a:off x="6874443" y="689543"/>
          <a:ext cx="815025" cy="815025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F4431D-D46B-47DB-A957-B0277E6A0B1E}">
      <dsp:nvSpPr>
        <dsp:cNvPr id="0" name=""/>
        <dsp:cNvSpPr/>
      </dsp:nvSpPr>
      <dsp:spPr>
        <a:xfrm>
          <a:off x="7045598" y="860698"/>
          <a:ext cx="472714" cy="4727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AF688E-5FAC-4563-9A38-2B37C05CF032}">
      <dsp:nvSpPr>
        <dsp:cNvPr id="0" name=""/>
        <dsp:cNvSpPr/>
      </dsp:nvSpPr>
      <dsp:spPr>
        <a:xfrm>
          <a:off x="7864117" y="689543"/>
          <a:ext cx="1921131" cy="815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Borrow &amp; return system with automatic fine calculation.</a:t>
          </a:r>
        </a:p>
      </dsp:txBody>
      <dsp:txXfrm>
        <a:off x="7864117" y="689543"/>
        <a:ext cx="1921131" cy="815025"/>
      </dsp:txXfrm>
    </dsp:sp>
    <dsp:sp modelId="{2056B7A1-7BFB-4E32-9C93-8DCA6C9EF2A4}">
      <dsp:nvSpPr>
        <dsp:cNvPr id="0" name=""/>
        <dsp:cNvSpPr/>
      </dsp:nvSpPr>
      <dsp:spPr>
        <a:xfrm>
          <a:off x="383346" y="2120898"/>
          <a:ext cx="815025" cy="815025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3C5F40-0227-44D0-BAC4-8F8A8FF64F19}">
      <dsp:nvSpPr>
        <dsp:cNvPr id="0" name=""/>
        <dsp:cNvSpPr/>
      </dsp:nvSpPr>
      <dsp:spPr>
        <a:xfrm>
          <a:off x="554501" y="2292053"/>
          <a:ext cx="472714" cy="47271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988432-E9D5-4193-8F7E-85AC1F38725A}">
      <dsp:nvSpPr>
        <dsp:cNvPr id="0" name=""/>
        <dsp:cNvSpPr/>
      </dsp:nvSpPr>
      <dsp:spPr>
        <a:xfrm>
          <a:off x="1373020" y="2120898"/>
          <a:ext cx="1921131" cy="815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React-based modern UI with real-time updates.</a:t>
          </a:r>
        </a:p>
      </dsp:txBody>
      <dsp:txXfrm>
        <a:off x="1373020" y="2120898"/>
        <a:ext cx="1921131" cy="815025"/>
      </dsp:txXfrm>
    </dsp:sp>
    <dsp:sp modelId="{9459F40F-1DF6-4113-BD98-CF6DEE5F61C5}">
      <dsp:nvSpPr>
        <dsp:cNvPr id="0" name=""/>
        <dsp:cNvSpPr/>
      </dsp:nvSpPr>
      <dsp:spPr>
        <a:xfrm>
          <a:off x="3628895" y="2120898"/>
          <a:ext cx="815025" cy="815025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70630E-7A9F-48F0-9483-09969FC14098}">
      <dsp:nvSpPr>
        <dsp:cNvPr id="0" name=""/>
        <dsp:cNvSpPr/>
      </dsp:nvSpPr>
      <dsp:spPr>
        <a:xfrm>
          <a:off x="3800050" y="2292053"/>
          <a:ext cx="472714" cy="47271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09FFB7-9399-48CA-9204-F38F8CB15BB1}">
      <dsp:nvSpPr>
        <dsp:cNvPr id="0" name=""/>
        <dsp:cNvSpPr/>
      </dsp:nvSpPr>
      <dsp:spPr>
        <a:xfrm>
          <a:off x="4618569" y="2120898"/>
          <a:ext cx="1921131" cy="815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Seamless integration between frontend and backend.</a:t>
          </a:r>
        </a:p>
      </dsp:txBody>
      <dsp:txXfrm>
        <a:off x="4618569" y="2120898"/>
        <a:ext cx="1921131" cy="81502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8A9839-945F-4602-BB03-AA34F6034F88}">
      <dsp:nvSpPr>
        <dsp:cNvPr id="0" name=""/>
        <dsp:cNvSpPr/>
      </dsp:nvSpPr>
      <dsp:spPr>
        <a:xfrm>
          <a:off x="0" y="73944"/>
          <a:ext cx="5913437" cy="6786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Streamlined Library Operations</a:t>
          </a:r>
          <a:endParaRPr lang="en-US" sz="2900" kern="1200"/>
        </a:p>
      </dsp:txBody>
      <dsp:txXfrm>
        <a:off x="33127" y="107071"/>
        <a:ext cx="5847183" cy="612346"/>
      </dsp:txXfrm>
    </dsp:sp>
    <dsp:sp modelId="{CD164D8A-8D7D-436B-BCAD-8B2B1719A90F}">
      <dsp:nvSpPr>
        <dsp:cNvPr id="0" name=""/>
        <dsp:cNvSpPr/>
      </dsp:nvSpPr>
      <dsp:spPr>
        <a:xfrm>
          <a:off x="0" y="836064"/>
          <a:ext cx="5913437" cy="678600"/>
        </a:xfrm>
        <a:prstGeom prst="roundRect">
          <a:avLst/>
        </a:prstGeom>
        <a:gradFill rotWithShape="0">
          <a:gsLst>
            <a:gs pos="0">
              <a:schemeClr val="accent5">
                <a:hueOff val="-336926"/>
                <a:satOff val="-1589"/>
                <a:lumOff val="392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336926"/>
                <a:satOff val="-1589"/>
                <a:lumOff val="392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336926"/>
                <a:satOff val="-1589"/>
                <a:lumOff val="392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Dual Implementation Options</a:t>
          </a:r>
          <a:endParaRPr lang="en-US" sz="2900" kern="1200" dirty="0"/>
        </a:p>
      </dsp:txBody>
      <dsp:txXfrm>
        <a:off x="33127" y="869191"/>
        <a:ext cx="5847183" cy="612346"/>
      </dsp:txXfrm>
    </dsp:sp>
    <dsp:sp modelId="{68F008BD-7B93-4984-B8FA-42ACA573CB83}">
      <dsp:nvSpPr>
        <dsp:cNvPr id="0" name=""/>
        <dsp:cNvSpPr/>
      </dsp:nvSpPr>
      <dsp:spPr>
        <a:xfrm>
          <a:off x="0" y="1598184"/>
          <a:ext cx="5913437" cy="678600"/>
        </a:xfrm>
        <a:prstGeom prst="roundRect">
          <a:avLst/>
        </a:prstGeom>
        <a:gradFill rotWithShape="0">
          <a:gsLst>
            <a:gs pos="0">
              <a:schemeClr val="accent5">
                <a:hueOff val="-673852"/>
                <a:satOff val="-3178"/>
                <a:lumOff val="784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673852"/>
                <a:satOff val="-3178"/>
                <a:lumOff val="784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673852"/>
                <a:satOff val="-3178"/>
                <a:lumOff val="784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Educational &amp; Developer-Friendly</a:t>
          </a:r>
          <a:endParaRPr lang="en-US" sz="2900" kern="1200" dirty="0"/>
        </a:p>
      </dsp:txBody>
      <dsp:txXfrm>
        <a:off x="33127" y="1631311"/>
        <a:ext cx="5847183" cy="612346"/>
      </dsp:txXfrm>
    </dsp:sp>
    <dsp:sp modelId="{9C4843A6-C9F5-479B-A955-AC4505330361}">
      <dsp:nvSpPr>
        <dsp:cNvPr id="0" name=""/>
        <dsp:cNvSpPr/>
      </dsp:nvSpPr>
      <dsp:spPr>
        <a:xfrm>
          <a:off x="0" y="2360304"/>
          <a:ext cx="5913437" cy="678600"/>
        </a:xfrm>
        <a:prstGeom prst="roundRect">
          <a:avLst/>
        </a:prstGeom>
        <a:gradFill rotWithShape="0">
          <a:gsLst>
            <a:gs pos="0">
              <a:schemeClr val="accent5">
                <a:hueOff val="-1010778"/>
                <a:satOff val="-4766"/>
                <a:lumOff val="1176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010778"/>
                <a:satOff val="-4766"/>
                <a:lumOff val="1176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010778"/>
                <a:satOff val="-4766"/>
                <a:lumOff val="1176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User-Friendly &amp; Interactive UI</a:t>
          </a:r>
          <a:endParaRPr lang="en-US" sz="2900" kern="1200"/>
        </a:p>
      </dsp:txBody>
      <dsp:txXfrm>
        <a:off x="33127" y="2393431"/>
        <a:ext cx="5847183" cy="612346"/>
      </dsp:txXfrm>
    </dsp:sp>
    <dsp:sp modelId="{827A46C1-C80E-4403-B910-88A8858DD917}">
      <dsp:nvSpPr>
        <dsp:cNvPr id="0" name=""/>
        <dsp:cNvSpPr/>
      </dsp:nvSpPr>
      <dsp:spPr>
        <a:xfrm>
          <a:off x="0" y="3122424"/>
          <a:ext cx="5913437" cy="678600"/>
        </a:xfrm>
        <a:prstGeom prst="roundRect">
          <a:avLst/>
        </a:prstGeom>
        <a:gradFill rotWithShape="0">
          <a:gsLst>
            <a:gs pos="0">
              <a:schemeClr val="accent5">
                <a:hueOff val="-1347705"/>
                <a:satOff val="-6355"/>
                <a:lumOff val="1568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347705"/>
                <a:satOff val="-6355"/>
                <a:lumOff val="1568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347705"/>
                <a:satOff val="-6355"/>
                <a:lumOff val="1568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Offline Access &amp; Portability</a:t>
          </a:r>
          <a:endParaRPr lang="en-US" sz="2900" kern="1200"/>
        </a:p>
      </dsp:txBody>
      <dsp:txXfrm>
        <a:off x="33127" y="3155551"/>
        <a:ext cx="5847183" cy="612346"/>
      </dsp:txXfrm>
    </dsp:sp>
    <dsp:sp modelId="{9593AE44-D818-41BC-B4EB-1EB2C110D746}">
      <dsp:nvSpPr>
        <dsp:cNvPr id="0" name=""/>
        <dsp:cNvSpPr/>
      </dsp:nvSpPr>
      <dsp:spPr>
        <a:xfrm>
          <a:off x="0" y="3884544"/>
          <a:ext cx="5913437" cy="678600"/>
        </a:xfrm>
        <a:prstGeom prst="roundRect">
          <a:avLst/>
        </a:prstGeom>
        <a:gradFill rotWithShape="0">
          <a:gsLst>
            <a:gs pos="0">
              <a:schemeClr val="accent5">
                <a:hueOff val="-1684631"/>
                <a:satOff val="-7944"/>
                <a:lumOff val="196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684631"/>
                <a:satOff val="-7944"/>
                <a:lumOff val="196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684631"/>
                <a:satOff val="-7944"/>
                <a:lumOff val="196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Scalable &amp; Future-Ready</a:t>
          </a:r>
          <a:endParaRPr lang="en-US" sz="2900" kern="1200"/>
        </a:p>
      </dsp:txBody>
      <dsp:txXfrm>
        <a:off x="33127" y="3917671"/>
        <a:ext cx="5847183" cy="61234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E07EAB-9D2D-407D-A8B9-8F144E1ABF86}">
      <dsp:nvSpPr>
        <dsp:cNvPr id="0" name=""/>
        <dsp:cNvSpPr/>
      </dsp:nvSpPr>
      <dsp:spPr>
        <a:xfrm>
          <a:off x="330993" y="0"/>
          <a:ext cx="5251450" cy="5251450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C69425-D3E5-4A85-A631-8064F4581500}">
      <dsp:nvSpPr>
        <dsp:cNvPr id="0" name=""/>
        <dsp:cNvSpPr/>
      </dsp:nvSpPr>
      <dsp:spPr>
        <a:xfrm>
          <a:off x="829881" y="498887"/>
          <a:ext cx="2048065" cy="204806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User authentication (admin, librarian, members).</a:t>
          </a:r>
        </a:p>
      </dsp:txBody>
      <dsp:txXfrm>
        <a:off x="929859" y="598865"/>
        <a:ext cx="1848109" cy="1848109"/>
      </dsp:txXfrm>
    </dsp:sp>
    <dsp:sp modelId="{C204D1E8-531B-454C-89B3-25FC88E67847}">
      <dsp:nvSpPr>
        <dsp:cNvPr id="0" name=""/>
        <dsp:cNvSpPr/>
      </dsp:nvSpPr>
      <dsp:spPr>
        <a:xfrm>
          <a:off x="3035490" y="498887"/>
          <a:ext cx="2048065" cy="2048065"/>
        </a:xfrm>
        <a:prstGeom prst="roundRect">
          <a:avLst/>
        </a:prstGeom>
        <a:solidFill>
          <a:schemeClr val="accent5">
            <a:hueOff val="-561544"/>
            <a:satOff val="-2648"/>
            <a:lumOff val="6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Reports and analytics (overdue books, fines collected).</a:t>
          </a:r>
        </a:p>
      </dsp:txBody>
      <dsp:txXfrm>
        <a:off x="3135468" y="598865"/>
        <a:ext cx="1848109" cy="1848109"/>
      </dsp:txXfrm>
    </dsp:sp>
    <dsp:sp modelId="{2BCAB9E2-617F-4EC8-AD7E-A8CE9F8B64EB}">
      <dsp:nvSpPr>
        <dsp:cNvPr id="0" name=""/>
        <dsp:cNvSpPr/>
      </dsp:nvSpPr>
      <dsp:spPr>
        <a:xfrm>
          <a:off x="829881" y="2704496"/>
          <a:ext cx="2048065" cy="2048065"/>
        </a:xfrm>
        <a:prstGeom prst="roundRect">
          <a:avLst/>
        </a:prstGeom>
        <a:solidFill>
          <a:schemeClr val="accent5">
            <a:hueOff val="-1123087"/>
            <a:satOff val="-5296"/>
            <a:lumOff val="130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Enhanced UI/UX with validations and error handling.</a:t>
          </a:r>
        </a:p>
      </dsp:txBody>
      <dsp:txXfrm>
        <a:off x="929859" y="2804474"/>
        <a:ext cx="1848109" cy="1848109"/>
      </dsp:txXfrm>
    </dsp:sp>
    <dsp:sp modelId="{8C26809B-BE69-4418-AA7A-DAA00F2BECC4}">
      <dsp:nvSpPr>
        <dsp:cNvPr id="0" name=""/>
        <dsp:cNvSpPr/>
      </dsp:nvSpPr>
      <dsp:spPr>
        <a:xfrm>
          <a:off x="3035490" y="2704496"/>
          <a:ext cx="2048065" cy="2048065"/>
        </a:xfrm>
        <a:prstGeom prst="roundRect">
          <a:avLst/>
        </a:prstGeom>
        <a:solidFill>
          <a:schemeClr val="accent5">
            <a:hueOff val="-1684631"/>
            <a:satOff val="-7944"/>
            <a:lumOff val="196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Deployment on Docker and Cloud hosting</a:t>
          </a:r>
        </a:p>
      </dsp:txBody>
      <dsp:txXfrm>
        <a:off x="3135468" y="2804474"/>
        <a:ext cx="1848109" cy="18481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D1010E-D3DF-4316-B787-B15BBBB0C448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DEB2D-4075-429B-B4DD-8EDE84EA0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015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DEB2D-4075-429B-B4DD-8EDE84EA04C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126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DEB2D-4075-429B-B4DD-8EDE84EA04C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982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DEB2D-4075-429B-B4DD-8EDE84EA04C9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595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5444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649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134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9144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992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193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823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2850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39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566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8352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9899C92-D9C1-0858-DC48-611900F7437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571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7428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hyperlink" Target="http://localhost:8000/api/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5513E21-21B0-48DB-8CF1-35E43B33A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blurry image of a library&#10;&#10;AI-generated content may be incorrect.">
            <a:extLst>
              <a:ext uri="{FF2B5EF4-FFF2-40B4-BE49-F238E27FC236}">
                <a16:creationId xmlns:a16="http://schemas.microsoft.com/office/drawing/2014/main" id="{7ED1B8AE-8E13-27F5-3266-9DFAFD32904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1744" r="-1" b="-1"/>
          <a:stretch>
            <a:fillRect/>
          </a:stretch>
        </p:blipFill>
        <p:spPr>
          <a:xfrm>
            <a:off x="20" y="10"/>
            <a:ext cx="12191675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9C21D9-58D5-51F3-BD4D-75E4393A17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6636" y="992221"/>
            <a:ext cx="6247308" cy="4873558"/>
          </a:xfrm>
        </p:spPr>
        <p:txBody>
          <a:bodyPr anchor="ctr">
            <a:normAutofit/>
          </a:bodyPr>
          <a:lstStyle/>
          <a:p>
            <a:r>
              <a:rPr lang="en-IN" sz="4800"/>
              <a:t>NEXTGEN LIBRARY PORTAL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191ECE-7F3E-8972-2EBE-D44B27912C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8056" y="996610"/>
            <a:ext cx="3363901" cy="4864780"/>
          </a:xfrm>
        </p:spPr>
        <p:txBody>
          <a:bodyPr anchor="ctr">
            <a:normAutofit/>
          </a:bodyPr>
          <a:lstStyle/>
          <a:p>
            <a:pPr algn="r"/>
            <a:r>
              <a:rPr lang="en-IN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amitha, vidya and deekshitha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80B8A35-DEA7-4D43-9DF8-90B4681D0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3145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73137-45C2-A000-AB7F-73E0A280581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05273" y="780974"/>
            <a:ext cx="9604375" cy="10493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overview</a:t>
            </a:r>
          </a:p>
        </p:txBody>
      </p:sp>
      <p:graphicFrame>
        <p:nvGraphicFramePr>
          <p:cNvPr id="45" name="TextBox 2">
            <a:extLst>
              <a:ext uri="{FF2B5EF4-FFF2-40B4-BE49-F238E27FC236}">
                <a16:creationId xmlns:a16="http://schemas.microsoft.com/office/drawing/2014/main" id="{1C7F63AC-0647-5625-0666-B7C98AB9F3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1403460"/>
              </p:ext>
            </p:extLst>
          </p:nvPr>
        </p:nvGraphicFramePr>
        <p:xfrm>
          <a:off x="1384068" y="1567386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145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DCB7B-675B-D2C5-72CB-DF66B9B0B5A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903288"/>
            <a:ext cx="9604375" cy="1049337"/>
          </a:xfrm>
        </p:spPr>
        <p:txBody>
          <a:bodyPr/>
          <a:lstStyle/>
          <a:p>
            <a:pPr algn="ctr"/>
            <a:r>
              <a:rPr lang="en-IN" dirty="0"/>
              <a:t>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E19353-8D54-E77E-BAB6-82284E558FFE}"/>
              </a:ext>
            </a:extLst>
          </p:cNvPr>
          <p:cNvSpPr txBox="1"/>
          <p:nvPr/>
        </p:nvSpPr>
        <p:spPr>
          <a:xfrm>
            <a:off x="943306" y="1777511"/>
            <a:ext cx="5872765" cy="3783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dirty="0"/>
              <a:t>To design and implement a digital library management system.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dirty="0"/>
              <a:t>To automate book issuing, returning, and fine calculation.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dirty="0"/>
              <a:t>To enable efficient member registration and tracking.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dirty="0"/>
              <a:t>To provide a scalable and user-friendly web interface.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dirty="0"/>
              <a:t>To integrate frontend (React) and backend (Django REST API) seamlessly.</a:t>
            </a:r>
          </a:p>
          <a:p>
            <a:pPr>
              <a:lnSpc>
                <a:spcPct val="150000"/>
              </a:lnSpc>
            </a:pPr>
            <a:r>
              <a:rPr lang="en-US" dirty="0"/>
              <a:t>   </a:t>
            </a:r>
            <a:endParaRPr lang="en-IN" dirty="0"/>
          </a:p>
        </p:txBody>
      </p:sp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F274C629-8230-88D6-7F5F-5D147A6D3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285" y="2252546"/>
            <a:ext cx="4901746" cy="317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96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B0B24-BB9D-CDAB-96F5-64908B1EB56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81754" y="657247"/>
            <a:ext cx="5607573" cy="10493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057E7-3652-F1CA-9ED5-FA09D448582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35258" y="1829248"/>
            <a:ext cx="5411323" cy="34496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514350" indent="-342900">
              <a:lnSpc>
                <a:spcPct val="110000"/>
              </a:lnSpc>
              <a:buFont typeface="+mj-lt"/>
              <a:buAutoNum type="alphaLcPeriod"/>
            </a:pPr>
            <a:r>
              <a:rPr lang="en-US" sz="1600" dirty="0"/>
              <a:t>In many libraries, managing books and members is still done manually or with very basic tools. </a:t>
            </a:r>
          </a:p>
          <a:p>
            <a:pPr marL="514350" indent="-342900">
              <a:lnSpc>
                <a:spcPct val="110000"/>
              </a:lnSpc>
              <a:buFont typeface="+mj-lt"/>
              <a:buAutoNum type="alphaLcPeriod"/>
            </a:pPr>
            <a:r>
              <a:rPr lang="en-US" sz="1600" dirty="0"/>
              <a:t>This often creates problems like books getting misplaced, due dates being missed, or members not being tracked properly. </a:t>
            </a:r>
          </a:p>
          <a:p>
            <a:pPr marL="514350" indent="-342900">
              <a:lnSpc>
                <a:spcPct val="110000"/>
              </a:lnSpc>
              <a:buFont typeface="+mj-lt"/>
              <a:buAutoNum type="alphaLcPeriod"/>
            </a:pPr>
            <a:r>
              <a:rPr lang="en-US" sz="1600" dirty="0"/>
              <a:t>Students and faculty have different borrowing needs, but most manual systems don’t handle those rules well. </a:t>
            </a:r>
          </a:p>
          <a:p>
            <a:pPr marL="514350" indent="-342900">
              <a:lnSpc>
                <a:spcPct val="110000"/>
              </a:lnSpc>
              <a:buFont typeface="+mj-lt"/>
              <a:buAutoNum type="alphaLcPeriod"/>
            </a:pPr>
            <a:r>
              <a:rPr lang="en-US" sz="1600" dirty="0"/>
              <a:t>Also, when data isn’t stored properly, all records are lost once the system is closed. This leads to confusion, errors, and extra work for library staff.</a:t>
            </a:r>
            <a:br>
              <a:rPr lang="en-US" sz="1600" dirty="0"/>
            </a:br>
            <a:endParaRPr lang="en-US" sz="1600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8F6FD6A1-0850-65B1-C5EC-FB41A2B0E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56" r="12096" b="2"/>
          <a:stretch>
            <a:fillRect/>
          </a:stretch>
        </p:blipFill>
        <p:spPr bwMode="auto">
          <a:xfrm>
            <a:off x="6669948" y="1873404"/>
            <a:ext cx="4835280" cy="3449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20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EAFA0-DE3C-060E-6DE3-FE907CFC7F8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70746" y="737955"/>
            <a:ext cx="4176713" cy="10493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94A28C-0D11-55F6-9D63-740177492C26}"/>
              </a:ext>
            </a:extLst>
          </p:cNvPr>
          <p:cNvSpPr txBox="1"/>
          <p:nvPr/>
        </p:nvSpPr>
        <p:spPr>
          <a:xfrm>
            <a:off x="446314" y="1787292"/>
            <a:ext cx="5210136" cy="396052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628650" indent="-514350" defTabSz="914400">
              <a:lnSpc>
                <a:spcPct val="150000"/>
              </a:lnSpc>
              <a:spcAft>
                <a:spcPts val="1000"/>
              </a:spcAft>
              <a:buClr>
                <a:schemeClr val="accent1"/>
              </a:buClr>
              <a:buSzPct val="100000"/>
              <a:buFont typeface="+mj-lt"/>
              <a:buAutoNum type="romanUcPeriod"/>
            </a:pPr>
            <a:r>
              <a:rPr lang="en-US" sz="1900" dirty="0"/>
              <a:t>The NextGen Library Management System is a web-based application designed to simplify library operations where Python used for backend via Django.</a:t>
            </a:r>
          </a:p>
          <a:p>
            <a:pPr marL="628650" indent="-514350" defTabSz="914400">
              <a:lnSpc>
                <a:spcPct val="150000"/>
              </a:lnSpc>
              <a:spcAft>
                <a:spcPts val="1000"/>
              </a:spcAft>
              <a:buClr>
                <a:schemeClr val="accent1"/>
              </a:buClr>
              <a:buSzPct val="100000"/>
              <a:buFont typeface="+mj-lt"/>
              <a:buAutoNum type="romanUcPeriod"/>
            </a:pPr>
            <a:r>
              <a:rPr lang="en-US" sz="1900" dirty="0"/>
              <a:t>Developed using Django REST Framework (backend) and React (frontend).</a:t>
            </a:r>
          </a:p>
          <a:p>
            <a:pPr marL="628650" indent="-514350" defTabSz="914400">
              <a:lnSpc>
                <a:spcPct val="150000"/>
              </a:lnSpc>
              <a:spcAft>
                <a:spcPts val="1000"/>
              </a:spcAft>
              <a:buClr>
                <a:schemeClr val="accent1"/>
              </a:buClr>
              <a:buSzPct val="100000"/>
              <a:buFont typeface="+mj-lt"/>
              <a:buAutoNum type="romanUcPeriod"/>
            </a:pPr>
            <a:r>
              <a:rPr lang="en-US" sz="1900" dirty="0"/>
              <a:t>Supports book management, member registration, borrowing, and returning of books.</a:t>
            </a:r>
          </a:p>
          <a:p>
            <a:pPr marL="628650" indent="-514350" defTabSz="914400">
              <a:lnSpc>
                <a:spcPct val="150000"/>
              </a:lnSpc>
              <a:spcAft>
                <a:spcPts val="1000"/>
              </a:spcAft>
              <a:buClr>
                <a:schemeClr val="accent1"/>
              </a:buClr>
              <a:buSzPct val="100000"/>
              <a:buFont typeface="+mj-lt"/>
              <a:buAutoNum type="romanUcPeriod"/>
            </a:pPr>
            <a:r>
              <a:rPr lang="en-US" sz="1900" dirty="0"/>
              <a:t>Automates fine calculation and enforces loan rules for members.</a:t>
            </a:r>
          </a:p>
          <a:p>
            <a:pPr marL="57150" indent="-228600" defTabSz="914400">
              <a:lnSpc>
                <a:spcPct val="110000"/>
              </a:lnSpc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4D10A7-4E02-42D3-BC05-C8B19F35C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383" y="1915846"/>
            <a:ext cx="4960442" cy="331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151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20F0A-669F-0331-907A-BDA28CB963B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7625" y="646113"/>
            <a:ext cx="9604375" cy="684212"/>
          </a:xfrm>
        </p:spPr>
        <p:txBody>
          <a:bodyPr>
            <a:noAutofit/>
          </a:bodyPr>
          <a:lstStyle/>
          <a:p>
            <a:r>
              <a:rPr lang="en-IN" sz="4000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B95C3-5380-1798-FCAC-63CBBE00C1EB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1670050"/>
            <a:ext cx="10983913" cy="4160838"/>
          </a:xfrm>
        </p:spPr>
        <p:txBody>
          <a:bodyPr>
            <a:normAutofit lnSpcReduction="10000"/>
          </a:bodyPr>
          <a:lstStyle/>
          <a:p>
            <a:pPr marL="914400" lvl="2" indent="0">
              <a:buNone/>
            </a:pPr>
            <a:r>
              <a:rPr lang="en-IN" sz="2000" b="1" dirty="0"/>
              <a:t>Software: </a:t>
            </a:r>
          </a:p>
          <a:p>
            <a:pPr marL="1371600" lvl="3" indent="0">
              <a:buNone/>
            </a:pPr>
            <a:r>
              <a:rPr lang="en-IN" sz="1800" dirty="0"/>
              <a:t>	Django 4.x, Django REST Framework, React 18.X,  Axios</a:t>
            </a:r>
          </a:p>
          <a:p>
            <a:pPr marL="914400" lvl="2" indent="0">
              <a:buNone/>
            </a:pPr>
            <a:r>
              <a:rPr lang="en-IN" sz="2000" b="1" dirty="0"/>
              <a:t>Languages:</a:t>
            </a:r>
          </a:p>
          <a:p>
            <a:pPr marL="1371600" lvl="3" indent="0">
              <a:buNone/>
            </a:pPr>
            <a:r>
              <a:rPr lang="en-IN" sz="1800" dirty="0"/>
              <a:t> 	Python 3.10+, JavaScript (ES6)</a:t>
            </a:r>
          </a:p>
          <a:p>
            <a:pPr marL="914400" lvl="2" indent="0">
              <a:buNone/>
            </a:pPr>
            <a:r>
              <a:rPr lang="en-IN" sz="2000" b="1" dirty="0"/>
              <a:t>Hardware:</a:t>
            </a:r>
          </a:p>
          <a:p>
            <a:pPr marL="914400" lvl="2" indent="0">
              <a:buNone/>
            </a:pPr>
            <a:r>
              <a:rPr lang="en-IN" sz="2000" dirty="0"/>
              <a:t>	 Dual-core CPU, 4GB+ RAM, 500MB Storage.</a:t>
            </a:r>
          </a:p>
          <a:p>
            <a:pPr marL="914400" lvl="2" indent="0">
              <a:buNone/>
            </a:pPr>
            <a:r>
              <a:rPr lang="en-IN" sz="2000" b="1" dirty="0"/>
              <a:t>Browser: </a:t>
            </a:r>
          </a:p>
          <a:p>
            <a:pPr marL="914400" lvl="2" indent="0">
              <a:buNone/>
            </a:pPr>
            <a:r>
              <a:rPr lang="en-IN" sz="2000" dirty="0"/>
              <a:t>	Chrome/ Firefox/ Edge.</a:t>
            </a:r>
          </a:p>
          <a:p>
            <a:pPr marL="914400" lvl="2" indent="0">
              <a:buNone/>
            </a:pPr>
            <a:r>
              <a:rPr lang="en-IN" sz="2000" b="1" dirty="0"/>
              <a:t>Database:</a:t>
            </a:r>
          </a:p>
          <a:p>
            <a:pPr marL="914400" lvl="2" indent="0">
              <a:buNone/>
            </a:pPr>
            <a:r>
              <a:rPr lang="en-IN" sz="2000" dirty="0"/>
              <a:t>	SQLite</a:t>
            </a:r>
          </a:p>
          <a:p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529FAC7-26A4-C163-7923-9566E819B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9082" y="1670843"/>
            <a:ext cx="4527395" cy="388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1220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068E2-69EC-030C-2634-9C14FF94142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727075"/>
            <a:ext cx="9604375" cy="674688"/>
          </a:xfrm>
        </p:spPr>
        <p:txBody>
          <a:bodyPr>
            <a:noAutofit/>
          </a:bodyPr>
          <a:lstStyle/>
          <a:p>
            <a:pPr algn="ctr"/>
            <a:r>
              <a:rPr lang="en-IN" sz="4000" dirty="0"/>
              <a:t>SYSTEM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2A43C2-A3CF-71AA-9A92-181791C66214}"/>
              </a:ext>
            </a:extLst>
          </p:cNvPr>
          <p:cNvSpPr txBox="1"/>
          <p:nvPr/>
        </p:nvSpPr>
        <p:spPr>
          <a:xfrm>
            <a:off x="1133727" y="1577037"/>
            <a:ext cx="9132490" cy="212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Frontend (React) ⇄ REST API (Django REST Framework) ⇄ Database (SQLite)</a:t>
            </a:r>
          </a:p>
          <a:p>
            <a:pPr marL="1771650" lvl="3" indent="-400050">
              <a:lnSpc>
                <a:spcPct val="150000"/>
              </a:lnSpc>
              <a:buFont typeface="+mj-lt"/>
              <a:buAutoNum type="romanUcPeriod"/>
            </a:pPr>
            <a:r>
              <a:rPr lang="en-IN" dirty="0"/>
              <a:t>Frontend: React components handle UI and API requests.</a:t>
            </a:r>
          </a:p>
          <a:p>
            <a:pPr marL="1771650" lvl="3" indent="-400050">
              <a:lnSpc>
                <a:spcPct val="150000"/>
              </a:lnSpc>
              <a:buFont typeface="+mj-lt"/>
              <a:buAutoNum type="romanUcPeriod"/>
            </a:pPr>
            <a:r>
              <a:rPr lang="en-IN" dirty="0"/>
              <a:t>Backend: Django manages models, serializers, and views.</a:t>
            </a:r>
          </a:p>
          <a:p>
            <a:pPr marL="1771650" lvl="3" indent="-400050">
              <a:lnSpc>
                <a:spcPct val="150000"/>
              </a:lnSpc>
              <a:buFont typeface="+mj-lt"/>
              <a:buAutoNum type="romanUcPeriod"/>
            </a:pPr>
            <a:r>
              <a:rPr lang="en-IN" dirty="0"/>
              <a:t>Database: SQLite stores books, members, and loan records.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231A444-24F0-2003-B863-9CA33F176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9755" y="3589210"/>
            <a:ext cx="9132490" cy="2331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0881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2EE5D-37D1-053D-BF01-8217F58E433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81025"/>
            <a:ext cx="9604375" cy="692150"/>
          </a:xfrm>
        </p:spPr>
        <p:txBody>
          <a:bodyPr>
            <a:noAutofit/>
          </a:bodyPr>
          <a:lstStyle/>
          <a:p>
            <a:pPr algn="ctr"/>
            <a:r>
              <a:rPr lang="en-IN" sz="4000" dirty="0"/>
              <a:t>PROJECT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9DF52F-B4D3-8F08-92C7-DF7DEB543FE7}"/>
              </a:ext>
            </a:extLst>
          </p:cNvPr>
          <p:cNvSpPr txBox="1"/>
          <p:nvPr/>
        </p:nvSpPr>
        <p:spPr>
          <a:xfrm>
            <a:off x="596398" y="1561146"/>
            <a:ext cx="4868385" cy="4592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en-IN" dirty="0"/>
              <a:t>User action in React UI (Add, Borrow, Return).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en-IN" dirty="0"/>
              <a:t>Axios sends request to Django REST API.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en-IN" dirty="0"/>
              <a:t>Django View Set processes request &amp; applies business logic.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en-IN" dirty="0"/>
              <a:t>Models update database records.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en-IN" dirty="0"/>
              <a:t>Serializer converts data to JSON and sends response.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en-IN" dirty="0"/>
              <a:t>React updates UI state and re-renders components.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064EBDF-FBF5-B9F6-F098-446023AA3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0468" y="1672538"/>
            <a:ext cx="6215842" cy="4125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0240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6A72D-99EF-FFD6-E1A0-DA85A288B6B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20738"/>
            <a:ext cx="9604375" cy="647700"/>
          </a:xfrm>
        </p:spPr>
        <p:txBody>
          <a:bodyPr>
            <a:noAutofit/>
          </a:bodyPr>
          <a:lstStyle/>
          <a:p>
            <a:pPr algn="ctr"/>
            <a:r>
              <a:rPr lang="en-IN" sz="4000" dirty="0"/>
              <a:t>BACKEND MODULES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4FF1F9-D56C-BC1D-E960-CF4917C45D44}"/>
              </a:ext>
            </a:extLst>
          </p:cNvPr>
          <p:cNvSpPr txBox="1"/>
          <p:nvPr/>
        </p:nvSpPr>
        <p:spPr>
          <a:xfrm>
            <a:off x="489640" y="1606738"/>
            <a:ext cx="5394544" cy="364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endParaRPr lang="en-IN" dirty="0"/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Book Model: book_id, title, author, isbn, availability.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Member Model: member_id, name, type (student/faculty).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Loan Model: issue_date, due_date, return_date, fine calculation.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Serializers: Convert data between Django models and JSON.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View Sets: CRUD operations + custom borrow/return logic.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6E388667-1E27-A4C5-9281-27624DEC4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845" y="1997446"/>
            <a:ext cx="4893584" cy="2912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6826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74478-F5B8-57A6-0054-6CF67C2245E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74650"/>
            <a:ext cx="11537950" cy="841375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BACKEND METHODS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4E8151-52FE-DD99-4A17-C46D26315E32}"/>
              </a:ext>
            </a:extLst>
          </p:cNvPr>
          <p:cNvSpPr txBox="1"/>
          <p:nvPr/>
        </p:nvSpPr>
        <p:spPr>
          <a:xfrm>
            <a:off x="416313" y="1277464"/>
            <a:ext cx="5216744" cy="48910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In Member: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lphaLcPeriod"/>
            </a:pPr>
            <a:r>
              <a:rPr lang="en-US" sz="1600" dirty="0"/>
              <a:t>loan_days() =&gt; Returns the number of days a member can keep a borrowed item.</a:t>
            </a:r>
          </a:p>
          <a:p>
            <a:pPr marL="1257300" lvl="2" indent="-342900">
              <a:lnSpc>
                <a:spcPct val="150000"/>
              </a:lnSpc>
              <a:buAutoNum type="alphaLcPeriod"/>
            </a:pPr>
            <a:r>
              <a:rPr lang="en-US" sz="1600" dirty="0"/>
              <a:t>fine_per_day()  =&gt; Defines the penalty charged for each overdue day.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In Loan: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lphaLcPeriod"/>
            </a:pPr>
            <a:r>
              <a:rPr lang="en-US" sz="1600" dirty="0"/>
              <a:t>fine_amount() =&gt; Calculates the total fine for a late return.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In custom methods: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lphaLcPeriod"/>
            </a:pPr>
            <a:r>
              <a:rPr lang="en-US" sz="1600" dirty="0"/>
              <a:t>borrow() =&gt;Allows a member to borrow a book or resource.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lphaLcPeriod"/>
            </a:pPr>
            <a:r>
              <a:rPr lang="en-US" sz="1600" dirty="0"/>
              <a:t>receive() =&gt; Handles returning of the borrowed item back to the library.</a:t>
            </a:r>
            <a:endParaRPr lang="en-IN" sz="1600" dirty="0"/>
          </a:p>
        </p:txBody>
      </p:sp>
      <p:pic>
        <p:nvPicPr>
          <p:cNvPr id="5" name="Picture 4" descr="A diagram of a system&#10;&#10;AI-generated content may be incorrect.">
            <a:extLst>
              <a:ext uri="{FF2B5EF4-FFF2-40B4-BE49-F238E27FC236}">
                <a16:creationId xmlns:a16="http://schemas.microsoft.com/office/drawing/2014/main" id="{1001E698-1AC0-52D2-5F83-66FEB5265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578429"/>
            <a:ext cx="5679687" cy="448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2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63985-B69C-1304-B1CC-AB8F7989AE6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7625" y="622300"/>
            <a:ext cx="9604375" cy="728663"/>
          </a:xfrm>
        </p:spPr>
        <p:txBody>
          <a:bodyPr>
            <a:normAutofit/>
          </a:bodyPr>
          <a:lstStyle/>
          <a:p>
            <a:r>
              <a:rPr lang="en-IN" sz="4000" dirty="0"/>
              <a:t>VIEWS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83CCB3-608E-84C1-5E10-6B049B6717EF}"/>
              </a:ext>
            </a:extLst>
          </p:cNvPr>
          <p:cNvSpPr txBox="1"/>
          <p:nvPr/>
        </p:nvSpPr>
        <p:spPr>
          <a:xfrm>
            <a:off x="426779" y="1792598"/>
            <a:ext cx="5769428" cy="3367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dirty="0"/>
          </a:p>
          <a:p>
            <a:pPr marL="800100" lvl="1" indent="-342900">
              <a:lnSpc>
                <a:spcPct val="150000"/>
              </a:lnSpc>
              <a:buFont typeface="+mj-lt"/>
              <a:buAutoNum type="alphaLcPeriod"/>
            </a:pPr>
            <a:r>
              <a:rPr lang="en-US" dirty="0"/>
              <a:t>BookViewSet : Handles all CRUD operations related to books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eriod"/>
            </a:pPr>
            <a:r>
              <a:rPr lang="en-US" dirty="0"/>
              <a:t>MemberViewSet : Manages member details like registration and updates.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eriod"/>
            </a:pPr>
            <a:r>
              <a:rPr lang="en-US" dirty="0"/>
              <a:t>LoanViewSet : Tracks loan transactions between members and books.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0552B27-1F88-BB69-7064-286F50485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0260" y="2307771"/>
            <a:ext cx="5484961" cy="2503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8209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3F1E6-314B-38EB-76B9-507AA13A454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7625" y="536575"/>
            <a:ext cx="9604375" cy="763588"/>
          </a:xfrm>
        </p:spPr>
        <p:txBody>
          <a:bodyPr>
            <a:normAutofit/>
          </a:bodyPr>
          <a:lstStyle/>
          <a:p>
            <a:r>
              <a:rPr lang="en-IN" sz="4000" dirty="0"/>
              <a:t>SERIALIzations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31BD67-49C9-A46E-6B89-3737ECC221FD}"/>
              </a:ext>
            </a:extLst>
          </p:cNvPr>
          <p:cNvSpPr txBox="1"/>
          <p:nvPr/>
        </p:nvSpPr>
        <p:spPr>
          <a:xfrm>
            <a:off x="362415" y="1097592"/>
            <a:ext cx="6172200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dirty="0"/>
          </a:p>
          <a:p>
            <a:pPr marL="342900" indent="-342900">
              <a:lnSpc>
                <a:spcPct val="200000"/>
              </a:lnSpc>
              <a:buFont typeface="+mj-lt"/>
              <a:buAutoNum type="alphaLcPeriod"/>
            </a:pPr>
            <a:r>
              <a:rPr lang="en-US" dirty="0"/>
              <a:t>BookSerializer : Converts book model data into JSON and validates input for books.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lphaLcPeriod"/>
            </a:pPr>
            <a:r>
              <a:rPr lang="en-US" dirty="0"/>
              <a:t>MemberSerializer : Serializes member details for API communication.</a:t>
            </a:r>
          </a:p>
          <a:p>
            <a:pPr marL="342900" indent="-342900">
              <a:lnSpc>
                <a:spcPct val="200000"/>
              </a:lnSpc>
              <a:buFont typeface="+mj-lt"/>
              <a:buAutoNum type="alphaLcPeriod"/>
            </a:pPr>
            <a:r>
              <a:rPr lang="en-US" dirty="0"/>
              <a:t>LoanSerializer : Handles loan data with nested relations (includes member and book details inside the loan response).</a:t>
            </a:r>
          </a:p>
          <a:p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972593D-DAE6-3824-F6B3-EF4C3F5DD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4615" y="1719145"/>
            <a:ext cx="5469673" cy="3622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676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44A5B-3E77-0B6C-54ED-90AC342288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9213" y="933450"/>
            <a:ext cx="9602787" cy="663575"/>
          </a:xfrm>
        </p:spPr>
        <p:txBody>
          <a:bodyPr>
            <a:noAutofit/>
          </a:bodyPr>
          <a:lstStyle/>
          <a:p>
            <a:r>
              <a:rPr lang="en-IN" sz="4000" dirty="0"/>
              <a:t>FRONTEND MAIN COMPONENTS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0E4564-85F6-0E52-EA11-F06F2C428103}"/>
              </a:ext>
            </a:extLst>
          </p:cNvPr>
          <p:cNvSpPr txBox="1"/>
          <p:nvPr/>
        </p:nvSpPr>
        <p:spPr>
          <a:xfrm>
            <a:off x="205165" y="1991608"/>
            <a:ext cx="5125118" cy="3367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IN" dirty="0"/>
              <a:t>App.js : </a:t>
            </a:r>
            <a:r>
              <a:rPr lang="en-US" dirty="0"/>
              <a:t>Acts as the </a:t>
            </a:r>
            <a:r>
              <a:rPr lang="en-US" b="1" dirty="0"/>
              <a:t>root component</a:t>
            </a:r>
            <a:r>
              <a:rPr lang="en-US" dirty="0"/>
              <a:t> and central hub of the application.</a:t>
            </a:r>
            <a:endParaRPr lang="en-IN" dirty="0"/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IN" dirty="0"/>
              <a:t>BookList.js : </a:t>
            </a:r>
            <a:r>
              <a:rPr lang="en-US" dirty="0"/>
              <a:t>Used to </a:t>
            </a:r>
            <a:r>
              <a:rPr lang="en-US" b="1" dirty="0"/>
              <a:t>manage books</a:t>
            </a:r>
            <a:r>
              <a:rPr lang="en-US" dirty="0"/>
              <a:t> (view, add, edit, delete).</a:t>
            </a:r>
            <a:endParaRPr lang="en-IN" dirty="0"/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IN" dirty="0"/>
              <a:t>MemberList.js : </a:t>
            </a:r>
            <a:r>
              <a:rPr lang="en-US" dirty="0"/>
              <a:t>Handles </a:t>
            </a:r>
            <a:r>
              <a:rPr lang="en-US" b="1" dirty="0"/>
              <a:t>members and loan management</a:t>
            </a:r>
            <a:r>
              <a:rPr lang="en-US" dirty="0"/>
              <a:t>.</a:t>
            </a:r>
            <a:endParaRPr lang="en-IN" dirty="0"/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IN" dirty="0"/>
              <a:t>BorrowForm.js : </a:t>
            </a:r>
            <a:r>
              <a:rPr lang="en-US" dirty="0"/>
              <a:t>Manages </a:t>
            </a:r>
            <a:r>
              <a:rPr lang="en-US" b="1" dirty="0"/>
              <a:t>borrow and return actions</a:t>
            </a:r>
            <a:r>
              <a:rPr lang="en-US" dirty="0"/>
              <a:t> for books.</a:t>
            </a:r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9C57AF9-9AE9-90FB-2A28-7987063C2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971" y="2020671"/>
            <a:ext cx="6177775" cy="336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6540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729B3-C82D-004C-C711-85524C84D9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7625" y="738188"/>
            <a:ext cx="9604375" cy="692150"/>
          </a:xfrm>
        </p:spPr>
        <p:txBody>
          <a:bodyPr>
            <a:noAutofit/>
          </a:bodyPr>
          <a:lstStyle/>
          <a:p>
            <a:r>
              <a:rPr lang="en-IN" sz="4000" dirty="0"/>
              <a:t>hooks and states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48804C-5166-C8BA-F50D-BAA1DEDCD298}"/>
              </a:ext>
            </a:extLst>
          </p:cNvPr>
          <p:cNvSpPr txBox="1"/>
          <p:nvPr/>
        </p:nvSpPr>
        <p:spPr>
          <a:xfrm>
            <a:off x="1183495" y="2046344"/>
            <a:ext cx="5413248" cy="322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useState</a:t>
            </a:r>
            <a:r>
              <a:rPr lang="en-US" sz="2000" dirty="0"/>
              <a:t>: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         for form inputs and list updates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useEffect</a:t>
            </a:r>
            <a:r>
              <a:rPr lang="en-US" sz="2000" dirty="0"/>
              <a:t>: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         to fetch data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API</a:t>
            </a:r>
            <a:r>
              <a:rPr lang="en-US" sz="2000" dirty="0"/>
              <a:t>: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        calls via Axios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985D7C0-1360-D0E8-3CF9-A7F1B34E7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630" y="1814487"/>
            <a:ext cx="5268686" cy="32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7815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01D71-F3CC-31C4-70EE-CBF1BCF42D8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7625" y="823913"/>
            <a:ext cx="9604375" cy="674687"/>
          </a:xfrm>
        </p:spPr>
        <p:txBody>
          <a:bodyPr>
            <a:noAutofit/>
          </a:bodyPr>
          <a:lstStyle/>
          <a:p>
            <a:r>
              <a:rPr lang="en-IN" sz="4000" dirty="0"/>
              <a:t>Api integration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0B8799-E48E-8C46-27A6-C915DAD238EF}"/>
              </a:ext>
            </a:extLst>
          </p:cNvPr>
          <p:cNvSpPr txBox="1"/>
          <p:nvPr/>
        </p:nvSpPr>
        <p:spPr>
          <a:xfrm>
            <a:off x="1115568" y="2048256"/>
            <a:ext cx="6108192" cy="2952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IN" dirty="0"/>
              <a:t>Axios baseURL : </a:t>
            </a:r>
            <a:r>
              <a:rPr lang="en-IN" dirty="0">
                <a:hlinkClick r:id="rId2"/>
              </a:rPr>
              <a:t>http://localhost:8000/api/</a:t>
            </a:r>
            <a:endParaRPr lang="en-IN" dirty="0"/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dirty="0"/>
              <a:t>Endpoints used: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eriod"/>
            </a:pPr>
            <a:r>
              <a:rPr lang="en-US" dirty="0"/>
              <a:t>GET/POST /books/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eriod"/>
            </a:pPr>
            <a:r>
              <a:rPr lang="en-US" dirty="0"/>
              <a:t>GET/POST /members/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eriod"/>
            </a:pPr>
            <a:r>
              <a:rPr lang="en-US" dirty="0"/>
              <a:t>POST /members/:id/borrow/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eriod"/>
            </a:pPr>
            <a:r>
              <a:rPr lang="en-US" dirty="0"/>
              <a:t>POST /members/:id/receive/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5130" name="Picture 10">
            <a:extLst>
              <a:ext uri="{FF2B5EF4-FFF2-40B4-BE49-F238E27FC236}">
                <a16:creationId xmlns:a16="http://schemas.microsoft.com/office/drawing/2014/main" id="{5A22EC64-55F0-05A7-4E3F-C5D0C1BAC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7371" y="1883229"/>
            <a:ext cx="4610318" cy="2732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0366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C95F1-64C5-F9BF-06CE-1B779F77D72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524327" y="1039039"/>
            <a:ext cx="9604375" cy="10493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Core Concepts used</a:t>
            </a:r>
          </a:p>
        </p:txBody>
      </p:sp>
      <p:graphicFrame>
        <p:nvGraphicFramePr>
          <p:cNvPr id="51" name="TextBox 3">
            <a:extLst>
              <a:ext uri="{FF2B5EF4-FFF2-40B4-BE49-F238E27FC236}">
                <a16:creationId xmlns:a16="http://schemas.microsoft.com/office/drawing/2014/main" id="{090E33F3-D3C1-5B68-4309-A55988F4AA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9511690"/>
              </p:ext>
            </p:extLst>
          </p:nvPr>
        </p:nvGraphicFramePr>
        <p:xfrm>
          <a:off x="1293812" y="2088376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5267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861D3E4-C76F-2037-4C81-4A7579C8453C}"/>
              </a:ext>
            </a:extLst>
          </p:cNvPr>
          <p:cNvGrpSpPr/>
          <p:nvPr/>
        </p:nvGrpSpPr>
        <p:grpSpPr>
          <a:xfrm>
            <a:off x="1517904" y="1699760"/>
            <a:ext cx="4675997" cy="2631345"/>
            <a:chOff x="1172" y="595354"/>
            <a:chExt cx="4267568" cy="213378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1368BBC-A16F-B1DE-D240-EAF079E2A8A6}"/>
                </a:ext>
              </a:extLst>
            </p:cNvPr>
            <p:cNvSpPr/>
            <p:nvPr/>
          </p:nvSpPr>
          <p:spPr>
            <a:xfrm>
              <a:off x="1172" y="595354"/>
              <a:ext cx="4267568" cy="2133784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6">
                <a:hueOff val="0"/>
                <a:satOff val="0"/>
                <a:lumOff val="0"/>
                <a:alphaOff val="0"/>
              </a:schemeClr>
            </a:fillRef>
            <a:effectRef idx="2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006B7503-FA11-3F68-763B-CB5425B464BB}"/>
                </a:ext>
              </a:extLst>
            </p:cNvPr>
            <p:cNvSpPr txBox="1"/>
            <p:nvPr/>
          </p:nvSpPr>
          <p:spPr>
            <a:xfrm>
              <a:off x="63667" y="640767"/>
              <a:ext cx="4142576" cy="200879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6195" tIns="24130" rIns="36195" bIns="24130" numCol="1" spcCol="1270" anchor="ctr" anchorCtr="0">
              <a:noAutofit/>
            </a:bodyPr>
            <a:lstStyle/>
            <a:p>
              <a:pPr lvl="0"/>
              <a:r>
                <a:rPr lang="en-US" sz="2000" dirty="0"/>
                <a:t>Inheritance:</a:t>
              </a:r>
              <a:br>
                <a:rPr lang="en-US" sz="2000" dirty="0"/>
              </a:br>
              <a:r>
                <a:rPr lang="en-US" sz="2000" dirty="0"/>
                <a:t>-Common features are defined in a </a:t>
              </a:r>
              <a:r>
                <a:rPr lang="en-US" sz="2000" dirty="0" err="1"/>
                <a:t>BaseMember</a:t>
              </a:r>
              <a:r>
                <a:rPr lang="en-US" sz="2000" dirty="0"/>
                <a:t> class, while </a:t>
              </a:r>
              <a:r>
                <a:rPr lang="en-US" sz="2000" dirty="0" err="1"/>
                <a:t>StudentMember</a:t>
              </a:r>
              <a:r>
                <a:rPr lang="en-US" sz="2000" dirty="0"/>
                <a:t> and </a:t>
              </a:r>
              <a:r>
                <a:rPr lang="en-US" sz="2000" dirty="0" err="1"/>
                <a:t>FacultyMember</a:t>
              </a:r>
              <a:r>
                <a:rPr lang="en-US" sz="2000" dirty="0"/>
                <a:t> inherit from it. </a:t>
              </a:r>
            </a:p>
            <a:p>
              <a:pPr lvl="0"/>
              <a:r>
                <a:rPr lang="en-US" sz="2000" dirty="0"/>
                <a:t>-This avoids duplicate code and allows each type of member to follow their own borrowing rules.</a:t>
              </a:r>
            </a:p>
          </p:txBody>
        </p: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E4B7CCB-F1B6-E8E7-D412-457B3F1B0563}"/>
              </a:ext>
            </a:extLst>
          </p:cNvPr>
          <p:cNvSpPr/>
          <p:nvPr/>
        </p:nvSpPr>
        <p:spPr>
          <a:xfrm>
            <a:off x="6720243" y="1699760"/>
            <a:ext cx="4675997" cy="2589212"/>
          </a:xfrm>
          <a:prstGeom prst="roundRect">
            <a:avLst>
              <a:gd name="adj" fmla="val 100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hueOff val="0"/>
              <a:satOff val="0"/>
              <a:lumOff val="0"/>
              <a:alphaOff val="0"/>
            </a:schemeClr>
          </a:fillRef>
          <a:effectRef idx="2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lvl="0"/>
            <a:r>
              <a:rPr lang="en-US" sz="2000" dirty="0"/>
              <a:t>Polymorphism:</a:t>
            </a:r>
            <a:br>
              <a:rPr lang="en-US" sz="2000" dirty="0"/>
            </a:br>
            <a:r>
              <a:rPr lang="en-US" sz="2000" dirty="0"/>
              <a:t>-The same action (like borrowing a book) works differently depending on whether the user is a student or faculty, thanks to method overriding.</a:t>
            </a:r>
          </a:p>
        </p:txBody>
      </p:sp>
    </p:spTree>
    <p:extLst>
      <p:ext uri="{BB962C8B-B14F-4D97-AF65-F5344CB8AC3E}">
        <p14:creationId xmlns:p14="http://schemas.microsoft.com/office/powerpoint/2010/main" val="3257515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F11D1-567A-AA34-D93D-0BD3C74E53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999678" y="866986"/>
            <a:ext cx="8184995" cy="10493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Classes and methods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34733-494C-DC03-27FB-348FDA2FD7F4}"/>
              </a:ext>
            </a:extLst>
          </p:cNvPr>
          <p:cNvSpPr txBox="1"/>
          <p:nvPr/>
        </p:nvSpPr>
        <p:spPr>
          <a:xfrm>
            <a:off x="1451581" y="2015732"/>
            <a:ext cx="4172212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 defTabSz="914400">
              <a:lnSpc>
                <a:spcPct val="120000"/>
              </a:lnSpc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Book Class</a:t>
            </a:r>
            <a:br>
              <a:rPr lang="en-US" dirty="0"/>
            </a:br>
            <a:r>
              <a:rPr lang="en-US" b="1" dirty="0"/>
              <a:t>Attributes:</a:t>
            </a:r>
            <a:br>
              <a:rPr lang="en-US" dirty="0"/>
            </a:br>
            <a:r>
              <a:rPr lang="en-US" dirty="0"/>
              <a:t>book_id, title, author, isbn, available</a:t>
            </a:r>
            <a:br>
              <a:rPr lang="en-US" dirty="0"/>
            </a:br>
            <a:r>
              <a:rPr lang="en-US" b="1" dirty="0"/>
              <a:t>Methods:</a:t>
            </a:r>
            <a:br>
              <a:rPr lang="en-US" dirty="0"/>
            </a:br>
            <a:r>
              <a:rPr lang="en-US" dirty="0"/>
              <a:t>to_line(): Converts book details into a text line for saving.</a:t>
            </a:r>
            <a:br>
              <a:rPr lang="en-US" dirty="0"/>
            </a:br>
            <a:r>
              <a:rPr lang="en-US" dirty="0"/>
              <a:t>from_line(line): Reads a line from file and reconstructs a Book object.</a:t>
            </a:r>
            <a:br>
              <a:rPr lang="en-US" dirty="0"/>
            </a:br>
            <a:r>
              <a:rPr lang="en-US" dirty="0"/>
              <a:t>__str__(): Displays book details in human-readable format.</a:t>
            </a:r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E73C4AC-2EF1-4F40-BD4D-08536D2EC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2" r="2" b="2"/>
          <a:stretch>
            <a:fillRect/>
          </a:stretch>
        </p:blipFill>
        <p:spPr bwMode="auto">
          <a:xfrm>
            <a:off x="6156976" y="1854199"/>
            <a:ext cx="4835312" cy="3612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8585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5BA75B-BCBF-2868-1150-E241DCF41130}"/>
              </a:ext>
            </a:extLst>
          </p:cNvPr>
          <p:cNvSpPr txBox="1"/>
          <p:nvPr/>
        </p:nvSpPr>
        <p:spPr>
          <a:xfrm>
            <a:off x="751114" y="834146"/>
            <a:ext cx="4946187" cy="490873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285750" indent="-228600" defTabSz="914400">
              <a:lnSpc>
                <a:spcPct val="15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BaseMember (Abstract Class)</a:t>
            </a:r>
          </a:p>
          <a:p>
            <a:pPr marL="57150" defTabSz="914400">
              <a:lnSpc>
                <a:spcPct val="150000"/>
              </a:lnSpc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n-US" b="1" dirty="0"/>
              <a:t>Attributes:</a:t>
            </a:r>
          </a:p>
          <a:p>
            <a:pPr marL="57150" defTabSz="914400">
              <a:lnSpc>
                <a:spcPct val="150000"/>
              </a:lnSpc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n-US" dirty="0"/>
              <a:t>member_id, name, __borrowed (list of borrowed books)</a:t>
            </a:r>
          </a:p>
          <a:p>
            <a:pPr marL="57150" defTabSz="914400">
              <a:lnSpc>
                <a:spcPct val="150000"/>
              </a:lnSpc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n-US" b="1" dirty="0"/>
              <a:t>Methods:</a:t>
            </a:r>
            <a:br>
              <a:rPr lang="en-US" dirty="0"/>
            </a:br>
            <a:r>
              <a:rPr lang="en-US" dirty="0"/>
              <a:t>borrow_book(book): Borrow a book.</a:t>
            </a:r>
            <a:br>
              <a:rPr lang="en-US" dirty="0"/>
            </a:br>
            <a:r>
              <a:rPr lang="en-US" dirty="0"/>
              <a:t>return_book(book_id): Return a borrowed book.</a:t>
            </a:r>
            <a:br>
              <a:rPr lang="en-US" dirty="0"/>
            </a:br>
            <a:r>
              <a:rPr lang="en-US" dirty="0"/>
              <a:t>to_line(): Save member and borrowed books into a text line.</a:t>
            </a:r>
            <a:br>
              <a:rPr lang="en-US" dirty="0"/>
            </a:br>
            <a:r>
              <a:rPr lang="en-US" dirty="0"/>
              <a:t>from_line(line): Load member details back from file.</a:t>
            </a:r>
          </a:p>
          <a:p>
            <a:pPr marL="285750" indent="-228600" defTabSz="914400">
              <a:lnSpc>
                <a:spcPct val="15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 descr="A hand picking a book from a shelf&#10;&#10;AI-generated content may be incorrect.">
            <a:extLst>
              <a:ext uri="{FF2B5EF4-FFF2-40B4-BE49-F238E27FC236}">
                <a16:creationId xmlns:a16="http://schemas.microsoft.com/office/drawing/2014/main" id="{22CF30DC-1830-6DAA-E54B-23D66A831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129" y="834146"/>
            <a:ext cx="6021172" cy="490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802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BAAD8A-0E7A-EC15-A29B-867F0FB01D4B}"/>
              </a:ext>
            </a:extLst>
          </p:cNvPr>
          <p:cNvSpPr txBox="1"/>
          <p:nvPr/>
        </p:nvSpPr>
        <p:spPr>
          <a:xfrm>
            <a:off x="579555" y="820593"/>
            <a:ext cx="551644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StudentMember (Subclass of BaseMember)</a:t>
            </a:r>
            <a:br>
              <a:rPr lang="en-US" dirty="0"/>
            </a:br>
            <a:r>
              <a:rPr lang="en-US" b="1" dirty="0"/>
              <a:t>Attributes:</a:t>
            </a:r>
            <a:br>
              <a:rPr lang="en-US" dirty="0"/>
            </a:br>
            <a:r>
              <a:rPr lang="en-US" dirty="0"/>
              <a:t>Inherits from BaseMember</a:t>
            </a:r>
            <a:br>
              <a:rPr lang="en-US" dirty="0"/>
            </a:br>
            <a:r>
              <a:rPr lang="en-US" b="1" dirty="0"/>
              <a:t>Methods:</a:t>
            </a:r>
            <a:br>
              <a:rPr lang="en-US" dirty="0"/>
            </a:br>
            <a:r>
              <a:rPr lang="en-US" dirty="0"/>
              <a:t>Override borrow rules (max 3 books, 14 days limit).</a:t>
            </a:r>
          </a:p>
          <a:p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FacultyMember (Subclass of BaseMember)</a:t>
            </a:r>
            <a:br>
              <a:rPr lang="en-IN" dirty="0"/>
            </a:br>
            <a:r>
              <a:rPr lang="en-IN" b="1" dirty="0"/>
              <a:t>Attributes:</a:t>
            </a:r>
            <a:br>
              <a:rPr lang="en-IN" dirty="0"/>
            </a:br>
            <a:r>
              <a:rPr lang="en-IN" dirty="0"/>
              <a:t>Inherits from BaseMember</a:t>
            </a:r>
            <a:br>
              <a:rPr lang="en-IN" dirty="0"/>
            </a:br>
            <a:r>
              <a:rPr lang="en-IN" b="1" dirty="0"/>
              <a:t>Methods:</a:t>
            </a:r>
            <a:br>
              <a:rPr lang="en-IN" dirty="0"/>
            </a:br>
            <a:r>
              <a:rPr lang="en-IN" dirty="0"/>
              <a:t>Override borrow rules (max 5 books, 30 days limit).</a:t>
            </a:r>
          </a:p>
          <a:p>
            <a:endParaRPr lang="en-IN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7E8D43E-0708-51E8-0B6C-77C6B29BD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3886" y="820592"/>
            <a:ext cx="5733942" cy="4801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80664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A9FB31-2F30-3A85-4738-80076B8D16BB}"/>
              </a:ext>
            </a:extLst>
          </p:cNvPr>
          <p:cNvSpPr txBox="1"/>
          <p:nvPr/>
        </p:nvSpPr>
        <p:spPr>
          <a:xfrm>
            <a:off x="453483" y="750564"/>
            <a:ext cx="5384680" cy="4619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LibraryPortal (Controller Class)</a:t>
            </a:r>
            <a:br>
              <a:rPr lang="en-IN" dirty="0"/>
            </a:br>
            <a:r>
              <a:rPr lang="en-IN" b="1" dirty="0"/>
              <a:t>Attributes:</a:t>
            </a:r>
            <a:br>
              <a:rPr lang="en-IN" dirty="0"/>
            </a:br>
            <a:r>
              <a:rPr lang="en-IN" dirty="0"/>
              <a:t>books (list), members (list)</a:t>
            </a:r>
            <a:br>
              <a:rPr lang="en-IN" dirty="0"/>
            </a:br>
            <a:r>
              <a:rPr lang="en-IN" b="1" dirty="0"/>
              <a:t>Methods:</a:t>
            </a:r>
            <a:br>
              <a:rPr lang="en-IN" dirty="0"/>
            </a:br>
            <a:r>
              <a:rPr lang="en-IN" dirty="0"/>
              <a:t>insert_book() → Add a new book.</a:t>
            </a:r>
            <a:br>
              <a:rPr lang="en-IN" dirty="0"/>
            </a:br>
            <a:r>
              <a:rPr lang="en-IN" dirty="0"/>
              <a:t>discard_book() → Remove a book.</a:t>
            </a:r>
            <a:br>
              <a:rPr lang="en-IN" dirty="0"/>
            </a:br>
            <a:r>
              <a:rPr lang="en-IN" dirty="0"/>
              <a:t>enroll_member() → Add a new member.</a:t>
            </a:r>
            <a:br>
              <a:rPr lang="en-IN" dirty="0"/>
            </a:br>
            <a:r>
              <a:rPr lang="en-IN" dirty="0"/>
              <a:t>borrow_book() → Borrow process.</a:t>
            </a:r>
            <a:br>
              <a:rPr lang="en-IN" dirty="0"/>
            </a:br>
            <a:r>
              <a:rPr lang="en-IN" dirty="0"/>
              <a:t>return_book() → Return process.</a:t>
            </a:r>
            <a:br>
              <a:rPr lang="en-IN" dirty="0"/>
            </a:br>
            <a:r>
              <a:rPr lang="en-IN" dirty="0"/>
              <a:t>save_data() / load_data() → Persist data in UTF-8 files.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3FF013-4377-17EF-76E1-D49BC0C8E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50564"/>
            <a:ext cx="5642517" cy="461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1793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7B14A-185A-7E31-0B2B-E0378979F1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930775" y="83247"/>
            <a:ext cx="2330450" cy="1196975"/>
          </a:xfrm>
        </p:spPr>
        <p:txBody>
          <a:bodyPr vert="horz" lIns="91440" tIns="45720" rIns="91440" bIns="0" rtlCol="0" anchor="ctr">
            <a:normAutofit/>
          </a:bodyPr>
          <a:lstStyle/>
          <a:p>
            <a:r>
              <a:rPr lang="en-US" sz="4000" dirty="0"/>
              <a:t>design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16662-E1AB-F7E9-F131-4CF5372C1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11977" y="1382752"/>
            <a:ext cx="9071252" cy="4315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55714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TextBox 1">
            <a:extLst>
              <a:ext uri="{FF2B5EF4-FFF2-40B4-BE49-F238E27FC236}">
                <a16:creationId xmlns:a16="http://schemas.microsoft.com/office/drawing/2014/main" id="{586FF9AD-27E5-A122-9CBB-C7BD3CEEDF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8431464"/>
              </p:ext>
            </p:extLst>
          </p:nvPr>
        </p:nvGraphicFramePr>
        <p:xfrm>
          <a:off x="1293812" y="1370279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32886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DD0A8-73A6-45EA-644A-0E9BAE53DFA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7625" y="762000"/>
            <a:ext cx="9604375" cy="1049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Cli menu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7C8145-1011-61C3-E1C9-F01513F3CD47}"/>
              </a:ext>
            </a:extLst>
          </p:cNvPr>
          <p:cNvSpPr txBox="1"/>
          <p:nvPr/>
        </p:nvSpPr>
        <p:spPr>
          <a:xfrm>
            <a:off x="1408036" y="1905158"/>
            <a:ext cx="5622284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n-US" sz="1500" dirty="0"/>
              <a:t>========================================</a:t>
            </a:r>
            <a:br>
              <a:rPr lang="en-US" sz="1500" dirty="0"/>
            </a:br>
            <a:r>
              <a:rPr lang="en-US" sz="1500" dirty="0"/>
              <a:t>        NextGen Library Portal</a:t>
            </a:r>
            <a:br>
              <a:rPr lang="en-US" sz="1500" dirty="0"/>
            </a:br>
            <a:r>
              <a:rPr lang="en-US" sz="1500" dirty="0"/>
              <a:t>========================================</a:t>
            </a:r>
            <a:br>
              <a:rPr lang="en-US" sz="1500" dirty="0"/>
            </a:br>
            <a:r>
              <a:rPr lang="en-US" sz="1500" dirty="0"/>
              <a:t>1) Insert Book</a:t>
            </a:r>
            <a:br>
              <a:rPr lang="en-US" sz="1500" dirty="0"/>
            </a:br>
            <a:r>
              <a:rPr lang="en-US" sz="1500" dirty="0"/>
              <a:t>2) Discard Book</a:t>
            </a:r>
            <a:br>
              <a:rPr lang="en-US" sz="1500" dirty="0"/>
            </a:br>
            <a:r>
              <a:rPr lang="en-US" sz="1500" dirty="0"/>
              <a:t>3) Enroll Member (Student / Faculty)</a:t>
            </a:r>
            <a:br>
              <a:rPr lang="en-US" sz="1500" dirty="0"/>
            </a:br>
            <a:r>
              <a:rPr lang="en-US" sz="1500" dirty="0"/>
              <a:t>4) Borrow Book</a:t>
            </a:r>
            <a:br>
              <a:rPr lang="en-US" sz="1500" dirty="0"/>
            </a:br>
            <a:r>
              <a:rPr lang="en-US" sz="1500" dirty="0"/>
              <a:t>5) Return Book</a:t>
            </a:r>
            <a:br>
              <a:rPr lang="en-US" sz="1500" dirty="0"/>
            </a:br>
            <a:r>
              <a:rPr lang="en-US" sz="1500" dirty="0"/>
              <a:t>6) View All Books</a:t>
            </a:r>
            <a:br>
              <a:rPr lang="en-US" sz="1500" dirty="0"/>
            </a:br>
            <a:r>
              <a:rPr lang="en-US" sz="1500" dirty="0"/>
              <a:t>7) View All Members</a:t>
            </a:r>
            <a:br>
              <a:rPr lang="en-US" sz="1500" dirty="0"/>
            </a:br>
            <a:r>
              <a:rPr lang="en-US" sz="1500" dirty="0"/>
              <a:t>0) Exit</a:t>
            </a:r>
            <a:br>
              <a:rPr lang="en-US" sz="1500" dirty="0"/>
            </a:br>
            <a:r>
              <a:rPr lang="en-US" sz="1500" dirty="0"/>
              <a:t>========================================</a:t>
            </a:r>
            <a:br>
              <a:rPr lang="en-US" sz="1500" dirty="0"/>
            </a:br>
            <a:r>
              <a:rPr lang="en-US" sz="1500" dirty="0"/>
              <a:t>Enter your choice:  </a:t>
            </a:r>
          </a:p>
        </p:txBody>
      </p:sp>
      <p:pic>
        <p:nvPicPr>
          <p:cNvPr id="5" name="Picture 4" descr="A screenshot of a computer program">
            <a:extLst>
              <a:ext uri="{FF2B5EF4-FFF2-40B4-BE49-F238E27FC236}">
                <a16:creationId xmlns:a16="http://schemas.microsoft.com/office/drawing/2014/main" id="{82B93E56-B135-3F04-B443-AA98BB697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320" y="1905157"/>
            <a:ext cx="4474029" cy="345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3218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extBox 1">
            <a:extLst>
              <a:ext uri="{FF2B5EF4-FFF2-40B4-BE49-F238E27FC236}">
                <a16:creationId xmlns:a16="http://schemas.microsoft.com/office/drawing/2014/main" id="{77E04F66-BE96-BD2F-8A8B-2EC05F71B4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8382039"/>
              </p:ext>
            </p:extLst>
          </p:nvPr>
        </p:nvGraphicFramePr>
        <p:xfrm>
          <a:off x="745671" y="0"/>
          <a:ext cx="10853057" cy="582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68533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7471-847E-8C8A-661D-91499218B3D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26854" y="891537"/>
            <a:ext cx="9604375" cy="10493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KEY FEATURES</a:t>
            </a:r>
          </a:p>
        </p:txBody>
      </p:sp>
      <p:graphicFrame>
        <p:nvGraphicFramePr>
          <p:cNvPr id="18" name="TextBox 2">
            <a:extLst>
              <a:ext uri="{FF2B5EF4-FFF2-40B4-BE49-F238E27FC236}">
                <a16:creationId xmlns:a16="http://schemas.microsoft.com/office/drawing/2014/main" id="{235E0F84-E4AA-EB7B-5EE8-662334E46E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0121863"/>
              </p:ext>
            </p:extLst>
          </p:nvPr>
        </p:nvGraphicFramePr>
        <p:xfrm>
          <a:off x="1011702" y="1816327"/>
          <a:ext cx="10168596" cy="36254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32850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E6C31-5BBB-AFB0-1788-571E14EAD60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036741" y="363151"/>
            <a:ext cx="3273425" cy="26733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advantages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71BCB2AC-8D5A-E3ED-5FFE-82D3806DB0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3688592"/>
              </p:ext>
            </p:extLst>
          </p:nvPr>
        </p:nvGraphicFramePr>
        <p:xfrm>
          <a:off x="3139281" y="1265838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69534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AF807-4225-AEC3-3010-B7D9C45F1B3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68712" y="2473442"/>
            <a:ext cx="5913437" cy="37480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 dirty="0"/>
              <a:t>FUTURE ENHANCEMENTS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C3F3637A-AC74-FF21-E35C-23C542EEA4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2456862"/>
              </p:ext>
            </p:extLst>
          </p:nvPr>
        </p:nvGraphicFramePr>
        <p:xfrm>
          <a:off x="5262298" y="412982"/>
          <a:ext cx="5913437" cy="5251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35531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92835-6EA2-43B2-6A79-D83E7528C6B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7625" y="1008063"/>
            <a:ext cx="9604375" cy="655637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FF6C78-24AD-2C28-6F67-E60951670A5F}"/>
              </a:ext>
            </a:extLst>
          </p:cNvPr>
          <p:cNvSpPr txBox="1"/>
          <p:nvPr/>
        </p:nvSpPr>
        <p:spPr>
          <a:xfrm>
            <a:off x="1675210" y="1988263"/>
            <a:ext cx="8841579" cy="322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US" dirty="0"/>
              <a:t>Developed a full-stack web-based library management system.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US" dirty="0"/>
              <a:t>Hands-on experience with Django REST Framework and React.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US" dirty="0"/>
              <a:t>Successfully integrated backend and frontend via REST APIs.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US" dirty="0"/>
              <a:t>Implemented real-world features like borrowing, returning, and fines.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US" dirty="0"/>
              <a:t>Built a scalable foundation for future improvements.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2747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1D4AF-18DD-1738-C648-2E6590EF38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76963" y="431800"/>
            <a:ext cx="6015037" cy="5116513"/>
          </a:xfrm>
        </p:spPr>
        <p:txBody>
          <a:bodyPr vert="horz" lIns="91440" tIns="45720" rIns="91440" bIns="0" rtlCol="0" anchor="ctr">
            <a:normAutofit/>
          </a:bodyPr>
          <a:lstStyle/>
          <a:p>
            <a:r>
              <a:rPr lang="en-US" sz="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9098330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104AB814D9624D93347893A84A59B2" ma:contentTypeVersion="9" ma:contentTypeDescription="Create a new document." ma:contentTypeScope="" ma:versionID="a85385e4cbda4c91587a62d549713be6">
  <xsd:schema xmlns:xsd="http://www.w3.org/2001/XMLSchema" xmlns:xs="http://www.w3.org/2001/XMLSchema" xmlns:p="http://schemas.microsoft.com/office/2006/metadata/properties" xmlns:ns3="0488756b-22c7-4400-a0c9-f58897b7d7e3" targetNamespace="http://schemas.microsoft.com/office/2006/metadata/properties" ma:root="true" ma:fieldsID="df57c1392741313e66de964078086118" ns3:_="">
    <xsd:import namespace="0488756b-22c7-4400-a0c9-f58897b7d7e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88756b-22c7-4400-a0c9-f58897b7d7e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488756b-22c7-4400-a0c9-f58897b7d7e3" xsi:nil="true"/>
  </documentManagement>
</p:properties>
</file>

<file path=customXml/itemProps1.xml><?xml version="1.0" encoding="utf-8"?>
<ds:datastoreItem xmlns:ds="http://schemas.openxmlformats.org/officeDocument/2006/customXml" ds:itemID="{267C7494-9343-46FF-816F-6E908005FE1E}">
  <ds:schemaRefs>
    <ds:schemaRef ds:uri="0488756b-22c7-4400-a0c9-f58897b7d7e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710D522-97C3-4C44-8EDE-AA618E0493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745949-7520-4053-8245-D2D804335D18}">
  <ds:schemaRefs>
    <ds:schemaRef ds:uri="http://purl.org/dc/dcmitype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terms/"/>
    <ds:schemaRef ds:uri="0488756b-22c7-4400-a0c9-f58897b7d7e3"/>
    <ds:schemaRef ds:uri="http://schemas.openxmlformats.org/package/2006/metadata/core-properties"/>
    <ds:schemaRef ds:uri="http://purl.org/dc/elements/1.1/"/>
    <ds:schemaRef ds:uri="http://schemas.microsoft.com/office/2006/documentManagement/types"/>
  </ds:schemaRefs>
</ds:datastoreItem>
</file>

<file path=docMetadata/LabelInfo.xml><?xml version="1.0" encoding="utf-8"?>
<clbl:labelList xmlns:clbl="http://schemas.microsoft.com/office/2020/mipLabelMetadata">
  <clbl:label id="{d9290083-bd2f-48a2-8ac5-09a524b17d15}" enabled="1" method="Privileged" siteId="{b9fec68c-c92d-461e-9a97-3d03a0f18b8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4946</TotalTime>
  <Words>1561</Words>
  <Application>Microsoft Office PowerPoint</Application>
  <PresentationFormat>Widescreen</PresentationFormat>
  <Paragraphs>174</Paragraphs>
  <Slides>30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Arial</vt:lpstr>
      <vt:lpstr>Calibri</vt:lpstr>
      <vt:lpstr>Gill Sans MT</vt:lpstr>
      <vt:lpstr>Gallery</vt:lpstr>
      <vt:lpstr>NEXTGEN LIBRARY PORTAL</vt:lpstr>
      <vt:lpstr>overview</vt:lpstr>
      <vt:lpstr>OBJECTIVES</vt:lpstr>
      <vt:lpstr>Problem Statement</vt:lpstr>
      <vt:lpstr>INtroduction</vt:lpstr>
      <vt:lpstr>REQUIREMENTS</vt:lpstr>
      <vt:lpstr>SYSTEM ARCHITECTURE</vt:lpstr>
      <vt:lpstr>PROJECT FLOW</vt:lpstr>
      <vt:lpstr>BACKEND MODULES</vt:lpstr>
      <vt:lpstr>BACKEND METHODS</vt:lpstr>
      <vt:lpstr>VIEWS</vt:lpstr>
      <vt:lpstr>SERIALIzations</vt:lpstr>
      <vt:lpstr>FRONTEND MAIN COMPONENTS</vt:lpstr>
      <vt:lpstr>hooks and states</vt:lpstr>
      <vt:lpstr>Api integration</vt:lpstr>
      <vt:lpstr>Core Concepts used</vt:lpstr>
      <vt:lpstr>PowerPoint Presentation</vt:lpstr>
      <vt:lpstr>Classes and methods</vt:lpstr>
      <vt:lpstr>PowerPoint Presentation</vt:lpstr>
      <vt:lpstr>PowerPoint Presentation</vt:lpstr>
      <vt:lpstr>PowerPoint Presentation</vt:lpstr>
      <vt:lpstr>design</vt:lpstr>
      <vt:lpstr>PowerPoint Presentation</vt:lpstr>
      <vt:lpstr>Cli menu</vt:lpstr>
      <vt:lpstr>PowerPoint Presentation</vt:lpstr>
      <vt:lpstr>KEY FEATURES</vt:lpstr>
      <vt:lpstr>advantages</vt:lpstr>
      <vt:lpstr>FUTURE ENHANCEMENTS</vt:lpstr>
      <vt:lpstr>CONCLUSION</vt:lpstr>
      <vt:lpstr>Thank you</vt:lpstr>
    </vt:vector>
  </TitlesOfParts>
  <Company>CGI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Deekshitha, Raja</dc:creator>
  <cp:lastModifiedBy>Sompalli, Amitha</cp:lastModifiedBy>
  <cp:revision>6</cp:revision>
  <dcterms:created xsi:type="dcterms:W3CDTF">2025-08-21T10:18:25Z</dcterms:created>
  <dcterms:modified xsi:type="dcterms:W3CDTF">2025-09-12T12:18:17Z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Gallery:11</vt:lpwstr>
  </property>
  <property fmtid="{D5CDD505-2E9C-101B-9397-08002B2CF9AE}" pid="3" name="ClassificationContentMarkingHeaderText">
    <vt:lpwstr> </vt:lpwstr>
  </property>
  <property fmtid="{D5CDD505-2E9C-101B-9397-08002B2CF9AE}" pid="4" name="ContentTypeId">
    <vt:lpwstr>0x0101003B104AB814D9624D93347893A84A59B2</vt:lpwstr>
  </property>
</Properties>
</file>