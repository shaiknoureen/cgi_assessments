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media/image21.jpg" ContentType="image/png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7"/>
  </p:notesMasterIdLst>
  <p:sldIdLst>
    <p:sldId id="256" r:id="rId5"/>
    <p:sldId id="263" r:id="rId6"/>
    <p:sldId id="258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78" r:id="rId15"/>
    <p:sldId id="270" r:id="rId16"/>
    <p:sldId id="271" r:id="rId17"/>
    <p:sldId id="281" r:id="rId18"/>
    <p:sldId id="272" r:id="rId19"/>
    <p:sldId id="273" r:id="rId20"/>
    <p:sldId id="274" r:id="rId21"/>
    <p:sldId id="275" r:id="rId22"/>
    <p:sldId id="279" r:id="rId23"/>
    <p:sldId id="280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6" Type="http://schemas.openxmlformats.org/officeDocument/2006/relationships/image" Target="../media/image18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4" Type="http://schemas.openxmlformats.org/officeDocument/2006/relationships/image" Target="../media/image2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7E14D2-EBDA-45BE-8072-CEEB18D1C02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7EC0FD-44EB-4C2D-98B9-52E523F08D0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Objectives</a:t>
          </a:r>
          <a:endParaRPr lang="en-US"/>
        </a:p>
      </dgm:t>
    </dgm:pt>
    <dgm:pt modelId="{87A6D18F-775F-4559-ABE6-4794D6DBBFB3}" type="parTrans" cxnId="{950FBFC5-575C-4E0F-8EEA-50F58A2FD16D}">
      <dgm:prSet/>
      <dgm:spPr/>
      <dgm:t>
        <a:bodyPr/>
        <a:lstStyle/>
        <a:p>
          <a:endParaRPr lang="en-US"/>
        </a:p>
      </dgm:t>
    </dgm:pt>
    <dgm:pt modelId="{9641AF73-D868-4BA7-91ED-7968470A5BEF}" type="sibTrans" cxnId="{950FBFC5-575C-4E0F-8EEA-50F58A2FD16D}">
      <dgm:prSet/>
      <dgm:spPr/>
      <dgm:t>
        <a:bodyPr/>
        <a:lstStyle/>
        <a:p>
          <a:endParaRPr lang="en-US"/>
        </a:p>
      </dgm:t>
    </dgm:pt>
    <dgm:pt modelId="{DF0DDDEE-F503-4B5E-9264-0F57E844418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Problem Statement</a:t>
          </a:r>
          <a:endParaRPr lang="en-US"/>
        </a:p>
      </dgm:t>
    </dgm:pt>
    <dgm:pt modelId="{99277338-C0F6-4A31-80CE-0BBD948A7984}" type="parTrans" cxnId="{DBA99A46-49CA-4929-922F-9D04D2EABC38}">
      <dgm:prSet/>
      <dgm:spPr/>
      <dgm:t>
        <a:bodyPr/>
        <a:lstStyle/>
        <a:p>
          <a:endParaRPr lang="en-US"/>
        </a:p>
      </dgm:t>
    </dgm:pt>
    <dgm:pt modelId="{A3DB2567-3E45-4793-951A-4CC03C5D1ACF}" type="sibTrans" cxnId="{DBA99A46-49CA-4929-922F-9D04D2EABC38}">
      <dgm:prSet/>
      <dgm:spPr/>
      <dgm:t>
        <a:bodyPr/>
        <a:lstStyle/>
        <a:p>
          <a:endParaRPr lang="en-US"/>
        </a:p>
      </dgm:t>
    </dgm:pt>
    <dgm:pt modelId="{B31FE3FB-F25B-4983-9808-D3CD8F07267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Introduction</a:t>
          </a:r>
          <a:endParaRPr lang="en-US" dirty="0"/>
        </a:p>
      </dgm:t>
    </dgm:pt>
    <dgm:pt modelId="{D34A550D-10D6-4316-9AD5-7633D4AEF4F9}" type="parTrans" cxnId="{205C488E-1803-43B3-A651-288B58E10F5E}">
      <dgm:prSet/>
      <dgm:spPr/>
      <dgm:t>
        <a:bodyPr/>
        <a:lstStyle/>
        <a:p>
          <a:endParaRPr lang="en-US"/>
        </a:p>
      </dgm:t>
    </dgm:pt>
    <dgm:pt modelId="{D39E843B-727A-473D-A9F0-19A7A2FB99BC}" type="sibTrans" cxnId="{205C488E-1803-43B3-A651-288B58E10F5E}">
      <dgm:prSet/>
      <dgm:spPr/>
      <dgm:t>
        <a:bodyPr/>
        <a:lstStyle/>
        <a:p>
          <a:endParaRPr lang="en-US"/>
        </a:p>
      </dgm:t>
    </dgm:pt>
    <dgm:pt modelId="{E17D1DBB-B6E3-4F2B-8B13-121FA4A6C5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Requirements</a:t>
          </a:r>
          <a:endParaRPr lang="en-US"/>
        </a:p>
      </dgm:t>
    </dgm:pt>
    <dgm:pt modelId="{2FD2569F-08F5-4D9F-8100-8DC80BB464C8}" type="parTrans" cxnId="{8F360C58-1FF4-4A80-8C0B-CF4EAF149DD9}">
      <dgm:prSet/>
      <dgm:spPr/>
      <dgm:t>
        <a:bodyPr/>
        <a:lstStyle/>
        <a:p>
          <a:endParaRPr lang="en-US"/>
        </a:p>
      </dgm:t>
    </dgm:pt>
    <dgm:pt modelId="{2227FEC0-61F2-4E88-A8AA-1AE1860DDFEE}" type="sibTrans" cxnId="{8F360C58-1FF4-4A80-8C0B-CF4EAF149DD9}">
      <dgm:prSet/>
      <dgm:spPr/>
      <dgm:t>
        <a:bodyPr/>
        <a:lstStyle/>
        <a:p>
          <a:endParaRPr lang="en-US"/>
        </a:p>
      </dgm:t>
    </dgm:pt>
    <dgm:pt modelId="{11262224-F018-4A74-BB46-248977CCDD7E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Concepts Used</a:t>
          </a:r>
          <a:endParaRPr lang="en-US"/>
        </a:p>
      </dgm:t>
    </dgm:pt>
    <dgm:pt modelId="{8CF2C8B2-0821-4796-B9E6-24DC9631B974}" type="parTrans" cxnId="{2B0CB35F-8869-46B5-ADA0-FD784D2BFBF3}">
      <dgm:prSet/>
      <dgm:spPr/>
      <dgm:t>
        <a:bodyPr/>
        <a:lstStyle/>
        <a:p>
          <a:endParaRPr lang="en-US"/>
        </a:p>
      </dgm:t>
    </dgm:pt>
    <dgm:pt modelId="{AC80DA00-357A-499C-9AF8-DBAB59877D2D}" type="sibTrans" cxnId="{2B0CB35F-8869-46B5-ADA0-FD784D2BFBF3}">
      <dgm:prSet/>
      <dgm:spPr/>
      <dgm:t>
        <a:bodyPr/>
        <a:lstStyle/>
        <a:p>
          <a:endParaRPr lang="en-US"/>
        </a:p>
      </dgm:t>
    </dgm:pt>
    <dgm:pt modelId="{A9E04B40-446A-4BB5-9955-F9B90A41E38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Classes and Methods</a:t>
          </a:r>
          <a:endParaRPr lang="en-US"/>
        </a:p>
      </dgm:t>
    </dgm:pt>
    <dgm:pt modelId="{66AA2606-6FD1-40DC-8D8F-248CDC756E14}" type="parTrans" cxnId="{86F7EA08-DAEE-4DAF-8D98-545E3E0B1CC0}">
      <dgm:prSet/>
      <dgm:spPr/>
      <dgm:t>
        <a:bodyPr/>
        <a:lstStyle/>
        <a:p>
          <a:endParaRPr lang="en-US"/>
        </a:p>
      </dgm:t>
    </dgm:pt>
    <dgm:pt modelId="{9CF89DAF-CF1C-4CEA-8E4F-1C91495C8A4B}" type="sibTrans" cxnId="{86F7EA08-DAEE-4DAF-8D98-545E3E0B1CC0}">
      <dgm:prSet/>
      <dgm:spPr/>
      <dgm:t>
        <a:bodyPr/>
        <a:lstStyle/>
        <a:p>
          <a:endParaRPr lang="en-US"/>
        </a:p>
      </dgm:t>
    </dgm:pt>
    <dgm:pt modelId="{B243069C-4F4E-4BF4-B961-F6B9684C70E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Design</a:t>
          </a:r>
          <a:endParaRPr lang="en-US"/>
        </a:p>
      </dgm:t>
    </dgm:pt>
    <dgm:pt modelId="{F3B4AB8A-C9AE-4C42-BAE8-F7A1F7D056AB}" type="parTrans" cxnId="{EFB5F352-AB1F-44A4-9362-9D90FB8A17DF}">
      <dgm:prSet/>
      <dgm:spPr/>
      <dgm:t>
        <a:bodyPr/>
        <a:lstStyle/>
        <a:p>
          <a:endParaRPr lang="en-US"/>
        </a:p>
      </dgm:t>
    </dgm:pt>
    <dgm:pt modelId="{94C51B14-1E8B-428B-8125-2ABB6D97BEAA}" type="sibTrans" cxnId="{EFB5F352-AB1F-44A4-9362-9D90FB8A17DF}">
      <dgm:prSet/>
      <dgm:spPr/>
      <dgm:t>
        <a:bodyPr/>
        <a:lstStyle/>
        <a:p>
          <a:endParaRPr lang="en-US"/>
        </a:p>
      </dgm:t>
    </dgm:pt>
    <dgm:pt modelId="{796A4962-1984-40BD-A888-AC3284BE993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Conclusion</a:t>
          </a:r>
          <a:endParaRPr lang="en-US"/>
        </a:p>
      </dgm:t>
    </dgm:pt>
    <dgm:pt modelId="{820EC0DD-3099-4126-9F29-80275455C7BE}" type="parTrans" cxnId="{B5B729F7-395B-4443-A75D-410A3E1CAFBF}">
      <dgm:prSet/>
      <dgm:spPr/>
      <dgm:t>
        <a:bodyPr/>
        <a:lstStyle/>
        <a:p>
          <a:endParaRPr lang="en-US"/>
        </a:p>
      </dgm:t>
    </dgm:pt>
    <dgm:pt modelId="{0505B6EB-16D3-40D2-9A34-16AE68496F09}" type="sibTrans" cxnId="{B5B729F7-395B-4443-A75D-410A3E1CAFBF}">
      <dgm:prSet/>
      <dgm:spPr/>
      <dgm:t>
        <a:bodyPr/>
        <a:lstStyle/>
        <a:p>
          <a:endParaRPr lang="en-US"/>
        </a:p>
      </dgm:t>
    </dgm:pt>
    <dgm:pt modelId="{6D9CEE86-E768-4D08-9459-31854809BEC7}" type="pres">
      <dgm:prSet presAssocID="{957E14D2-EBDA-45BE-8072-CEEB18D1C025}" presName="root" presStyleCnt="0">
        <dgm:presLayoutVars>
          <dgm:dir/>
          <dgm:resizeHandles val="exact"/>
        </dgm:presLayoutVars>
      </dgm:prSet>
      <dgm:spPr/>
    </dgm:pt>
    <dgm:pt modelId="{6623A6EA-DC88-4E54-97A6-3C8F6E873FB1}" type="pres">
      <dgm:prSet presAssocID="{5C7EC0FD-44EB-4C2D-98B9-52E523F08D0E}" presName="compNode" presStyleCnt="0"/>
      <dgm:spPr/>
    </dgm:pt>
    <dgm:pt modelId="{FC02BAB5-4FB0-429D-8B3E-B08E2C598EBC}" type="pres">
      <dgm:prSet presAssocID="{5C7EC0FD-44EB-4C2D-98B9-52E523F08D0E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naire"/>
        </a:ext>
      </dgm:extLst>
    </dgm:pt>
    <dgm:pt modelId="{FBF7354A-5C77-4032-A032-10C69DDADB2A}" type="pres">
      <dgm:prSet presAssocID="{5C7EC0FD-44EB-4C2D-98B9-52E523F08D0E}" presName="spaceRect" presStyleCnt="0"/>
      <dgm:spPr/>
    </dgm:pt>
    <dgm:pt modelId="{156A1778-A7BD-40F7-B123-19A1A91BCA2C}" type="pres">
      <dgm:prSet presAssocID="{5C7EC0FD-44EB-4C2D-98B9-52E523F08D0E}" presName="textRect" presStyleLbl="revTx" presStyleIdx="0" presStyleCnt="8">
        <dgm:presLayoutVars>
          <dgm:chMax val="1"/>
          <dgm:chPref val="1"/>
        </dgm:presLayoutVars>
      </dgm:prSet>
      <dgm:spPr/>
    </dgm:pt>
    <dgm:pt modelId="{95273AD1-00B6-4EBD-9CDC-C129E08C7255}" type="pres">
      <dgm:prSet presAssocID="{9641AF73-D868-4BA7-91ED-7968470A5BEF}" presName="sibTrans" presStyleCnt="0"/>
      <dgm:spPr/>
    </dgm:pt>
    <dgm:pt modelId="{13513AF6-BD24-400B-97D0-73BF53BE9C04}" type="pres">
      <dgm:prSet presAssocID="{DF0DDDEE-F503-4B5E-9264-0F57E844418F}" presName="compNode" presStyleCnt="0"/>
      <dgm:spPr/>
    </dgm:pt>
    <dgm:pt modelId="{8FC79B30-31BB-475E-A3F8-FF614A519E56}" type="pres">
      <dgm:prSet presAssocID="{DF0DDDEE-F503-4B5E-9264-0F57E844418F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agnostic"/>
        </a:ext>
      </dgm:extLst>
    </dgm:pt>
    <dgm:pt modelId="{9A4A7E8B-2613-4389-BA04-EB837288B8F0}" type="pres">
      <dgm:prSet presAssocID="{DF0DDDEE-F503-4B5E-9264-0F57E844418F}" presName="spaceRect" presStyleCnt="0"/>
      <dgm:spPr/>
    </dgm:pt>
    <dgm:pt modelId="{B3041A4F-B652-470E-862E-556B7ADEDD59}" type="pres">
      <dgm:prSet presAssocID="{DF0DDDEE-F503-4B5E-9264-0F57E844418F}" presName="textRect" presStyleLbl="revTx" presStyleIdx="1" presStyleCnt="8">
        <dgm:presLayoutVars>
          <dgm:chMax val="1"/>
          <dgm:chPref val="1"/>
        </dgm:presLayoutVars>
      </dgm:prSet>
      <dgm:spPr/>
    </dgm:pt>
    <dgm:pt modelId="{12C0F38E-59BA-422A-AE9B-8F14CE18349B}" type="pres">
      <dgm:prSet presAssocID="{A3DB2567-3E45-4793-951A-4CC03C5D1ACF}" presName="sibTrans" presStyleCnt="0"/>
      <dgm:spPr/>
    </dgm:pt>
    <dgm:pt modelId="{BD6B6DB2-D55E-4345-A90F-BE9DF9270F50}" type="pres">
      <dgm:prSet presAssocID="{B31FE3FB-F25B-4983-9808-D3CD8F07267F}" presName="compNode" presStyleCnt="0"/>
      <dgm:spPr/>
    </dgm:pt>
    <dgm:pt modelId="{0E39452F-BF73-4590-8A00-7A25722650D4}" type="pres">
      <dgm:prSet presAssocID="{B31FE3FB-F25B-4983-9808-D3CD8F07267F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ke"/>
        </a:ext>
      </dgm:extLst>
    </dgm:pt>
    <dgm:pt modelId="{A7F0B635-9AD3-4789-AC21-932E12E700EB}" type="pres">
      <dgm:prSet presAssocID="{B31FE3FB-F25B-4983-9808-D3CD8F07267F}" presName="spaceRect" presStyleCnt="0"/>
      <dgm:spPr/>
    </dgm:pt>
    <dgm:pt modelId="{84EE869E-CA52-489F-86CC-88A51815B8B5}" type="pres">
      <dgm:prSet presAssocID="{B31FE3FB-F25B-4983-9808-D3CD8F07267F}" presName="textRect" presStyleLbl="revTx" presStyleIdx="2" presStyleCnt="8">
        <dgm:presLayoutVars>
          <dgm:chMax val="1"/>
          <dgm:chPref val="1"/>
        </dgm:presLayoutVars>
      </dgm:prSet>
      <dgm:spPr/>
    </dgm:pt>
    <dgm:pt modelId="{EBBE5E8F-5C54-458A-B694-BC7AC9A1C463}" type="pres">
      <dgm:prSet presAssocID="{D39E843B-727A-473D-A9F0-19A7A2FB99BC}" presName="sibTrans" presStyleCnt="0"/>
      <dgm:spPr/>
    </dgm:pt>
    <dgm:pt modelId="{61D688E4-D274-4BBF-8C5C-5735A8E429EA}" type="pres">
      <dgm:prSet presAssocID="{E17D1DBB-B6E3-4F2B-8B13-121FA4A6C52B}" presName="compNode" presStyleCnt="0"/>
      <dgm:spPr/>
    </dgm:pt>
    <dgm:pt modelId="{AE7CD179-4A1A-4A76-A923-ED4BBF4B3808}" type="pres">
      <dgm:prSet presAssocID="{E17D1DBB-B6E3-4F2B-8B13-121FA4A6C52B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DED723F6-2A0E-420E-A7EF-31F44F1E338B}" type="pres">
      <dgm:prSet presAssocID="{E17D1DBB-B6E3-4F2B-8B13-121FA4A6C52B}" presName="spaceRect" presStyleCnt="0"/>
      <dgm:spPr/>
    </dgm:pt>
    <dgm:pt modelId="{1183F9C6-4068-4915-87C4-E6D9A238A9D8}" type="pres">
      <dgm:prSet presAssocID="{E17D1DBB-B6E3-4F2B-8B13-121FA4A6C52B}" presName="textRect" presStyleLbl="revTx" presStyleIdx="3" presStyleCnt="8">
        <dgm:presLayoutVars>
          <dgm:chMax val="1"/>
          <dgm:chPref val="1"/>
        </dgm:presLayoutVars>
      </dgm:prSet>
      <dgm:spPr/>
    </dgm:pt>
    <dgm:pt modelId="{F5867B9A-6F3E-46D0-8F22-59BAE46EEF79}" type="pres">
      <dgm:prSet presAssocID="{2227FEC0-61F2-4E88-A8AA-1AE1860DDFEE}" presName="sibTrans" presStyleCnt="0"/>
      <dgm:spPr/>
    </dgm:pt>
    <dgm:pt modelId="{1E583204-C508-432B-846D-F0418ED6742B}" type="pres">
      <dgm:prSet presAssocID="{11262224-F018-4A74-BB46-248977CCDD7E}" presName="compNode" presStyleCnt="0"/>
      <dgm:spPr/>
    </dgm:pt>
    <dgm:pt modelId="{EC52CCCB-AC61-4419-A3AF-AD3FED91666D}" type="pres">
      <dgm:prSet presAssocID="{11262224-F018-4A74-BB46-248977CCDD7E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munications"/>
        </a:ext>
      </dgm:extLst>
    </dgm:pt>
    <dgm:pt modelId="{7D05A46C-6DF1-4C9A-8088-4C5460B271EC}" type="pres">
      <dgm:prSet presAssocID="{11262224-F018-4A74-BB46-248977CCDD7E}" presName="spaceRect" presStyleCnt="0"/>
      <dgm:spPr/>
    </dgm:pt>
    <dgm:pt modelId="{A7781D64-ED6B-4372-A4D9-FF00DBEEE3FD}" type="pres">
      <dgm:prSet presAssocID="{11262224-F018-4A74-BB46-248977CCDD7E}" presName="textRect" presStyleLbl="revTx" presStyleIdx="4" presStyleCnt="8">
        <dgm:presLayoutVars>
          <dgm:chMax val="1"/>
          <dgm:chPref val="1"/>
        </dgm:presLayoutVars>
      </dgm:prSet>
      <dgm:spPr/>
    </dgm:pt>
    <dgm:pt modelId="{1B0A22D8-D152-4ACC-A6C9-F37D7A3CCE56}" type="pres">
      <dgm:prSet presAssocID="{AC80DA00-357A-499C-9AF8-DBAB59877D2D}" presName="sibTrans" presStyleCnt="0"/>
      <dgm:spPr/>
    </dgm:pt>
    <dgm:pt modelId="{6E2ADF59-CC32-473D-B63A-A141ECD01AF2}" type="pres">
      <dgm:prSet presAssocID="{A9E04B40-446A-4BB5-9955-F9B90A41E384}" presName="compNode" presStyleCnt="0"/>
      <dgm:spPr/>
    </dgm:pt>
    <dgm:pt modelId="{53B492E0-E944-4E24-B1F7-E02B4E9E093D}" type="pres">
      <dgm:prSet presAssocID="{A9E04B40-446A-4BB5-9955-F9B90A41E384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Enrollment"/>
        </a:ext>
      </dgm:extLst>
    </dgm:pt>
    <dgm:pt modelId="{A198CAA9-58DD-4AB0-B890-4B51CDE6F8BD}" type="pres">
      <dgm:prSet presAssocID="{A9E04B40-446A-4BB5-9955-F9B90A41E384}" presName="spaceRect" presStyleCnt="0"/>
      <dgm:spPr/>
    </dgm:pt>
    <dgm:pt modelId="{A9056872-7440-4125-B72B-570A28AC3701}" type="pres">
      <dgm:prSet presAssocID="{A9E04B40-446A-4BB5-9955-F9B90A41E384}" presName="textRect" presStyleLbl="revTx" presStyleIdx="5" presStyleCnt="8">
        <dgm:presLayoutVars>
          <dgm:chMax val="1"/>
          <dgm:chPref val="1"/>
        </dgm:presLayoutVars>
      </dgm:prSet>
      <dgm:spPr/>
    </dgm:pt>
    <dgm:pt modelId="{922C83E9-F200-4C38-9BA4-4F64DD1F794E}" type="pres">
      <dgm:prSet presAssocID="{9CF89DAF-CF1C-4CEA-8E4F-1C91495C8A4B}" presName="sibTrans" presStyleCnt="0"/>
      <dgm:spPr/>
    </dgm:pt>
    <dgm:pt modelId="{35E4F13D-2A88-48A4-A3DA-758F56DF9CBD}" type="pres">
      <dgm:prSet presAssocID="{B243069C-4F4E-4BF4-B961-F6B9684C70E6}" presName="compNode" presStyleCnt="0"/>
      <dgm:spPr/>
    </dgm:pt>
    <dgm:pt modelId="{1D06B5C6-648F-4CF8-A30C-EE3F78E3EACC}" type="pres">
      <dgm:prSet presAssocID="{B243069C-4F4E-4BF4-B961-F6B9684C70E6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ign"/>
        </a:ext>
      </dgm:extLst>
    </dgm:pt>
    <dgm:pt modelId="{BC454239-D4CE-46E9-B57F-C2969AE0B39B}" type="pres">
      <dgm:prSet presAssocID="{B243069C-4F4E-4BF4-B961-F6B9684C70E6}" presName="spaceRect" presStyleCnt="0"/>
      <dgm:spPr/>
    </dgm:pt>
    <dgm:pt modelId="{E60FCFDE-8067-4137-8081-24E0C746496D}" type="pres">
      <dgm:prSet presAssocID="{B243069C-4F4E-4BF4-B961-F6B9684C70E6}" presName="textRect" presStyleLbl="revTx" presStyleIdx="6" presStyleCnt="8">
        <dgm:presLayoutVars>
          <dgm:chMax val="1"/>
          <dgm:chPref val="1"/>
        </dgm:presLayoutVars>
      </dgm:prSet>
      <dgm:spPr/>
    </dgm:pt>
    <dgm:pt modelId="{78D731E0-2892-4229-9706-E1FFCF64E84B}" type="pres">
      <dgm:prSet presAssocID="{94C51B14-1E8B-428B-8125-2ABB6D97BEAA}" presName="sibTrans" presStyleCnt="0"/>
      <dgm:spPr/>
    </dgm:pt>
    <dgm:pt modelId="{3C768540-8F26-4F1D-BCC0-202A48E000F9}" type="pres">
      <dgm:prSet presAssocID="{796A4962-1984-40BD-A888-AC3284BE9935}" presName="compNode" presStyleCnt="0"/>
      <dgm:spPr/>
    </dgm:pt>
    <dgm:pt modelId="{CA0726F8-D3B1-46C2-A547-5E340E016890}" type="pres">
      <dgm:prSet presAssocID="{796A4962-1984-40BD-A888-AC3284BE993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"/>
        </a:ext>
      </dgm:extLst>
    </dgm:pt>
    <dgm:pt modelId="{E73AF077-0553-43A2-83D3-BFA5D435F33C}" type="pres">
      <dgm:prSet presAssocID="{796A4962-1984-40BD-A888-AC3284BE9935}" presName="spaceRect" presStyleCnt="0"/>
      <dgm:spPr/>
    </dgm:pt>
    <dgm:pt modelId="{964F2A47-93BD-46C1-93AB-4D2AF27CFADF}" type="pres">
      <dgm:prSet presAssocID="{796A4962-1984-40BD-A888-AC3284BE9935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86F7EA08-DAEE-4DAF-8D98-545E3E0B1CC0}" srcId="{957E14D2-EBDA-45BE-8072-CEEB18D1C025}" destId="{A9E04B40-446A-4BB5-9955-F9B90A41E384}" srcOrd="5" destOrd="0" parTransId="{66AA2606-6FD1-40DC-8D8F-248CDC756E14}" sibTransId="{9CF89DAF-CF1C-4CEA-8E4F-1C91495C8A4B}"/>
    <dgm:cxn modelId="{7AAF4B2A-9BDC-4FAD-849B-699316CDD2BD}" type="presOf" srcId="{957E14D2-EBDA-45BE-8072-CEEB18D1C025}" destId="{6D9CEE86-E768-4D08-9459-31854809BEC7}" srcOrd="0" destOrd="0" presId="urn:microsoft.com/office/officeart/2018/2/layout/IconLabelList"/>
    <dgm:cxn modelId="{BB36BF31-A57D-4BA1-AEC3-79ABFF723AD2}" type="presOf" srcId="{A9E04B40-446A-4BB5-9955-F9B90A41E384}" destId="{A9056872-7440-4125-B72B-570A28AC3701}" srcOrd="0" destOrd="0" presId="urn:microsoft.com/office/officeart/2018/2/layout/IconLabelList"/>
    <dgm:cxn modelId="{2B0CB35F-8869-46B5-ADA0-FD784D2BFBF3}" srcId="{957E14D2-EBDA-45BE-8072-CEEB18D1C025}" destId="{11262224-F018-4A74-BB46-248977CCDD7E}" srcOrd="4" destOrd="0" parTransId="{8CF2C8B2-0821-4796-B9E6-24DC9631B974}" sibTransId="{AC80DA00-357A-499C-9AF8-DBAB59877D2D}"/>
    <dgm:cxn modelId="{5C51AB62-928E-4B9C-855C-7C17B5E53707}" type="presOf" srcId="{E17D1DBB-B6E3-4F2B-8B13-121FA4A6C52B}" destId="{1183F9C6-4068-4915-87C4-E6D9A238A9D8}" srcOrd="0" destOrd="0" presId="urn:microsoft.com/office/officeart/2018/2/layout/IconLabelList"/>
    <dgm:cxn modelId="{0751A845-934A-4D5E-BEF9-6FECC0D900D4}" type="presOf" srcId="{B243069C-4F4E-4BF4-B961-F6B9684C70E6}" destId="{E60FCFDE-8067-4137-8081-24E0C746496D}" srcOrd="0" destOrd="0" presId="urn:microsoft.com/office/officeart/2018/2/layout/IconLabelList"/>
    <dgm:cxn modelId="{DBA99A46-49CA-4929-922F-9D04D2EABC38}" srcId="{957E14D2-EBDA-45BE-8072-CEEB18D1C025}" destId="{DF0DDDEE-F503-4B5E-9264-0F57E844418F}" srcOrd="1" destOrd="0" parTransId="{99277338-C0F6-4A31-80CE-0BBD948A7984}" sibTransId="{A3DB2567-3E45-4793-951A-4CC03C5D1ACF}"/>
    <dgm:cxn modelId="{9AA46A50-7FAF-4628-BC53-0A05F9EE4083}" type="presOf" srcId="{DF0DDDEE-F503-4B5E-9264-0F57E844418F}" destId="{B3041A4F-B652-470E-862E-556B7ADEDD59}" srcOrd="0" destOrd="0" presId="urn:microsoft.com/office/officeart/2018/2/layout/IconLabelList"/>
    <dgm:cxn modelId="{EFB5F352-AB1F-44A4-9362-9D90FB8A17DF}" srcId="{957E14D2-EBDA-45BE-8072-CEEB18D1C025}" destId="{B243069C-4F4E-4BF4-B961-F6B9684C70E6}" srcOrd="6" destOrd="0" parTransId="{F3B4AB8A-C9AE-4C42-BAE8-F7A1F7D056AB}" sibTransId="{94C51B14-1E8B-428B-8125-2ABB6D97BEAA}"/>
    <dgm:cxn modelId="{8F360C58-1FF4-4A80-8C0B-CF4EAF149DD9}" srcId="{957E14D2-EBDA-45BE-8072-CEEB18D1C025}" destId="{E17D1DBB-B6E3-4F2B-8B13-121FA4A6C52B}" srcOrd="3" destOrd="0" parTransId="{2FD2569F-08F5-4D9F-8100-8DC80BB464C8}" sibTransId="{2227FEC0-61F2-4E88-A8AA-1AE1860DDFEE}"/>
    <dgm:cxn modelId="{205C488E-1803-43B3-A651-288B58E10F5E}" srcId="{957E14D2-EBDA-45BE-8072-CEEB18D1C025}" destId="{B31FE3FB-F25B-4983-9808-D3CD8F07267F}" srcOrd="2" destOrd="0" parTransId="{D34A550D-10D6-4316-9AD5-7633D4AEF4F9}" sibTransId="{D39E843B-727A-473D-A9F0-19A7A2FB99BC}"/>
    <dgm:cxn modelId="{126D65B0-D0AE-40EF-9C83-5609A6E7AEC6}" type="presOf" srcId="{5C7EC0FD-44EB-4C2D-98B9-52E523F08D0E}" destId="{156A1778-A7BD-40F7-B123-19A1A91BCA2C}" srcOrd="0" destOrd="0" presId="urn:microsoft.com/office/officeart/2018/2/layout/IconLabelList"/>
    <dgm:cxn modelId="{67A489BA-8279-4933-9072-104AB31CE7C1}" type="presOf" srcId="{11262224-F018-4A74-BB46-248977CCDD7E}" destId="{A7781D64-ED6B-4372-A4D9-FF00DBEEE3FD}" srcOrd="0" destOrd="0" presId="urn:microsoft.com/office/officeart/2018/2/layout/IconLabelList"/>
    <dgm:cxn modelId="{950FBFC5-575C-4E0F-8EEA-50F58A2FD16D}" srcId="{957E14D2-EBDA-45BE-8072-CEEB18D1C025}" destId="{5C7EC0FD-44EB-4C2D-98B9-52E523F08D0E}" srcOrd="0" destOrd="0" parTransId="{87A6D18F-775F-4559-ABE6-4794D6DBBFB3}" sibTransId="{9641AF73-D868-4BA7-91ED-7968470A5BEF}"/>
    <dgm:cxn modelId="{EA0B3DE8-3A10-4258-B80E-B330997E02AA}" type="presOf" srcId="{796A4962-1984-40BD-A888-AC3284BE9935}" destId="{964F2A47-93BD-46C1-93AB-4D2AF27CFADF}" srcOrd="0" destOrd="0" presId="urn:microsoft.com/office/officeart/2018/2/layout/IconLabelList"/>
    <dgm:cxn modelId="{BAACF0EA-973C-4C7A-8698-8B858234E3F0}" type="presOf" srcId="{B31FE3FB-F25B-4983-9808-D3CD8F07267F}" destId="{84EE869E-CA52-489F-86CC-88A51815B8B5}" srcOrd="0" destOrd="0" presId="urn:microsoft.com/office/officeart/2018/2/layout/IconLabelList"/>
    <dgm:cxn modelId="{B5B729F7-395B-4443-A75D-410A3E1CAFBF}" srcId="{957E14D2-EBDA-45BE-8072-CEEB18D1C025}" destId="{796A4962-1984-40BD-A888-AC3284BE9935}" srcOrd="7" destOrd="0" parTransId="{820EC0DD-3099-4126-9F29-80275455C7BE}" sibTransId="{0505B6EB-16D3-40D2-9A34-16AE68496F09}"/>
    <dgm:cxn modelId="{E8A98989-3178-4BC3-826B-80C072D6C424}" type="presParOf" srcId="{6D9CEE86-E768-4D08-9459-31854809BEC7}" destId="{6623A6EA-DC88-4E54-97A6-3C8F6E873FB1}" srcOrd="0" destOrd="0" presId="urn:microsoft.com/office/officeart/2018/2/layout/IconLabelList"/>
    <dgm:cxn modelId="{E9EE6989-A604-4733-AA85-8FC6E753388A}" type="presParOf" srcId="{6623A6EA-DC88-4E54-97A6-3C8F6E873FB1}" destId="{FC02BAB5-4FB0-429D-8B3E-B08E2C598EBC}" srcOrd="0" destOrd="0" presId="urn:microsoft.com/office/officeart/2018/2/layout/IconLabelList"/>
    <dgm:cxn modelId="{5D63EBBC-DC47-41DC-AA03-95C5E53F9E6F}" type="presParOf" srcId="{6623A6EA-DC88-4E54-97A6-3C8F6E873FB1}" destId="{FBF7354A-5C77-4032-A032-10C69DDADB2A}" srcOrd="1" destOrd="0" presId="urn:microsoft.com/office/officeart/2018/2/layout/IconLabelList"/>
    <dgm:cxn modelId="{F0BD667B-B773-4CD0-B77A-44474527C024}" type="presParOf" srcId="{6623A6EA-DC88-4E54-97A6-3C8F6E873FB1}" destId="{156A1778-A7BD-40F7-B123-19A1A91BCA2C}" srcOrd="2" destOrd="0" presId="urn:microsoft.com/office/officeart/2018/2/layout/IconLabelList"/>
    <dgm:cxn modelId="{FC0BB782-3B1C-40D8-A14B-BBAE802A46F1}" type="presParOf" srcId="{6D9CEE86-E768-4D08-9459-31854809BEC7}" destId="{95273AD1-00B6-4EBD-9CDC-C129E08C7255}" srcOrd="1" destOrd="0" presId="urn:microsoft.com/office/officeart/2018/2/layout/IconLabelList"/>
    <dgm:cxn modelId="{ECEC8EA4-D655-4A3A-B389-6D954A9DE559}" type="presParOf" srcId="{6D9CEE86-E768-4D08-9459-31854809BEC7}" destId="{13513AF6-BD24-400B-97D0-73BF53BE9C04}" srcOrd="2" destOrd="0" presId="urn:microsoft.com/office/officeart/2018/2/layout/IconLabelList"/>
    <dgm:cxn modelId="{8DA2AB27-F7C3-4C2F-A646-8E5F417B5925}" type="presParOf" srcId="{13513AF6-BD24-400B-97D0-73BF53BE9C04}" destId="{8FC79B30-31BB-475E-A3F8-FF614A519E56}" srcOrd="0" destOrd="0" presId="urn:microsoft.com/office/officeart/2018/2/layout/IconLabelList"/>
    <dgm:cxn modelId="{CC7C26CA-2BF6-4D1C-B45B-7E505431B30E}" type="presParOf" srcId="{13513AF6-BD24-400B-97D0-73BF53BE9C04}" destId="{9A4A7E8B-2613-4389-BA04-EB837288B8F0}" srcOrd="1" destOrd="0" presId="urn:microsoft.com/office/officeart/2018/2/layout/IconLabelList"/>
    <dgm:cxn modelId="{23C61837-EB53-44B3-B057-FEF5E0F8CA47}" type="presParOf" srcId="{13513AF6-BD24-400B-97D0-73BF53BE9C04}" destId="{B3041A4F-B652-470E-862E-556B7ADEDD59}" srcOrd="2" destOrd="0" presId="urn:microsoft.com/office/officeart/2018/2/layout/IconLabelList"/>
    <dgm:cxn modelId="{ABAFC037-7EB5-4B49-8806-3C8F2D5CB4C2}" type="presParOf" srcId="{6D9CEE86-E768-4D08-9459-31854809BEC7}" destId="{12C0F38E-59BA-422A-AE9B-8F14CE18349B}" srcOrd="3" destOrd="0" presId="urn:microsoft.com/office/officeart/2018/2/layout/IconLabelList"/>
    <dgm:cxn modelId="{71D5E185-D54A-4EED-8B5F-02C54C754217}" type="presParOf" srcId="{6D9CEE86-E768-4D08-9459-31854809BEC7}" destId="{BD6B6DB2-D55E-4345-A90F-BE9DF9270F50}" srcOrd="4" destOrd="0" presId="urn:microsoft.com/office/officeart/2018/2/layout/IconLabelList"/>
    <dgm:cxn modelId="{A5D1DD49-9EBC-4BB8-878D-983F2D101383}" type="presParOf" srcId="{BD6B6DB2-D55E-4345-A90F-BE9DF9270F50}" destId="{0E39452F-BF73-4590-8A00-7A25722650D4}" srcOrd="0" destOrd="0" presId="urn:microsoft.com/office/officeart/2018/2/layout/IconLabelList"/>
    <dgm:cxn modelId="{C4703BAD-5061-41DF-9E60-EC1ABF6D622F}" type="presParOf" srcId="{BD6B6DB2-D55E-4345-A90F-BE9DF9270F50}" destId="{A7F0B635-9AD3-4789-AC21-932E12E700EB}" srcOrd="1" destOrd="0" presId="urn:microsoft.com/office/officeart/2018/2/layout/IconLabelList"/>
    <dgm:cxn modelId="{609BEF5B-4F75-4303-8C3D-5C2F3779C007}" type="presParOf" srcId="{BD6B6DB2-D55E-4345-A90F-BE9DF9270F50}" destId="{84EE869E-CA52-489F-86CC-88A51815B8B5}" srcOrd="2" destOrd="0" presId="urn:microsoft.com/office/officeart/2018/2/layout/IconLabelList"/>
    <dgm:cxn modelId="{E301E4BD-AD7F-4799-954C-F6E6F0254F42}" type="presParOf" srcId="{6D9CEE86-E768-4D08-9459-31854809BEC7}" destId="{EBBE5E8F-5C54-458A-B694-BC7AC9A1C463}" srcOrd="5" destOrd="0" presId="urn:microsoft.com/office/officeart/2018/2/layout/IconLabelList"/>
    <dgm:cxn modelId="{A2C2EC04-B9A9-4D3D-808A-D683A7E45AC8}" type="presParOf" srcId="{6D9CEE86-E768-4D08-9459-31854809BEC7}" destId="{61D688E4-D274-4BBF-8C5C-5735A8E429EA}" srcOrd="6" destOrd="0" presId="urn:microsoft.com/office/officeart/2018/2/layout/IconLabelList"/>
    <dgm:cxn modelId="{15A71C8D-A113-4D7C-A476-BDD91CE69824}" type="presParOf" srcId="{61D688E4-D274-4BBF-8C5C-5735A8E429EA}" destId="{AE7CD179-4A1A-4A76-A923-ED4BBF4B3808}" srcOrd="0" destOrd="0" presId="urn:microsoft.com/office/officeart/2018/2/layout/IconLabelList"/>
    <dgm:cxn modelId="{A20EA334-E3C3-4AE2-82B5-24AA1FF679D2}" type="presParOf" srcId="{61D688E4-D274-4BBF-8C5C-5735A8E429EA}" destId="{DED723F6-2A0E-420E-A7EF-31F44F1E338B}" srcOrd="1" destOrd="0" presId="urn:microsoft.com/office/officeart/2018/2/layout/IconLabelList"/>
    <dgm:cxn modelId="{E04803DF-C5EE-40E4-843F-4E2D2054927D}" type="presParOf" srcId="{61D688E4-D274-4BBF-8C5C-5735A8E429EA}" destId="{1183F9C6-4068-4915-87C4-E6D9A238A9D8}" srcOrd="2" destOrd="0" presId="urn:microsoft.com/office/officeart/2018/2/layout/IconLabelList"/>
    <dgm:cxn modelId="{DF9128A3-1BB1-42D9-B845-B68D59D9DCFF}" type="presParOf" srcId="{6D9CEE86-E768-4D08-9459-31854809BEC7}" destId="{F5867B9A-6F3E-46D0-8F22-59BAE46EEF79}" srcOrd="7" destOrd="0" presId="urn:microsoft.com/office/officeart/2018/2/layout/IconLabelList"/>
    <dgm:cxn modelId="{CA0F13BA-8AA7-43F9-A626-CDDB0E6E0FB4}" type="presParOf" srcId="{6D9CEE86-E768-4D08-9459-31854809BEC7}" destId="{1E583204-C508-432B-846D-F0418ED6742B}" srcOrd="8" destOrd="0" presId="urn:microsoft.com/office/officeart/2018/2/layout/IconLabelList"/>
    <dgm:cxn modelId="{D9480B8F-8D00-44E0-93F4-31A9E7D129FA}" type="presParOf" srcId="{1E583204-C508-432B-846D-F0418ED6742B}" destId="{EC52CCCB-AC61-4419-A3AF-AD3FED91666D}" srcOrd="0" destOrd="0" presId="urn:microsoft.com/office/officeart/2018/2/layout/IconLabelList"/>
    <dgm:cxn modelId="{1A00FB25-6E38-47CE-AB8E-6583E33D1DA8}" type="presParOf" srcId="{1E583204-C508-432B-846D-F0418ED6742B}" destId="{7D05A46C-6DF1-4C9A-8088-4C5460B271EC}" srcOrd="1" destOrd="0" presId="urn:microsoft.com/office/officeart/2018/2/layout/IconLabelList"/>
    <dgm:cxn modelId="{5FB75A7D-3E4A-4B90-A010-9F761CB05C48}" type="presParOf" srcId="{1E583204-C508-432B-846D-F0418ED6742B}" destId="{A7781D64-ED6B-4372-A4D9-FF00DBEEE3FD}" srcOrd="2" destOrd="0" presId="urn:microsoft.com/office/officeart/2018/2/layout/IconLabelList"/>
    <dgm:cxn modelId="{90D3401C-EA9A-40A8-A95D-4442B26401BD}" type="presParOf" srcId="{6D9CEE86-E768-4D08-9459-31854809BEC7}" destId="{1B0A22D8-D152-4ACC-A6C9-F37D7A3CCE56}" srcOrd="9" destOrd="0" presId="urn:microsoft.com/office/officeart/2018/2/layout/IconLabelList"/>
    <dgm:cxn modelId="{D3722F53-18AE-4257-A09E-8759C7FEDF1D}" type="presParOf" srcId="{6D9CEE86-E768-4D08-9459-31854809BEC7}" destId="{6E2ADF59-CC32-473D-B63A-A141ECD01AF2}" srcOrd="10" destOrd="0" presId="urn:microsoft.com/office/officeart/2018/2/layout/IconLabelList"/>
    <dgm:cxn modelId="{B1726397-757B-4475-B36B-C2E8B04A7A52}" type="presParOf" srcId="{6E2ADF59-CC32-473D-B63A-A141ECD01AF2}" destId="{53B492E0-E944-4E24-B1F7-E02B4E9E093D}" srcOrd="0" destOrd="0" presId="urn:microsoft.com/office/officeart/2018/2/layout/IconLabelList"/>
    <dgm:cxn modelId="{50555CA3-5395-48CE-9BE4-3F46E7740F92}" type="presParOf" srcId="{6E2ADF59-CC32-473D-B63A-A141ECD01AF2}" destId="{A198CAA9-58DD-4AB0-B890-4B51CDE6F8BD}" srcOrd="1" destOrd="0" presId="urn:microsoft.com/office/officeart/2018/2/layout/IconLabelList"/>
    <dgm:cxn modelId="{CDFF348E-C92D-4702-B145-A3E450840A12}" type="presParOf" srcId="{6E2ADF59-CC32-473D-B63A-A141ECD01AF2}" destId="{A9056872-7440-4125-B72B-570A28AC3701}" srcOrd="2" destOrd="0" presId="urn:microsoft.com/office/officeart/2018/2/layout/IconLabelList"/>
    <dgm:cxn modelId="{E9E5EA22-099E-4E63-9B7D-75A65E080DB1}" type="presParOf" srcId="{6D9CEE86-E768-4D08-9459-31854809BEC7}" destId="{922C83E9-F200-4C38-9BA4-4F64DD1F794E}" srcOrd="11" destOrd="0" presId="urn:microsoft.com/office/officeart/2018/2/layout/IconLabelList"/>
    <dgm:cxn modelId="{DBFA479E-DDC3-4493-9FC0-4D7942AB5F75}" type="presParOf" srcId="{6D9CEE86-E768-4D08-9459-31854809BEC7}" destId="{35E4F13D-2A88-48A4-A3DA-758F56DF9CBD}" srcOrd="12" destOrd="0" presId="urn:microsoft.com/office/officeart/2018/2/layout/IconLabelList"/>
    <dgm:cxn modelId="{2F0D7ED5-DA5D-46FE-9435-A93A09FDFC92}" type="presParOf" srcId="{35E4F13D-2A88-48A4-A3DA-758F56DF9CBD}" destId="{1D06B5C6-648F-4CF8-A30C-EE3F78E3EACC}" srcOrd="0" destOrd="0" presId="urn:microsoft.com/office/officeart/2018/2/layout/IconLabelList"/>
    <dgm:cxn modelId="{79656EC1-5541-4ACC-90FB-EA566F460025}" type="presParOf" srcId="{35E4F13D-2A88-48A4-A3DA-758F56DF9CBD}" destId="{BC454239-D4CE-46E9-B57F-C2969AE0B39B}" srcOrd="1" destOrd="0" presId="urn:microsoft.com/office/officeart/2018/2/layout/IconLabelList"/>
    <dgm:cxn modelId="{3301833C-1E38-4654-82DA-8D5B197E6517}" type="presParOf" srcId="{35E4F13D-2A88-48A4-A3DA-758F56DF9CBD}" destId="{E60FCFDE-8067-4137-8081-24E0C746496D}" srcOrd="2" destOrd="0" presId="urn:microsoft.com/office/officeart/2018/2/layout/IconLabelList"/>
    <dgm:cxn modelId="{4B3AC791-F28C-4138-BBF9-6D7E43491B74}" type="presParOf" srcId="{6D9CEE86-E768-4D08-9459-31854809BEC7}" destId="{78D731E0-2892-4229-9706-E1FFCF64E84B}" srcOrd="13" destOrd="0" presId="urn:microsoft.com/office/officeart/2018/2/layout/IconLabelList"/>
    <dgm:cxn modelId="{3441707B-8507-4CF4-962E-79F3B789D63E}" type="presParOf" srcId="{6D9CEE86-E768-4D08-9459-31854809BEC7}" destId="{3C768540-8F26-4F1D-BCC0-202A48E000F9}" srcOrd="14" destOrd="0" presId="urn:microsoft.com/office/officeart/2018/2/layout/IconLabelList"/>
    <dgm:cxn modelId="{16B6C619-6143-4FC8-8321-4CF6A54829C3}" type="presParOf" srcId="{3C768540-8F26-4F1D-BCC0-202A48E000F9}" destId="{CA0726F8-D3B1-46C2-A547-5E340E016890}" srcOrd="0" destOrd="0" presId="urn:microsoft.com/office/officeart/2018/2/layout/IconLabelList"/>
    <dgm:cxn modelId="{235512F5-3733-46F3-859D-493C14069C4F}" type="presParOf" srcId="{3C768540-8F26-4F1D-BCC0-202A48E000F9}" destId="{E73AF077-0553-43A2-83D3-BFA5D435F33C}" srcOrd="1" destOrd="0" presId="urn:microsoft.com/office/officeart/2018/2/layout/IconLabelList"/>
    <dgm:cxn modelId="{189ECFA6-8C45-4673-A7B4-BEF1704BAD80}" type="presParOf" srcId="{3C768540-8F26-4F1D-BCC0-202A48E000F9}" destId="{964F2A47-93BD-46C1-93AB-4D2AF27CFAD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708631-2C9C-46F0-BADA-58C16891BE5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6DEC6C-7581-49E1-8EE1-023C330F069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User Interaction (CLI):</a:t>
          </a:r>
          <a:br>
            <a:rPr lang="en-US" sz="2000" dirty="0"/>
          </a:br>
          <a:r>
            <a:rPr lang="en-US" sz="2000" dirty="0"/>
            <a:t>A clean, menu-driven interface is needed so that students, faculty, and librarians can easily perform actions like inserting books, enrolling members, borrowing, or returning books without confusion.</a:t>
          </a:r>
        </a:p>
      </dgm:t>
    </dgm:pt>
    <dgm:pt modelId="{14D119D4-A81B-468F-9B81-DE4175F5CFFA}" type="parTrans" cxnId="{B2B31B3D-B1AE-4F55-A8F4-68173FB1185C}">
      <dgm:prSet/>
      <dgm:spPr/>
      <dgm:t>
        <a:bodyPr/>
        <a:lstStyle/>
        <a:p>
          <a:endParaRPr lang="en-US"/>
        </a:p>
      </dgm:t>
    </dgm:pt>
    <dgm:pt modelId="{2077F60E-A390-4611-BB03-93D2E5779FE2}" type="sibTrans" cxnId="{B2B31B3D-B1AE-4F55-A8F4-68173FB1185C}">
      <dgm:prSet/>
      <dgm:spPr/>
      <dgm:t>
        <a:bodyPr/>
        <a:lstStyle/>
        <a:p>
          <a:endParaRPr lang="en-US"/>
        </a:p>
      </dgm:t>
    </dgm:pt>
    <dgm:pt modelId="{667BCAD2-F189-4603-B12C-2784E00E7DE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Data Management (Books &amp; Members):</a:t>
          </a:r>
          <a:br>
            <a:rPr lang="en-US" sz="2000" dirty="0"/>
          </a:br>
          <a:r>
            <a:rPr lang="en-US" sz="2000" dirty="0"/>
            <a:t>The system should maintain accurate records of all books and members. This includes book details (ID, title, author, availability) and member details (ID, name, borrowed books).</a:t>
          </a:r>
        </a:p>
      </dgm:t>
    </dgm:pt>
    <dgm:pt modelId="{D6E5EBB7-3A61-4DF5-BE2C-775B6D26AA3D}" type="parTrans" cxnId="{FFC1D291-DBC7-4B52-8BF0-66BDDBC71634}">
      <dgm:prSet/>
      <dgm:spPr/>
      <dgm:t>
        <a:bodyPr/>
        <a:lstStyle/>
        <a:p>
          <a:endParaRPr lang="en-US"/>
        </a:p>
      </dgm:t>
    </dgm:pt>
    <dgm:pt modelId="{58A2CCC7-1ED9-4668-B438-0BAF047D6E0D}" type="sibTrans" cxnId="{FFC1D291-DBC7-4B52-8BF0-66BDDBC71634}">
      <dgm:prSet/>
      <dgm:spPr/>
      <dgm:t>
        <a:bodyPr/>
        <a:lstStyle/>
        <a:p>
          <a:endParaRPr lang="en-US"/>
        </a:p>
      </dgm:t>
    </dgm:pt>
    <dgm:pt modelId="{FF86C63A-CCDC-4DB5-9C8C-FECB0D478BED}" type="pres">
      <dgm:prSet presAssocID="{BB708631-2C9C-46F0-BADA-58C16891BE57}" presName="root" presStyleCnt="0">
        <dgm:presLayoutVars>
          <dgm:dir/>
          <dgm:resizeHandles val="exact"/>
        </dgm:presLayoutVars>
      </dgm:prSet>
      <dgm:spPr/>
    </dgm:pt>
    <dgm:pt modelId="{F79F23E7-81D4-4EBD-886B-93A6C54D1EBB}" type="pres">
      <dgm:prSet presAssocID="{3C6DEC6C-7581-49E1-8EE1-023C330F0692}" presName="compNode" presStyleCnt="0"/>
      <dgm:spPr/>
    </dgm:pt>
    <dgm:pt modelId="{A8DB497A-5DF6-436C-BFDA-F8088BBDB432}" type="pres">
      <dgm:prSet presAssocID="{3C6DEC6C-7581-49E1-8EE1-023C330F0692}" presName="bgRect" presStyleLbl="bgShp" presStyleIdx="0" presStyleCnt="2"/>
      <dgm:spPr/>
    </dgm:pt>
    <dgm:pt modelId="{C1C670E4-F29E-4827-8733-7D9B3D5E0F59}" type="pres">
      <dgm:prSet presAssocID="{3C6DEC6C-7581-49E1-8EE1-023C330F069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46D25EC-C022-48F7-B183-CD635E570149}" type="pres">
      <dgm:prSet presAssocID="{3C6DEC6C-7581-49E1-8EE1-023C330F0692}" presName="spaceRect" presStyleCnt="0"/>
      <dgm:spPr/>
    </dgm:pt>
    <dgm:pt modelId="{6B5B1D31-618E-4E2F-AECF-F66E55A175C8}" type="pres">
      <dgm:prSet presAssocID="{3C6DEC6C-7581-49E1-8EE1-023C330F0692}" presName="parTx" presStyleLbl="revTx" presStyleIdx="0" presStyleCnt="2">
        <dgm:presLayoutVars>
          <dgm:chMax val="0"/>
          <dgm:chPref val="0"/>
        </dgm:presLayoutVars>
      </dgm:prSet>
      <dgm:spPr/>
    </dgm:pt>
    <dgm:pt modelId="{07C22CCD-09D1-479F-902E-D5B7633281DB}" type="pres">
      <dgm:prSet presAssocID="{2077F60E-A390-4611-BB03-93D2E5779FE2}" presName="sibTrans" presStyleCnt="0"/>
      <dgm:spPr/>
    </dgm:pt>
    <dgm:pt modelId="{E118C9D2-916B-43D0-B7FC-61F1F31419E1}" type="pres">
      <dgm:prSet presAssocID="{667BCAD2-F189-4603-B12C-2784E00E7DEB}" presName="compNode" presStyleCnt="0"/>
      <dgm:spPr/>
    </dgm:pt>
    <dgm:pt modelId="{0AFDFDE4-B482-47C5-8F6A-AE500E3B7544}" type="pres">
      <dgm:prSet presAssocID="{667BCAD2-F189-4603-B12C-2784E00E7DEB}" presName="bgRect" presStyleLbl="bgShp" presStyleIdx="1" presStyleCnt="2"/>
      <dgm:spPr/>
    </dgm:pt>
    <dgm:pt modelId="{4193DCA7-5B67-4CD9-A99B-FC298BABEEA5}" type="pres">
      <dgm:prSet presAssocID="{667BCAD2-F189-4603-B12C-2784E00E7DE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C3A083D0-F8BA-4991-8467-D5511B847133}" type="pres">
      <dgm:prSet presAssocID="{667BCAD2-F189-4603-B12C-2784E00E7DEB}" presName="spaceRect" presStyleCnt="0"/>
      <dgm:spPr/>
    </dgm:pt>
    <dgm:pt modelId="{879BAD14-80F9-469D-9BCC-A33BFF46228B}" type="pres">
      <dgm:prSet presAssocID="{667BCAD2-F189-4603-B12C-2784E00E7DE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200CE27-D271-46F5-BD85-AA2250E2AB3E}" type="presOf" srcId="{3C6DEC6C-7581-49E1-8EE1-023C330F0692}" destId="{6B5B1D31-618E-4E2F-AECF-F66E55A175C8}" srcOrd="0" destOrd="0" presId="urn:microsoft.com/office/officeart/2018/2/layout/IconVerticalSolidList"/>
    <dgm:cxn modelId="{B2B31B3D-B1AE-4F55-A8F4-68173FB1185C}" srcId="{BB708631-2C9C-46F0-BADA-58C16891BE57}" destId="{3C6DEC6C-7581-49E1-8EE1-023C330F0692}" srcOrd="0" destOrd="0" parTransId="{14D119D4-A81B-468F-9B81-DE4175F5CFFA}" sibTransId="{2077F60E-A390-4611-BB03-93D2E5779FE2}"/>
    <dgm:cxn modelId="{29DD2078-BE47-495E-B84D-A60D9AF39C1C}" type="presOf" srcId="{667BCAD2-F189-4603-B12C-2784E00E7DEB}" destId="{879BAD14-80F9-469D-9BCC-A33BFF46228B}" srcOrd="0" destOrd="0" presId="urn:microsoft.com/office/officeart/2018/2/layout/IconVerticalSolidList"/>
    <dgm:cxn modelId="{FFC1D291-DBC7-4B52-8BF0-66BDDBC71634}" srcId="{BB708631-2C9C-46F0-BADA-58C16891BE57}" destId="{667BCAD2-F189-4603-B12C-2784E00E7DEB}" srcOrd="1" destOrd="0" parTransId="{D6E5EBB7-3A61-4DF5-BE2C-775B6D26AA3D}" sibTransId="{58A2CCC7-1ED9-4668-B438-0BAF047D6E0D}"/>
    <dgm:cxn modelId="{A891B3D3-9C26-4928-8133-ED21BDE12E08}" type="presOf" srcId="{BB708631-2C9C-46F0-BADA-58C16891BE57}" destId="{FF86C63A-CCDC-4DB5-9C8C-FECB0D478BED}" srcOrd="0" destOrd="0" presId="urn:microsoft.com/office/officeart/2018/2/layout/IconVerticalSolidList"/>
    <dgm:cxn modelId="{EC7A42B1-9D70-41DF-9545-04CC6DDB496A}" type="presParOf" srcId="{FF86C63A-CCDC-4DB5-9C8C-FECB0D478BED}" destId="{F79F23E7-81D4-4EBD-886B-93A6C54D1EBB}" srcOrd="0" destOrd="0" presId="urn:microsoft.com/office/officeart/2018/2/layout/IconVerticalSolidList"/>
    <dgm:cxn modelId="{3AEF1621-1A3D-4086-A605-7E9D727B64F0}" type="presParOf" srcId="{F79F23E7-81D4-4EBD-886B-93A6C54D1EBB}" destId="{A8DB497A-5DF6-436C-BFDA-F8088BBDB432}" srcOrd="0" destOrd="0" presId="urn:microsoft.com/office/officeart/2018/2/layout/IconVerticalSolidList"/>
    <dgm:cxn modelId="{0B3C3973-E35E-40F7-9E6A-2DC9F55D95F9}" type="presParOf" srcId="{F79F23E7-81D4-4EBD-886B-93A6C54D1EBB}" destId="{C1C670E4-F29E-4827-8733-7D9B3D5E0F59}" srcOrd="1" destOrd="0" presId="urn:microsoft.com/office/officeart/2018/2/layout/IconVerticalSolidList"/>
    <dgm:cxn modelId="{445973AD-8331-4951-8374-76F52339923A}" type="presParOf" srcId="{F79F23E7-81D4-4EBD-886B-93A6C54D1EBB}" destId="{846D25EC-C022-48F7-B183-CD635E570149}" srcOrd="2" destOrd="0" presId="urn:microsoft.com/office/officeart/2018/2/layout/IconVerticalSolidList"/>
    <dgm:cxn modelId="{903B5F4E-EF15-42AD-9225-74A8AC3FBE29}" type="presParOf" srcId="{F79F23E7-81D4-4EBD-886B-93A6C54D1EBB}" destId="{6B5B1D31-618E-4E2F-AECF-F66E55A175C8}" srcOrd="3" destOrd="0" presId="urn:microsoft.com/office/officeart/2018/2/layout/IconVerticalSolidList"/>
    <dgm:cxn modelId="{CE33D953-2DB1-41B3-9664-40D93F631229}" type="presParOf" srcId="{FF86C63A-CCDC-4DB5-9C8C-FECB0D478BED}" destId="{07C22CCD-09D1-479F-902E-D5B7633281DB}" srcOrd="1" destOrd="0" presId="urn:microsoft.com/office/officeart/2018/2/layout/IconVerticalSolidList"/>
    <dgm:cxn modelId="{788B974D-745D-453B-A8C3-5FA62059E902}" type="presParOf" srcId="{FF86C63A-CCDC-4DB5-9C8C-FECB0D478BED}" destId="{E118C9D2-916B-43D0-B7FC-61F1F31419E1}" srcOrd="2" destOrd="0" presId="urn:microsoft.com/office/officeart/2018/2/layout/IconVerticalSolidList"/>
    <dgm:cxn modelId="{355A1A61-4BAB-46E5-A154-B75EB444D987}" type="presParOf" srcId="{E118C9D2-916B-43D0-B7FC-61F1F31419E1}" destId="{0AFDFDE4-B482-47C5-8F6A-AE500E3B7544}" srcOrd="0" destOrd="0" presId="urn:microsoft.com/office/officeart/2018/2/layout/IconVerticalSolidList"/>
    <dgm:cxn modelId="{70C6E3EB-6E54-4586-A825-9B2DCA12A979}" type="presParOf" srcId="{E118C9D2-916B-43D0-B7FC-61F1F31419E1}" destId="{4193DCA7-5B67-4CD9-A99B-FC298BABEEA5}" srcOrd="1" destOrd="0" presId="urn:microsoft.com/office/officeart/2018/2/layout/IconVerticalSolidList"/>
    <dgm:cxn modelId="{DF765D9F-4701-45BA-B5F6-42564872C7ED}" type="presParOf" srcId="{E118C9D2-916B-43D0-B7FC-61F1F31419E1}" destId="{C3A083D0-F8BA-4991-8467-D5511B847133}" srcOrd="2" destOrd="0" presId="urn:microsoft.com/office/officeart/2018/2/layout/IconVerticalSolidList"/>
    <dgm:cxn modelId="{E472C118-F9CD-498F-9854-D794E846E1A3}" type="presParOf" srcId="{E118C9D2-916B-43D0-B7FC-61F1F31419E1}" destId="{879BAD14-80F9-469D-9BCC-A33BFF46228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05368A-B08E-4306-BD76-99A67B12C11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BD3BAC-9D09-428E-BBA1-B4FD8163CEF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Borrow &amp; Return Rules:</a:t>
          </a:r>
          <a:br>
            <a:rPr lang="en-US" sz="2000" dirty="0"/>
          </a:br>
          <a:r>
            <a:rPr lang="en-US" sz="2000" dirty="0"/>
            <a:t>Different borrowing rules must be applied for students and faculty (e.g., borrowing limits, due dates), ensuring fairness and accountability</a:t>
          </a:r>
          <a:r>
            <a:rPr lang="en-US" sz="1800" dirty="0"/>
            <a:t>. </a:t>
          </a:r>
        </a:p>
      </dgm:t>
    </dgm:pt>
    <dgm:pt modelId="{82D0266B-8A45-4A21-800E-BF3C0575230B}" type="parTrans" cxnId="{0DEDACEE-6605-453A-917F-054598E3994D}">
      <dgm:prSet/>
      <dgm:spPr/>
      <dgm:t>
        <a:bodyPr/>
        <a:lstStyle/>
        <a:p>
          <a:endParaRPr lang="en-US"/>
        </a:p>
      </dgm:t>
    </dgm:pt>
    <dgm:pt modelId="{A75CF7C3-E5FA-47E2-98B5-8F75A99A1ABC}" type="sibTrans" cxnId="{0DEDACEE-6605-453A-917F-054598E3994D}">
      <dgm:prSet/>
      <dgm:spPr/>
      <dgm:t>
        <a:bodyPr/>
        <a:lstStyle/>
        <a:p>
          <a:endParaRPr lang="en-US"/>
        </a:p>
      </dgm:t>
    </dgm:pt>
    <dgm:pt modelId="{78932167-1A2D-49E1-9B31-E78D1E890DF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File Storage (Persistence):</a:t>
          </a:r>
          <a:br>
            <a:rPr lang="en-US" sz="2000" dirty="0"/>
          </a:br>
          <a:r>
            <a:rPr lang="en-US" sz="2000" dirty="0"/>
            <a:t>Data should not be lost when the program closes. Hence, books and members must be stored in text files (ng_books.txt, ng_members.txt) in UTF-8 encoding, ensuring compatibility and proper handling of special characters.</a:t>
          </a:r>
        </a:p>
      </dgm:t>
    </dgm:pt>
    <dgm:pt modelId="{BF433EFB-4D7F-4A2B-A601-E747999DCABC}" type="parTrans" cxnId="{6C58C343-BC4B-4CB4-8775-594523008BE7}">
      <dgm:prSet/>
      <dgm:spPr/>
      <dgm:t>
        <a:bodyPr/>
        <a:lstStyle/>
        <a:p>
          <a:endParaRPr lang="en-US"/>
        </a:p>
      </dgm:t>
    </dgm:pt>
    <dgm:pt modelId="{503033CF-045A-46A0-8A23-0468799FBFF2}" type="sibTrans" cxnId="{6C58C343-BC4B-4CB4-8775-594523008BE7}">
      <dgm:prSet/>
      <dgm:spPr/>
      <dgm:t>
        <a:bodyPr/>
        <a:lstStyle/>
        <a:p>
          <a:endParaRPr lang="en-US"/>
        </a:p>
      </dgm:t>
    </dgm:pt>
    <dgm:pt modelId="{FE2BC541-F1C9-4315-9D0F-E7066916457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Automation &amp; Efficiency:</a:t>
          </a:r>
          <a:br>
            <a:rPr lang="en-US" sz="2000" dirty="0"/>
          </a:br>
          <a:r>
            <a:rPr lang="en-US" sz="2000" dirty="0"/>
            <a:t>The project should use list comprehensions and Python features to make operations like searching, filtering, and saving data more compact and efficient.</a:t>
          </a:r>
        </a:p>
      </dgm:t>
    </dgm:pt>
    <dgm:pt modelId="{BE5A8174-106B-4962-AE35-2A0DCB316CDB}" type="parTrans" cxnId="{4ED96895-F338-498F-AB68-D69AE125FA18}">
      <dgm:prSet/>
      <dgm:spPr/>
      <dgm:t>
        <a:bodyPr/>
        <a:lstStyle/>
        <a:p>
          <a:endParaRPr lang="en-US"/>
        </a:p>
      </dgm:t>
    </dgm:pt>
    <dgm:pt modelId="{A3BC2C4D-C78C-4618-9A8A-82079239E05E}" type="sibTrans" cxnId="{4ED96895-F338-498F-AB68-D69AE125FA18}">
      <dgm:prSet/>
      <dgm:spPr/>
      <dgm:t>
        <a:bodyPr/>
        <a:lstStyle/>
        <a:p>
          <a:endParaRPr lang="en-US"/>
        </a:p>
      </dgm:t>
    </dgm:pt>
    <dgm:pt modelId="{134534CC-216D-476E-8CF2-F76DC5AC53F8}" type="pres">
      <dgm:prSet presAssocID="{9605368A-B08E-4306-BD76-99A67B12C117}" presName="root" presStyleCnt="0">
        <dgm:presLayoutVars>
          <dgm:dir/>
          <dgm:resizeHandles val="exact"/>
        </dgm:presLayoutVars>
      </dgm:prSet>
      <dgm:spPr/>
    </dgm:pt>
    <dgm:pt modelId="{3CAF5C44-371C-409E-B247-01A6B26C5548}" type="pres">
      <dgm:prSet presAssocID="{A0BD3BAC-9D09-428E-BBA1-B4FD8163CEF5}" presName="compNode" presStyleCnt="0"/>
      <dgm:spPr/>
    </dgm:pt>
    <dgm:pt modelId="{A49B0AAB-7B9F-499C-8B12-36C93133C78E}" type="pres">
      <dgm:prSet presAssocID="{A0BD3BAC-9D09-428E-BBA1-B4FD8163CEF5}" presName="bgRect" presStyleLbl="bgShp" presStyleIdx="0" presStyleCnt="3" custLinFactNeighborX="341" custLinFactNeighborY="-700"/>
      <dgm:spPr/>
    </dgm:pt>
    <dgm:pt modelId="{2EA8367D-C4E1-4C8A-BFA6-1A36E5944AD4}" type="pres">
      <dgm:prSet presAssocID="{A0BD3BAC-9D09-428E-BBA1-B4FD8163CEF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4A563819-BC04-4FCB-AEDC-2DCAFB0FA155}" type="pres">
      <dgm:prSet presAssocID="{A0BD3BAC-9D09-428E-BBA1-B4FD8163CEF5}" presName="spaceRect" presStyleCnt="0"/>
      <dgm:spPr/>
    </dgm:pt>
    <dgm:pt modelId="{5B4A1E1E-29D2-4EE1-A174-0ED644AA670C}" type="pres">
      <dgm:prSet presAssocID="{A0BD3BAC-9D09-428E-BBA1-B4FD8163CEF5}" presName="parTx" presStyleLbl="revTx" presStyleIdx="0" presStyleCnt="3">
        <dgm:presLayoutVars>
          <dgm:chMax val="0"/>
          <dgm:chPref val="0"/>
        </dgm:presLayoutVars>
      </dgm:prSet>
      <dgm:spPr/>
    </dgm:pt>
    <dgm:pt modelId="{AA41E34A-FFD2-4456-ABC1-C95D0ECDBC7C}" type="pres">
      <dgm:prSet presAssocID="{A75CF7C3-E5FA-47E2-98B5-8F75A99A1ABC}" presName="sibTrans" presStyleCnt="0"/>
      <dgm:spPr/>
    </dgm:pt>
    <dgm:pt modelId="{590BADB5-F0A8-446B-948A-8AF7894768C0}" type="pres">
      <dgm:prSet presAssocID="{78932167-1A2D-49E1-9B31-E78D1E890DFF}" presName="compNode" presStyleCnt="0"/>
      <dgm:spPr/>
    </dgm:pt>
    <dgm:pt modelId="{DC380688-629F-460B-A74F-247C7C5E6562}" type="pres">
      <dgm:prSet presAssocID="{78932167-1A2D-49E1-9B31-E78D1E890DFF}" presName="bgRect" presStyleLbl="bgShp" presStyleIdx="1" presStyleCnt="3"/>
      <dgm:spPr/>
    </dgm:pt>
    <dgm:pt modelId="{AD065CC3-EA58-4591-B485-BB045A36CFBA}" type="pres">
      <dgm:prSet presAssocID="{78932167-1A2D-49E1-9B31-E78D1E890DF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BBA561B-744A-41AE-9E9E-BE5C958BEB06}" type="pres">
      <dgm:prSet presAssocID="{78932167-1A2D-49E1-9B31-E78D1E890DFF}" presName="spaceRect" presStyleCnt="0"/>
      <dgm:spPr/>
    </dgm:pt>
    <dgm:pt modelId="{E5083ECF-5DD3-4790-92FC-61EE985C81E8}" type="pres">
      <dgm:prSet presAssocID="{78932167-1A2D-49E1-9B31-E78D1E890DFF}" presName="parTx" presStyleLbl="revTx" presStyleIdx="1" presStyleCnt="3">
        <dgm:presLayoutVars>
          <dgm:chMax val="0"/>
          <dgm:chPref val="0"/>
        </dgm:presLayoutVars>
      </dgm:prSet>
      <dgm:spPr/>
    </dgm:pt>
    <dgm:pt modelId="{11B095BB-0E7B-434B-8CC0-1F55E4D3DB5E}" type="pres">
      <dgm:prSet presAssocID="{503033CF-045A-46A0-8A23-0468799FBFF2}" presName="sibTrans" presStyleCnt="0"/>
      <dgm:spPr/>
    </dgm:pt>
    <dgm:pt modelId="{897CE2C4-244B-40FE-9075-5A5AE49005C2}" type="pres">
      <dgm:prSet presAssocID="{FE2BC541-F1C9-4315-9D0F-E70669164570}" presName="compNode" presStyleCnt="0"/>
      <dgm:spPr/>
    </dgm:pt>
    <dgm:pt modelId="{771A3956-392D-475F-AED4-978295937C1A}" type="pres">
      <dgm:prSet presAssocID="{FE2BC541-F1C9-4315-9D0F-E70669164570}" presName="bgRect" presStyleLbl="bgShp" presStyleIdx="2" presStyleCnt="3"/>
      <dgm:spPr/>
    </dgm:pt>
    <dgm:pt modelId="{117E27A3-B447-4E14-802D-6FF7847AF3C1}" type="pres">
      <dgm:prSet presAssocID="{FE2BC541-F1C9-4315-9D0F-E7066916457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24854352-8912-4375-9B08-73ED3A48C7C9}" type="pres">
      <dgm:prSet presAssocID="{FE2BC541-F1C9-4315-9D0F-E70669164570}" presName="spaceRect" presStyleCnt="0"/>
      <dgm:spPr/>
    </dgm:pt>
    <dgm:pt modelId="{B958436F-9CF0-46A3-80C9-939D89AF5A72}" type="pres">
      <dgm:prSet presAssocID="{FE2BC541-F1C9-4315-9D0F-E7066916457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C58C343-BC4B-4CB4-8775-594523008BE7}" srcId="{9605368A-B08E-4306-BD76-99A67B12C117}" destId="{78932167-1A2D-49E1-9B31-E78D1E890DFF}" srcOrd="1" destOrd="0" parTransId="{BF433EFB-4D7F-4A2B-A601-E747999DCABC}" sibTransId="{503033CF-045A-46A0-8A23-0468799FBFF2}"/>
    <dgm:cxn modelId="{3D59F64C-869C-448D-BD14-49E1EAD9CE6D}" type="presOf" srcId="{9605368A-B08E-4306-BD76-99A67B12C117}" destId="{134534CC-216D-476E-8CF2-F76DC5AC53F8}" srcOrd="0" destOrd="0" presId="urn:microsoft.com/office/officeart/2018/2/layout/IconVerticalSolidList"/>
    <dgm:cxn modelId="{5D02885A-D25B-406D-A5DF-1D342311F337}" type="presOf" srcId="{FE2BC541-F1C9-4315-9D0F-E70669164570}" destId="{B958436F-9CF0-46A3-80C9-939D89AF5A72}" srcOrd="0" destOrd="0" presId="urn:microsoft.com/office/officeart/2018/2/layout/IconVerticalSolidList"/>
    <dgm:cxn modelId="{4ED96895-F338-498F-AB68-D69AE125FA18}" srcId="{9605368A-B08E-4306-BD76-99A67B12C117}" destId="{FE2BC541-F1C9-4315-9D0F-E70669164570}" srcOrd="2" destOrd="0" parTransId="{BE5A8174-106B-4962-AE35-2A0DCB316CDB}" sibTransId="{A3BC2C4D-C78C-4618-9A8A-82079239E05E}"/>
    <dgm:cxn modelId="{4F134ABE-F2F7-4DCB-AEAE-D3FFB76F67C7}" type="presOf" srcId="{A0BD3BAC-9D09-428E-BBA1-B4FD8163CEF5}" destId="{5B4A1E1E-29D2-4EE1-A174-0ED644AA670C}" srcOrd="0" destOrd="0" presId="urn:microsoft.com/office/officeart/2018/2/layout/IconVerticalSolidList"/>
    <dgm:cxn modelId="{0DEDACEE-6605-453A-917F-054598E3994D}" srcId="{9605368A-B08E-4306-BD76-99A67B12C117}" destId="{A0BD3BAC-9D09-428E-BBA1-B4FD8163CEF5}" srcOrd="0" destOrd="0" parTransId="{82D0266B-8A45-4A21-800E-BF3C0575230B}" sibTransId="{A75CF7C3-E5FA-47E2-98B5-8F75A99A1ABC}"/>
    <dgm:cxn modelId="{B9C574FE-AA35-4A31-ADCD-6D8D628637C0}" type="presOf" srcId="{78932167-1A2D-49E1-9B31-E78D1E890DFF}" destId="{E5083ECF-5DD3-4790-92FC-61EE985C81E8}" srcOrd="0" destOrd="0" presId="urn:microsoft.com/office/officeart/2018/2/layout/IconVerticalSolidList"/>
    <dgm:cxn modelId="{D8E3B9EB-ABE6-481C-9D49-CCC3FB53A24D}" type="presParOf" srcId="{134534CC-216D-476E-8CF2-F76DC5AC53F8}" destId="{3CAF5C44-371C-409E-B247-01A6B26C5548}" srcOrd="0" destOrd="0" presId="urn:microsoft.com/office/officeart/2018/2/layout/IconVerticalSolidList"/>
    <dgm:cxn modelId="{3970111B-75C7-43A5-9E87-8243FB66FEFD}" type="presParOf" srcId="{3CAF5C44-371C-409E-B247-01A6B26C5548}" destId="{A49B0AAB-7B9F-499C-8B12-36C93133C78E}" srcOrd="0" destOrd="0" presId="urn:microsoft.com/office/officeart/2018/2/layout/IconVerticalSolidList"/>
    <dgm:cxn modelId="{E30EB5DF-8B2C-429D-B549-4B84757A2BD6}" type="presParOf" srcId="{3CAF5C44-371C-409E-B247-01A6B26C5548}" destId="{2EA8367D-C4E1-4C8A-BFA6-1A36E5944AD4}" srcOrd="1" destOrd="0" presId="urn:microsoft.com/office/officeart/2018/2/layout/IconVerticalSolidList"/>
    <dgm:cxn modelId="{D1CFD932-660D-4A24-ADE5-DD66CD79F956}" type="presParOf" srcId="{3CAF5C44-371C-409E-B247-01A6B26C5548}" destId="{4A563819-BC04-4FCB-AEDC-2DCAFB0FA155}" srcOrd="2" destOrd="0" presId="urn:microsoft.com/office/officeart/2018/2/layout/IconVerticalSolidList"/>
    <dgm:cxn modelId="{963B9D84-8CE4-4C0E-8888-81568402BACE}" type="presParOf" srcId="{3CAF5C44-371C-409E-B247-01A6B26C5548}" destId="{5B4A1E1E-29D2-4EE1-A174-0ED644AA670C}" srcOrd="3" destOrd="0" presId="urn:microsoft.com/office/officeart/2018/2/layout/IconVerticalSolidList"/>
    <dgm:cxn modelId="{CB60F5A8-6831-495A-956C-73B6C96B046D}" type="presParOf" srcId="{134534CC-216D-476E-8CF2-F76DC5AC53F8}" destId="{AA41E34A-FFD2-4456-ABC1-C95D0ECDBC7C}" srcOrd="1" destOrd="0" presId="urn:microsoft.com/office/officeart/2018/2/layout/IconVerticalSolidList"/>
    <dgm:cxn modelId="{C64272DA-9C41-470A-853D-592AE555DBA4}" type="presParOf" srcId="{134534CC-216D-476E-8CF2-F76DC5AC53F8}" destId="{590BADB5-F0A8-446B-948A-8AF7894768C0}" srcOrd="2" destOrd="0" presId="urn:microsoft.com/office/officeart/2018/2/layout/IconVerticalSolidList"/>
    <dgm:cxn modelId="{22940479-ED1F-4829-B8CA-7D7F59E582ED}" type="presParOf" srcId="{590BADB5-F0A8-446B-948A-8AF7894768C0}" destId="{DC380688-629F-460B-A74F-247C7C5E6562}" srcOrd="0" destOrd="0" presId="urn:microsoft.com/office/officeart/2018/2/layout/IconVerticalSolidList"/>
    <dgm:cxn modelId="{301F5FAB-A4E5-45F2-ABE5-65BC67A0E61F}" type="presParOf" srcId="{590BADB5-F0A8-446B-948A-8AF7894768C0}" destId="{AD065CC3-EA58-4591-B485-BB045A36CFBA}" srcOrd="1" destOrd="0" presId="urn:microsoft.com/office/officeart/2018/2/layout/IconVerticalSolidList"/>
    <dgm:cxn modelId="{CC26CE2C-6E94-487E-9333-D80120B578D8}" type="presParOf" srcId="{590BADB5-F0A8-446B-948A-8AF7894768C0}" destId="{ABBA561B-744A-41AE-9E9E-BE5C958BEB06}" srcOrd="2" destOrd="0" presId="urn:microsoft.com/office/officeart/2018/2/layout/IconVerticalSolidList"/>
    <dgm:cxn modelId="{74A05151-569E-4F3F-BC71-D46DFE5DBFE9}" type="presParOf" srcId="{590BADB5-F0A8-446B-948A-8AF7894768C0}" destId="{E5083ECF-5DD3-4790-92FC-61EE985C81E8}" srcOrd="3" destOrd="0" presId="urn:microsoft.com/office/officeart/2018/2/layout/IconVerticalSolidList"/>
    <dgm:cxn modelId="{DED7BCAB-7A21-4D78-BB7C-1CE68E94A144}" type="presParOf" srcId="{134534CC-216D-476E-8CF2-F76DC5AC53F8}" destId="{11B095BB-0E7B-434B-8CC0-1F55E4D3DB5E}" srcOrd="3" destOrd="0" presId="urn:microsoft.com/office/officeart/2018/2/layout/IconVerticalSolidList"/>
    <dgm:cxn modelId="{7A046ACC-7E62-439B-87B2-5823B7D24909}" type="presParOf" srcId="{134534CC-216D-476E-8CF2-F76DC5AC53F8}" destId="{897CE2C4-244B-40FE-9075-5A5AE49005C2}" srcOrd="4" destOrd="0" presId="urn:microsoft.com/office/officeart/2018/2/layout/IconVerticalSolidList"/>
    <dgm:cxn modelId="{D478B0FD-E1A8-4F6A-8BC9-AC8DB5B8CA03}" type="presParOf" srcId="{897CE2C4-244B-40FE-9075-5A5AE49005C2}" destId="{771A3956-392D-475F-AED4-978295937C1A}" srcOrd="0" destOrd="0" presId="urn:microsoft.com/office/officeart/2018/2/layout/IconVerticalSolidList"/>
    <dgm:cxn modelId="{58BA8E76-24D4-41B2-A1A8-0712EE7B2B32}" type="presParOf" srcId="{897CE2C4-244B-40FE-9075-5A5AE49005C2}" destId="{117E27A3-B447-4E14-802D-6FF7847AF3C1}" srcOrd="1" destOrd="0" presId="urn:microsoft.com/office/officeart/2018/2/layout/IconVerticalSolidList"/>
    <dgm:cxn modelId="{EE737D3F-A9B6-4DC9-9C39-03AB8FEBE489}" type="presParOf" srcId="{897CE2C4-244B-40FE-9075-5A5AE49005C2}" destId="{24854352-8912-4375-9B08-73ED3A48C7C9}" srcOrd="2" destOrd="0" presId="urn:microsoft.com/office/officeart/2018/2/layout/IconVerticalSolidList"/>
    <dgm:cxn modelId="{BA7393F5-D2BB-46BC-A774-E94901354923}" type="presParOf" srcId="{897CE2C4-244B-40FE-9075-5A5AE49005C2}" destId="{B958436F-9CF0-46A3-80C9-939D89AF5A7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13A6AA-FA75-4AFC-80B1-154716B5ACA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019723-5A5D-447E-8FEB-AB55649AAE77}">
      <dgm:prSet/>
      <dgm:spPr/>
      <dgm:t>
        <a:bodyPr/>
        <a:lstStyle/>
        <a:p>
          <a:pPr algn="ctr"/>
          <a:r>
            <a:rPr lang="en-US" dirty="0"/>
            <a:t>Object-Oriented Programming (OOP):</a:t>
          </a:r>
          <a:br>
            <a:rPr lang="en-US" dirty="0"/>
          </a:br>
          <a:r>
            <a:rPr lang="en-US" dirty="0"/>
            <a:t>-The system is built around classes like Book, Member, and LibraryPortal. </a:t>
          </a:r>
        </a:p>
        <a:p>
          <a:pPr algn="ctr"/>
          <a:r>
            <a:rPr lang="en-US" dirty="0"/>
            <a:t>-Each class represents a real-world entity, making the program more modular and easier to manage.</a:t>
          </a:r>
        </a:p>
      </dgm:t>
    </dgm:pt>
    <dgm:pt modelId="{2FF9224E-A85E-4BEB-AA3C-843ECAD5F477}" type="parTrans" cxnId="{14F34921-9DDD-4454-9CE0-B93CCB5F640C}">
      <dgm:prSet/>
      <dgm:spPr/>
      <dgm:t>
        <a:bodyPr/>
        <a:lstStyle/>
        <a:p>
          <a:endParaRPr lang="en-US"/>
        </a:p>
      </dgm:t>
    </dgm:pt>
    <dgm:pt modelId="{C42C09E0-80BC-4020-9F66-94A832930CAB}" type="sibTrans" cxnId="{14F34921-9DDD-4454-9CE0-B93CCB5F640C}">
      <dgm:prSet/>
      <dgm:spPr/>
      <dgm:t>
        <a:bodyPr/>
        <a:lstStyle/>
        <a:p>
          <a:endParaRPr lang="en-US"/>
        </a:p>
      </dgm:t>
    </dgm:pt>
    <dgm:pt modelId="{08D06308-EC77-488A-90AC-2D8257F7D2D9}">
      <dgm:prSet/>
      <dgm:spPr/>
      <dgm:t>
        <a:bodyPr/>
        <a:lstStyle/>
        <a:p>
          <a:r>
            <a:rPr lang="en-US" dirty="0"/>
            <a:t>Encapsulation:</a:t>
          </a:r>
          <a:br>
            <a:rPr lang="en-US" dirty="0"/>
          </a:br>
          <a:r>
            <a:rPr lang="en-US" dirty="0"/>
            <a:t>-Member details and borrowed books are kept private inside the class. </a:t>
          </a:r>
        </a:p>
        <a:p>
          <a:r>
            <a:rPr lang="en-US" dirty="0"/>
            <a:t>-They can only be accessed or modified through methods, ensuring data security and correctness.</a:t>
          </a:r>
          <a:br>
            <a:rPr lang="en-US" dirty="0"/>
          </a:br>
          <a:endParaRPr lang="en-US" dirty="0"/>
        </a:p>
      </dgm:t>
    </dgm:pt>
    <dgm:pt modelId="{37496929-EDAB-4702-B8B3-E86E08BF6C21}" type="parTrans" cxnId="{7AB0B8E3-EF0C-442F-87FB-9FA5C00DE91E}">
      <dgm:prSet/>
      <dgm:spPr/>
      <dgm:t>
        <a:bodyPr/>
        <a:lstStyle/>
        <a:p>
          <a:endParaRPr lang="en-US"/>
        </a:p>
      </dgm:t>
    </dgm:pt>
    <dgm:pt modelId="{144ECA3B-DF43-40FF-83D5-EB11A0AA81DF}" type="sibTrans" cxnId="{7AB0B8E3-EF0C-442F-87FB-9FA5C00DE91E}">
      <dgm:prSet/>
      <dgm:spPr/>
      <dgm:t>
        <a:bodyPr/>
        <a:lstStyle/>
        <a:p>
          <a:endParaRPr lang="en-US"/>
        </a:p>
      </dgm:t>
    </dgm:pt>
    <dgm:pt modelId="{9F86C104-4652-4342-A1AE-B8E0B21E3348}" type="pres">
      <dgm:prSet presAssocID="{3C13A6AA-FA75-4AFC-80B1-154716B5AC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C852E1E-9689-4374-B581-60A823558C42}" type="pres">
      <dgm:prSet presAssocID="{06019723-5A5D-447E-8FEB-AB55649AAE77}" presName="hierRoot1" presStyleCnt="0"/>
      <dgm:spPr/>
    </dgm:pt>
    <dgm:pt modelId="{1F91FAF7-38B9-4ED0-A278-3ED4604BD170}" type="pres">
      <dgm:prSet presAssocID="{06019723-5A5D-447E-8FEB-AB55649AAE77}" presName="composite" presStyleCnt="0"/>
      <dgm:spPr/>
    </dgm:pt>
    <dgm:pt modelId="{8D4A4E5D-FF46-433B-BDD0-E92B0DBE63B8}" type="pres">
      <dgm:prSet presAssocID="{06019723-5A5D-447E-8FEB-AB55649AAE77}" presName="background" presStyleLbl="node0" presStyleIdx="0" presStyleCnt="2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0">
              <a:srgbClr val="C00000"/>
            </a:gs>
          </a:gsLst>
        </a:gradFill>
      </dgm:spPr>
    </dgm:pt>
    <dgm:pt modelId="{54DB5E97-F1A8-42C9-B8B9-FDA64C7647D3}" type="pres">
      <dgm:prSet presAssocID="{06019723-5A5D-447E-8FEB-AB55649AAE77}" presName="text" presStyleLbl="fgAcc0" presStyleIdx="0" presStyleCnt="2">
        <dgm:presLayoutVars>
          <dgm:chPref val="3"/>
        </dgm:presLayoutVars>
      </dgm:prSet>
      <dgm:spPr/>
    </dgm:pt>
    <dgm:pt modelId="{BD1BD0FD-E2B7-40CD-AF11-94A2B6E97AD5}" type="pres">
      <dgm:prSet presAssocID="{06019723-5A5D-447E-8FEB-AB55649AAE77}" presName="hierChild2" presStyleCnt="0"/>
      <dgm:spPr/>
    </dgm:pt>
    <dgm:pt modelId="{E7B1FAD2-F7F1-4297-BDD8-18FB6DDCE0F1}" type="pres">
      <dgm:prSet presAssocID="{08D06308-EC77-488A-90AC-2D8257F7D2D9}" presName="hierRoot1" presStyleCnt="0"/>
      <dgm:spPr/>
    </dgm:pt>
    <dgm:pt modelId="{E8F77525-5145-4F34-A028-B4482BC89CB6}" type="pres">
      <dgm:prSet presAssocID="{08D06308-EC77-488A-90AC-2D8257F7D2D9}" presName="composite" presStyleCnt="0"/>
      <dgm:spPr/>
    </dgm:pt>
    <dgm:pt modelId="{0B5C8CA0-558A-4195-BB45-1E54FBDCFAE2}" type="pres">
      <dgm:prSet presAssocID="{08D06308-EC77-488A-90AC-2D8257F7D2D9}" presName="background" presStyleLbl="node0" presStyleIdx="1" presStyleCnt="2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0">
              <a:srgbClr val="C00000"/>
            </a:gs>
          </a:gsLst>
        </a:gradFill>
      </dgm:spPr>
    </dgm:pt>
    <dgm:pt modelId="{C1D86C6B-5DD5-4250-AA29-E2AE130A629E}" type="pres">
      <dgm:prSet presAssocID="{08D06308-EC77-488A-90AC-2D8257F7D2D9}" presName="text" presStyleLbl="fgAcc0" presStyleIdx="1" presStyleCnt="2">
        <dgm:presLayoutVars>
          <dgm:chPref val="3"/>
        </dgm:presLayoutVars>
      </dgm:prSet>
      <dgm:spPr/>
    </dgm:pt>
    <dgm:pt modelId="{F6B8C5B5-E848-4553-87C1-D8695AE11275}" type="pres">
      <dgm:prSet presAssocID="{08D06308-EC77-488A-90AC-2D8257F7D2D9}" presName="hierChild2" presStyleCnt="0"/>
      <dgm:spPr/>
    </dgm:pt>
  </dgm:ptLst>
  <dgm:cxnLst>
    <dgm:cxn modelId="{14F34921-9DDD-4454-9CE0-B93CCB5F640C}" srcId="{3C13A6AA-FA75-4AFC-80B1-154716B5ACA3}" destId="{06019723-5A5D-447E-8FEB-AB55649AAE77}" srcOrd="0" destOrd="0" parTransId="{2FF9224E-A85E-4BEB-AA3C-843ECAD5F477}" sibTransId="{C42C09E0-80BC-4020-9F66-94A832930CAB}"/>
    <dgm:cxn modelId="{10E7605D-C55C-4321-8DA1-DA33438B9792}" type="presOf" srcId="{06019723-5A5D-447E-8FEB-AB55649AAE77}" destId="{54DB5E97-F1A8-42C9-B8B9-FDA64C7647D3}" srcOrd="0" destOrd="0" presId="urn:microsoft.com/office/officeart/2005/8/layout/hierarchy1"/>
    <dgm:cxn modelId="{70C23ACF-F6D2-494B-8BCD-7CD4C641A67A}" type="presOf" srcId="{3C13A6AA-FA75-4AFC-80B1-154716B5ACA3}" destId="{9F86C104-4652-4342-A1AE-B8E0B21E3348}" srcOrd="0" destOrd="0" presId="urn:microsoft.com/office/officeart/2005/8/layout/hierarchy1"/>
    <dgm:cxn modelId="{7AB0B8E3-EF0C-442F-87FB-9FA5C00DE91E}" srcId="{3C13A6AA-FA75-4AFC-80B1-154716B5ACA3}" destId="{08D06308-EC77-488A-90AC-2D8257F7D2D9}" srcOrd="1" destOrd="0" parTransId="{37496929-EDAB-4702-B8B3-E86E08BF6C21}" sibTransId="{144ECA3B-DF43-40FF-83D5-EB11A0AA81DF}"/>
    <dgm:cxn modelId="{4191A8ED-353E-4FB0-9745-E69853A2816A}" type="presOf" srcId="{08D06308-EC77-488A-90AC-2D8257F7D2D9}" destId="{C1D86C6B-5DD5-4250-AA29-E2AE130A629E}" srcOrd="0" destOrd="0" presId="urn:microsoft.com/office/officeart/2005/8/layout/hierarchy1"/>
    <dgm:cxn modelId="{2CE210A2-AB79-45CA-8128-ACE3E2240A75}" type="presParOf" srcId="{9F86C104-4652-4342-A1AE-B8E0B21E3348}" destId="{9C852E1E-9689-4374-B581-60A823558C42}" srcOrd="0" destOrd="0" presId="urn:microsoft.com/office/officeart/2005/8/layout/hierarchy1"/>
    <dgm:cxn modelId="{3E5F1C55-6DDA-4709-A869-34CC2170A128}" type="presParOf" srcId="{9C852E1E-9689-4374-B581-60A823558C42}" destId="{1F91FAF7-38B9-4ED0-A278-3ED4604BD170}" srcOrd="0" destOrd="0" presId="urn:microsoft.com/office/officeart/2005/8/layout/hierarchy1"/>
    <dgm:cxn modelId="{D9A0013B-4CC3-47CD-BB52-9E16CCA1C8B2}" type="presParOf" srcId="{1F91FAF7-38B9-4ED0-A278-3ED4604BD170}" destId="{8D4A4E5D-FF46-433B-BDD0-E92B0DBE63B8}" srcOrd="0" destOrd="0" presId="urn:microsoft.com/office/officeart/2005/8/layout/hierarchy1"/>
    <dgm:cxn modelId="{A56F1F80-86A4-4D65-9630-FF41B793EECA}" type="presParOf" srcId="{1F91FAF7-38B9-4ED0-A278-3ED4604BD170}" destId="{54DB5E97-F1A8-42C9-B8B9-FDA64C7647D3}" srcOrd="1" destOrd="0" presId="urn:microsoft.com/office/officeart/2005/8/layout/hierarchy1"/>
    <dgm:cxn modelId="{390547EA-CAB9-4412-8BF1-5C69114D1C01}" type="presParOf" srcId="{9C852E1E-9689-4374-B581-60A823558C42}" destId="{BD1BD0FD-E2B7-40CD-AF11-94A2B6E97AD5}" srcOrd="1" destOrd="0" presId="urn:microsoft.com/office/officeart/2005/8/layout/hierarchy1"/>
    <dgm:cxn modelId="{B22E3A67-C2B9-4918-A80B-8239932E259F}" type="presParOf" srcId="{9F86C104-4652-4342-A1AE-B8E0B21E3348}" destId="{E7B1FAD2-F7F1-4297-BDD8-18FB6DDCE0F1}" srcOrd="1" destOrd="0" presId="urn:microsoft.com/office/officeart/2005/8/layout/hierarchy1"/>
    <dgm:cxn modelId="{5FAEBF05-A0E8-4920-895D-F2B5B767FC58}" type="presParOf" srcId="{E7B1FAD2-F7F1-4297-BDD8-18FB6DDCE0F1}" destId="{E8F77525-5145-4F34-A028-B4482BC89CB6}" srcOrd="0" destOrd="0" presId="urn:microsoft.com/office/officeart/2005/8/layout/hierarchy1"/>
    <dgm:cxn modelId="{AC1ADAA1-526B-4952-8482-5C29C4B6DC56}" type="presParOf" srcId="{E8F77525-5145-4F34-A028-B4482BC89CB6}" destId="{0B5C8CA0-558A-4195-BB45-1E54FBDCFAE2}" srcOrd="0" destOrd="0" presId="urn:microsoft.com/office/officeart/2005/8/layout/hierarchy1"/>
    <dgm:cxn modelId="{E9156F60-5A55-40ED-B1CF-8D2876C90697}" type="presParOf" srcId="{E8F77525-5145-4F34-A028-B4482BC89CB6}" destId="{C1D86C6B-5DD5-4250-AA29-E2AE130A629E}" srcOrd="1" destOrd="0" presId="urn:microsoft.com/office/officeart/2005/8/layout/hierarchy1"/>
    <dgm:cxn modelId="{8E2818DF-D268-41BF-821C-D66A4CE36737}" type="presParOf" srcId="{E7B1FAD2-F7F1-4297-BDD8-18FB6DDCE0F1}" destId="{F6B8C5B5-E848-4553-87C1-D8695AE1127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4EA920A-E892-4F63-877E-B533B484F9A9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2C964E-53C4-47BF-9784-F069C34A033C}">
      <dgm:prSet/>
      <dgm:spPr/>
      <dgm:t>
        <a:bodyPr/>
        <a:lstStyle/>
        <a:p>
          <a:r>
            <a:rPr lang="en-US" dirty="0"/>
            <a:t>Inheritance:</a:t>
          </a:r>
          <a:br>
            <a:rPr lang="en-US" dirty="0"/>
          </a:br>
          <a:r>
            <a:rPr lang="en-US" dirty="0"/>
            <a:t>-Common features are defined in a BaseMember class, while StudentMember and FacultyMember inherit from it. </a:t>
          </a:r>
        </a:p>
        <a:p>
          <a:r>
            <a:rPr lang="en-US" dirty="0"/>
            <a:t>-This avoids duplicate code and allows each type of member to follow their own borrowing rules.</a:t>
          </a:r>
        </a:p>
      </dgm:t>
    </dgm:pt>
    <dgm:pt modelId="{BA7EEDBA-E1EC-4B7B-BB81-53A0CE34F4EB}" type="parTrans" cxnId="{53CA7D04-370C-40CB-BDAE-88F0A2E7458D}">
      <dgm:prSet/>
      <dgm:spPr/>
      <dgm:t>
        <a:bodyPr/>
        <a:lstStyle/>
        <a:p>
          <a:endParaRPr lang="en-US"/>
        </a:p>
      </dgm:t>
    </dgm:pt>
    <dgm:pt modelId="{CBFC015C-F04C-45B0-877F-74E049867038}" type="sibTrans" cxnId="{53CA7D04-370C-40CB-BDAE-88F0A2E7458D}">
      <dgm:prSet/>
      <dgm:spPr/>
      <dgm:t>
        <a:bodyPr/>
        <a:lstStyle/>
        <a:p>
          <a:endParaRPr lang="en-US"/>
        </a:p>
      </dgm:t>
    </dgm:pt>
    <dgm:pt modelId="{08BDD46B-E36D-445A-8523-BC940EEF5916}">
      <dgm:prSet/>
      <dgm:spPr/>
      <dgm:t>
        <a:bodyPr/>
        <a:lstStyle/>
        <a:p>
          <a:r>
            <a:rPr lang="en-US" dirty="0"/>
            <a:t>Polymorphism:</a:t>
          </a:r>
          <a:br>
            <a:rPr lang="en-US" dirty="0"/>
          </a:br>
          <a:r>
            <a:rPr lang="en-US" dirty="0"/>
            <a:t>-The same action (like borrowing a book) works differently depending on whether the user is a student or faculty, thanks to method overriding.</a:t>
          </a:r>
        </a:p>
      </dgm:t>
    </dgm:pt>
    <dgm:pt modelId="{583C298C-8EEA-4609-B6FA-A2F9C3D44E48}" type="parTrans" cxnId="{B0E52E5D-B9D7-4F26-9C79-B0FE37C233F9}">
      <dgm:prSet/>
      <dgm:spPr/>
      <dgm:t>
        <a:bodyPr/>
        <a:lstStyle/>
        <a:p>
          <a:endParaRPr lang="en-US"/>
        </a:p>
      </dgm:t>
    </dgm:pt>
    <dgm:pt modelId="{C00F6558-DA3D-4ADC-ABA3-D9203FCAFF09}" type="sibTrans" cxnId="{B0E52E5D-B9D7-4F26-9C79-B0FE37C233F9}">
      <dgm:prSet/>
      <dgm:spPr/>
      <dgm:t>
        <a:bodyPr/>
        <a:lstStyle/>
        <a:p>
          <a:endParaRPr lang="en-US"/>
        </a:p>
      </dgm:t>
    </dgm:pt>
    <dgm:pt modelId="{E71375A9-6CA9-4B30-B103-32D5A067E90D}" type="pres">
      <dgm:prSet presAssocID="{B4EA920A-E892-4F63-877E-B533B484F9A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DDA4BB9-FA6A-434F-A501-8282F68A867D}" type="pres">
      <dgm:prSet presAssocID="{AC2C964E-53C4-47BF-9784-F069C34A033C}" presName="hierRoot1" presStyleCnt="0"/>
      <dgm:spPr/>
    </dgm:pt>
    <dgm:pt modelId="{E1F2B843-0F89-4D79-B0CA-C7B0F1BB8EE9}" type="pres">
      <dgm:prSet presAssocID="{AC2C964E-53C4-47BF-9784-F069C34A033C}" presName="composite" presStyleCnt="0"/>
      <dgm:spPr/>
    </dgm:pt>
    <dgm:pt modelId="{DBF75A6D-E280-402D-8548-BA63BA6AF466}" type="pres">
      <dgm:prSet presAssocID="{AC2C964E-53C4-47BF-9784-F069C34A033C}" presName="background" presStyleLbl="node0" presStyleIdx="0" presStyleCnt="2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0">
              <a:srgbClr val="C00000"/>
            </a:gs>
          </a:gsLst>
        </a:gradFill>
      </dgm:spPr>
    </dgm:pt>
    <dgm:pt modelId="{5F2E6D55-D0D1-4D73-A397-1AF80E01D955}" type="pres">
      <dgm:prSet presAssocID="{AC2C964E-53C4-47BF-9784-F069C34A033C}" presName="text" presStyleLbl="fgAcc0" presStyleIdx="0" presStyleCnt="2">
        <dgm:presLayoutVars>
          <dgm:chPref val="3"/>
        </dgm:presLayoutVars>
      </dgm:prSet>
      <dgm:spPr/>
    </dgm:pt>
    <dgm:pt modelId="{6E59C44F-1444-4BE6-A1CF-A6786B8FEBDE}" type="pres">
      <dgm:prSet presAssocID="{AC2C964E-53C4-47BF-9784-F069C34A033C}" presName="hierChild2" presStyleCnt="0"/>
      <dgm:spPr/>
    </dgm:pt>
    <dgm:pt modelId="{DF0B62B8-78E9-409C-AD1E-E5D7467C2C3B}" type="pres">
      <dgm:prSet presAssocID="{08BDD46B-E36D-445A-8523-BC940EEF5916}" presName="hierRoot1" presStyleCnt="0"/>
      <dgm:spPr/>
    </dgm:pt>
    <dgm:pt modelId="{EF996C03-F10C-43E7-82E6-C078FE537533}" type="pres">
      <dgm:prSet presAssocID="{08BDD46B-E36D-445A-8523-BC940EEF5916}" presName="composite" presStyleCnt="0"/>
      <dgm:spPr/>
    </dgm:pt>
    <dgm:pt modelId="{DA45233E-4903-48BA-B4DA-7622EDCBDAB3}" type="pres">
      <dgm:prSet presAssocID="{08BDD46B-E36D-445A-8523-BC940EEF5916}" presName="background" presStyleLbl="node0" presStyleIdx="1" presStyleCnt="2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0">
              <a:srgbClr val="C00000"/>
            </a:gs>
          </a:gsLst>
        </a:gradFill>
      </dgm:spPr>
    </dgm:pt>
    <dgm:pt modelId="{BFCE00F6-ECC5-4F75-AD44-72B77FAF28D7}" type="pres">
      <dgm:prSet presAssocID="{08BDD46B-E36D-445A-8523-BC940EEF5916}" presName="text" presStyleLbl="fgAcc0" presStyleIdx="1" presStyleCnt="2">
        <dgm:presLayoutVars>
          <dgm:chPref val="3"/>
        </dgm:presLayoutVars>
      </dgm:prSet>
      <dgm:spPr/>
    </dgm:pt>
    <dgm:pt modelId="{6BFE6780-3075-4F81-9771-8CB6D86AC3A7}" type="pres">
      <dgm:prSet presAssocID="{08BDD46B-E36D-445A-8523-BC940EEF5916}" presName="hierChild2" presStyleCnt="0"/>
      <dgm:spPr/>
    </dgm:pt>
  </dgm:ptLst>
  <dgm:cxnLst>
    <dgm:cxn modelId="{53CA7D04-370C-40CB-BDAE-88F0A2E7458D}" srcId="{B4EA920A-E892-4F63-877E-B533B484F9A9}" destId="{AC2C964E-53C4-47BF-9784-F069C34A033C}" srcOrd="0" destOrd="0" parTransId="{BA7EEDBA-E1EC-4B7B-BB81-53A0CE34F4EB}" sibTransId="{CBFC015C-F04C-45B0-877F-74E049867038}"/>
    <dgm:cxn modelId="{F06FCC1F-E2CE-47B2-AE90-9F7299323835}" type="presOf" srcId="{AC2C964E-53C4-47BF-9784-F069C34A033C}" destId="{5F2E6D55-D0D1-4D73-A397-1AF80E01D955}" srcOrd="0" destOrd="0" presId="urn:microsoft.com/office/officeart/2005/8/layout/hierarchy1"/>
    <dgm:cxn modelId="{4A445036-29BD-4810-8B44-B19D9A396CBF}" type="presOf" srcId="{B4EA920A-E892-4F63-877E-B533B484F9A9}" destId="{E71375A9-6CA9-4B30-B103-32D5A067E90D}" srcOrd="0" destOrd="0" presId="urn:microsoft.com/office/officeart/2005/8/layout/hierarchy1"/>
    <dgm:cxn modelId="{B0E52E5D-B9D7-4F26-9C79-B0FE37C233F9}" srcId="{B4EA920A-E892-4F63-877E-B533B484F9A9}" destId="{08BDD46B-E36D-445A-8523-BC940EEF5916}" srcOrd="1" destOrd="0" parTransId="{583C298C-8EEA-4609-B6FA-A2F9C3D44E48}" sibTransId="{C00F6558-DA3D-4ADC-ABA3-D9203FCAFF09}"/>
    <dgm:cxn modelId="{80DDF48C-37A6-431D-8C3A-B00BAFE75D89}" type="presOf" srcId="{08BDD46B-E36D-445A-8523-BC940EEF5916}" destId="{BFCE00F6-ECC5-4F75-AD44-72B77FAF28D7}" srcOrd="0" destOrd="0" presId="urn:microsoft.com/office/officeart/2005/8/layout/hierarchy1"/>
    <dgm:cxn modelId="{53301050-C43E-43DC-AB73-2873116308E5}" type="presParOf" srcId="{E71375A9-6CA9-4B30-B103-32D5A067E90D}" destId="{9DDA4BB9-FA6A-434F-A501-8282F68A867D}" srcOrd="0" destOrd="0" presId="urn:microsoft.com/office/officeart/2005/8/layout/hierarchy1"/>
    <dgm:cxn modelId="{1E210325-4BCD-4702-9037-F673A3B3025A}" type="presParOf" srcId="{9DDA4BB9-FA6A-434F-A501-8282F68A867D}" destId="{E1F2B843-0F89-4D79-B0CA-C7B0F1BB8EE9}" srcOrd="0" destOrd="0" presId="urn:microsoft.com/office/officeart/2005/8/layout/hierarchy1"/>
    <dgm:cxn modelId="{9E685CE3-74CC-4DDC-9925-1304E787338D}" type="presParOf" srcId="{E1F2B843-0F89-4D79-B0CA-C7B0F1BB8EE9}" destId="{DBF75A6D-E280-402D-8548-BA63BA6AF466}" srcOrd="0" destOrd="0" presId="urn:microsoft.com/office/officeart/2005/8/layout/hierarchy1"/>
    <dgm:cxn modelId="{252AFB77-F271-435C-A3CF-4D2C627FBF5F}" type="presParOf" srcId="{E1F2B843-0F89-4D79-B0CA-C7B0F1BB8EE9}" destId="{5F2E6D55-D0D1-4D73-A397-1AF80E01D955}" srcOrd="1" destOrd="0" presId="urn:microsoft.com/office/officeart/2005/8/layout/hierarchy1"/>
    <dgm:cxn modelId="{D580F806-1AD3-444B-80BF-B63D50C3BA5A}" type="presParOf" srcId="{9DDA4BB9-FA6A-434F-A501-8282F68A867D}" destId="{6E59C44F-1444-4BE6-A1CF-A6786B8FEBDE}" srcOrd="1" destOrd="0" presId="urn:microsoft.com/office/officeart/2005/8/layout/hierarchy1"/>
    <dgm:cxn modelId="{789F0C48-60AA-46F4-A1EE-F493378A7467}" type="presParOf" srcId="{E71375A9-6CA9-4B30-B103-32D5A067E90D}" destId="{DF0B62B8-78E9-409C-AD1E-E5D7467C2C3B}" srcOrd="1" destOrd="0" presId="urn:microsoft.com/office/officeart/2005/8/layout/hierarchy1"/>
    <dgm:cxn modelId="{AE5DF691-A0BD-4848-868B-CBF2BBF2227C}" type="presParOf" srcId="{DF0B62B8-78E9-409C-AD1E-E5D7467C2C3B}" destId="{EF996C03-F10C-43E7-82E6-C078FE537533}" srcOrd="0" destOrd="0" presId="urn:microsoft.com/office/officeart/2005/8/layout/hierarchy1"/>
    <dgm:cxn modelId="{9A802FCD-0F30-43EF-98E5-C6CCE2100139}" type="presParOf" srcId="{EF996C03-F10C-43E7-82E6-C078FE537533}" destId="{DA45233E-4903-48BA-B4DA-7622EDCBDAB3}" srcOrd="0" destOrd="0" presId="urn:microsoft.com/office/officeart/2005/8/layout/hierarchy1"/>
    <dgm:cxn modelId="{38376A5F-46E2-4A72-B1E2-6E6FB0C0075B}" type="presParOf" srcId="{EF996C03-F10C-43E7-82E6-C078FE537533}" destId="{BFCE00F6-ECC5-4F75-AD44-72B77FAF28D7}" srcOrd="1" destOrd="0" presId="urn:microsoft.com/office/officeart/2005/8/layout/hierarchy1"/>
    <dgm:cxn modelId="{E902E18A-769E-40F3-8F09-21A6DFBBD34B}" type="presParOf" srcId="{DF0B62B8-78E9-409C-AD1E-E5D7467C2C3B}" destId="{6BFE6780-3075-4F81-9771-8CB6D86AC3A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40CB1D3-452E-4585-BDC9-7A493E97F129}" type="doc">
      <dgm:prSet loTypeId="urn:microsoft.com/office/officeart/2005/8/layout/hierarchy1" loCatId="hierarchy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FCA08FA6-36F8-4F09-ADD5-A551A4F5B78F}">
      <dgm:prSet/>
      <dgm:spPr>
        <a:ln>
          <a:solidFill>
            <a:srgbClr val="C00000"/>
          </a:solidFill>
        </a:ln>
      </dgm:spPr>
      <dgm:t>
        <a:bodyPr/>
        <a:lstStyle/>
        <a:p>
          <a:r>
            <a:rPr lang="en-US" dirty="0"/>
            <a:t>Separation of Concerns:</a:t>
          </a:r>
          <a:br>
            <a:rPr lang="en-US" dirty="0"/>
          </a:br>
          <a:r>
            <a:rPr lang="en-US" dirty="0"/>
            <a:t>The design keeps responsibilities separate:</a:t>
          </a:r>
          <a:br>
            <a:rPr lang="en-US" dirty="0"/>
          </a:br>
          <a:r>
            <a:rPr lang="en-US" dirty="0"/>
            <a:t>-Book and Member handle data.</a:t>
          </a:r>
        </a:p>
        <a:p>
          <a:r>
            <a:rPr lang="en-US" dirty="0"/>
            <a:t>-LibraryPortal manages operations.</a:t>
          </a:r>
        </a:p>
        <a:p>
          <a:r>
            <a:rPr lang="en-US" dirty="0"/>
            <a:t>-CLI provides user interaction.</a:t>
          </a:r>
          <a:br>
            <a:rPr lang="en-US" dirty="0"/>
          </a:br>
          <a:r>
            <a:rPr lang="en-US" dirty="0"/>
            <a:t>-This makes the system easier to extend and debug.</a:t>
          </a:r>
        </a:p>
      </dgm:t>
    </dgm:pt>
    <dgm:pt modelId="{1752CE21-6A7B-4D52-A953-CF5B874055E8}" type="parTrans" cxnId="{704416AE-5DAC-477E-A0D2-E1689AC07389}">
      <dgm:prSet/>
      <dgm:spPr/>
      <dgm:t>
        <a:bodyPr/>
        <a:lstStyle/>
        <a:p>
          <a:endParaRPr lang="en-US"/>
        </a:p>
      </dgm:t>
    </dgm:pt>
    <dgm:pt modelId="{82F6AFD3-E938-4621-B743-BDC7D6E3AB34}" type="sibTrans" cxnId="{704416AE-5DAC-477E-A0D2-E1689AC07389}">
      <dgm:prSet/>
      <dgm:spPr/>
      <dgm:t>
        <a:bodyPr/>
        <a:lstStyle/>
        <a:p>
          <a:endParaRPr lang="en-US"/>
        </a:p>
      </dgm:t>
    </dgm:pt>
    <dgm:pt modelId="{CD412456-DF80-4CE2-A8E7-9A7A235681CB}">
      <dgm:prSet/>
      <dgm:spPr>
        <a:ln>
          <a:solidFill>
            <a:srgbClr val="C00000"/>
          </a:solidFill>
        </a:ln>
      </dgm:spPr>
      <dgm:t>
        <a:bodyPr/>
        <a:lstStyle/>
        <a:p>
          <a:pPr>
            <a:buNone/>
          </a:pPr>
          <a:r>
            <a:rPr lang="en-US" dirty="0"/>
            <a:t>File Persistence with UTF-8:</a:t>
          </a:r>
          <a:br>
            <a:rPr lang="en-US" dirty="0"/>
          </a:br>
          <a:r>
            <a:rPr lang="en-US" dirty="0"/>
            <a:t>-All books and members are saved in text files using UTF-8 encoding. </a:t>
          </a:r>
        </a:p>
        <a:p>
          <a:pPr>
            <a:buNone/>
          </a:pPr>
          <a:r>
            <a:rPr lang="en-US" dirty="0"/>
            <a:t>-This ensures that the data is not lost when the system is closed and supports names or titles in any language.</a:t>
          </a:r>
        </a:p>
      </dgm:t>
    </dgm:pt>
    <dgm:pt modelId="{AF071128-A9DE-4311-A3ED-F4D7DBB39F96}" type="parTrans" cxnId="{082C95AE-559D-4FA2-86AD-826464EE1770}">
      <dgm:prSet/>
      <dgm:spPr/>
      <dgm:t>
        <a:bodyPr/>
        <a:lstStyle/>
        <a:p>
          <a:endParaRPr lang="en-IN"/>
        </a:p>
      </dgm:t>
    </dgm:pt>
    <dgm:pt modelId="{0192176A-F5F4-40D7-953A-D617E6D000B9}" type="sibTrans" cxnId="{082C95AE-559D-4FA2-86AD-826464EE1770}">
      <dgm:prSet/>
      <dgm:spPr/>
      <dgm:t>
        <a:bodyPr/>
        <a:lstStyle/>
        <a:p>
          <a:endParaRPr lang="en-IN"/>
        </a:p>
      </dgm:t>
    </dgm:pt>
    <dgm:pt modelId="{5ADCCC90-AC3F-411E-8E24-99D56E00B349}" type="pres">
      <dgm:prSet presAssocID="{540CB1D3-452E-4585-BDC9-7A493E97F12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0033362-8896-4772-B03A-29102215D979}" type="pres">
      <dgm:prSet presAssocID="{FCA08FA6-36F8-4F09-ADD5-A551A4F5B78F}" presName="hierRoot1" presStyleCnt="0"/>
      <dgm:spPr/>
    </dgm:pt>
    <dgm:pt modelId="{37E39EA8-9DAC-4F64-81D4-95E82ADA1646}" type="pres">
      <dgm:prSet presAssocID="{FCA08FA6-36F8-4F09-ADD5-A551A4F5B78F}" presName="composite" presStyleCnt="0"/>
      <dgm:spPr/>
    </dgm:pt>
    <dgm:pt modelId="{65C4DF65-EF01-4628-8BCC-C0AA57F769C4}" type="pres">
      <dgm:prSet presAssocID="{FCA08FA6-36F8-4F09-ADD5-A551A4F5B78F}" presName="background" presStyleLbl="node0" presStyleIdx="0" presStyleCnt="2"/>
      <dgm:spPr>
        <a:gradFill rotWithShape="0">
          <a:gsLst>
            <a:gs pos="0">
              <a:srgbClr val="FF0000"/>
            </a:gs>
            <a:gs pos="0">
              <a:schemeClr val="accent3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0">
              <a:srgbClr val="C00000"/>
            </a:gs>
          </a:gsLst>
        </a:gradFill>
      </dgm:spPr>
    </dgm:pt>
    <dgm:pt modelId="{B0D66359-3EA7-4A2B-A730-0A4AF9801081}" type="pres">
      <dgm:prSet presAssocID="{FCA08FA6-36F8-4F09-ADD5-A551A4F5B78F}" presName="text" presStyleLbl="fgAcc0" presStyleIdx="0" presStyleCnt="2" custScaleY="99017">
        <dgm:presLayoutVars>
          <dgm:chPref val="3"/>
        </dgm:presLayoutVars>
      </dgm:prSet>
      <dgm:spPr/>
    </dgm:pt>
    <dgm:pt modelId="{3EDC4921-FB37-4B6F-AC70-DE86EC4E3DF5}" type="pres">
      <dgm:prSet presAssocID="{FCA08FA6-36F8-4F09-ADD5-A551A4F5B78F}" presName="hierChild2" presStyleCnt="0"/>
      <dgm:spPr/>
    </dgm:pt>
    <dgm:pt modelId="{F00F6BD6-6F69-4FBD-B752-77427F8E1AB0}" type="pres">
      <dgm:prSet presAssocID="{CD412456-DF80-4CE2-A8E7-9A7A235681CB}" presName="hierRoot1" presStyleCnt="0"/>
      <dgm:spPr/>
    </dgm:pt>
    <dgm:pt modelId="{BA2A761A-D679-4269-8FA6-33559F4703CE}" type="pres">
      <dgm:prSet presAssocID="{CD412456-DF80-4CE2-A8E7-9A7A235681CB}" presName="composite" presStyleCnt="0"/>
      <dgm:spPr/>
    </dgm:pt>
    <dgm:pt modelId="{17F75893-F371-4FA3-9BC2-84675A128C5E}" type="pres">
      <dgm:prSet presAssocID="{CD412456-DF80-4CE2-A8E7-9A7A235681CB}" presName="background" presStyleLbl="node0" presStyleIdx="1" presStyleCnt="2"/>
      <dgm:spPr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0">
              <a:schemeClr val="accent3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0">
              <a:srgbClr val="C00000"/>
            </a:gs>
          </a:gsLst>
        </a:gradFill>
      </dgm:spPr>
    </dgm:pt>
    <dgm:pt modelId="{2CE971AE-E3D1-45D7-AAAA-974CF395EA8E}" type="pres">
      <dgm:prSet presAssocID="{CD412456-DF80-4CE2-A8E7-9A7A235681CB}" presName="text" presStyleLbl="fgAcc0" presStyleIdx="1" presStyleCnt="2" custScaleY="97965">
        <dgm:presLayoutVars>
          <dgm:chPref val="3"/>
        </dgm:presLayoutVars>
      </dgm:prSet>
      <dgm:spPr/>
    </dgm:pt>
    <dgm:pt modelId="{DD9903FF-AF75-4D55-81B7-FC36C558CB95}" type="pres">
      <dgm:prSet presAssocID="{CD412456-DF80-4CE2-A8E7-9A7A235681CB}" presName="hierChild2" presStyleCnt="0"/>
      <dgm:spPr/>
    </dgm:pt>
  </dgm:ptLst>
  <dgm:cxnLst>
    <dgm:cxn modelId="{E5C30B3D-58F8-473E-8EEF-6D7139F668A6}" type="presOf" srcId="{FCA08FA6-36F8-4F09-ADD5-A551A4F5B78F}" destId="{B0D66359-3EA7-4A2B-A730-0A4AF9801081}" srcOrd="0" destOrd="0" presId="urn:microsoft.com/office/officeart/2005/8/layout/hierarchy1"/>
    <dgm:cxn modelId="{704416AE-5DAC-477E-A0D2-E1689AC07389}" srcId="{540CB1D3-452E-4585-BDC9-7A493E97F129}" destId="{FCA08FA6-36F8-4F09-ADD5-A551A4F5B78F}" srcOrd="0" destOrd="0" parTransId="{1752CE21-6A7B-4D52-A953-CF5B874055E8}" sibTransId="{82F6AFD3-E938-4621-B743-BDC7D6E3AB34}"/>
    <dgm:cxn modelId="{082C95AE-559D-4FA2-86AD-826464EE1770}" srcId="{540CB1D3-452E-4585-BDC9-7A493E97F129}" destId="{CD412456-DF80-4CE2-A8E7-9A7A235681CB}" srcOrd="1" destOrd="0" parTransId="{AF071128-A9DE-4311-A3ED-F4D7DBB39F96}" sibTransId="{0192176A-F5F4-40D7-953A-D617E6D000B9}"/>
    <dgm:cxn modelId="{731A99DA-3E96-42B0-A2C3-26BD39B5277D}" type="presOf" srcId="{540CB1D3-452E-4585-BDC9-7A493E97F129}" destId="{5ADCCC90-AC3F-411E-8E24-99D56E00B349}" srcOrd="0" destOrd="0" presId="urn:microsoft.com/office/officeart/2005/8/layout/hierarchy1"/>
    <dgm:cxn modelId="{71B840FE-58A8-407E-9207-21D1E349CC55}" type="presOf" srcId="{CD412456-DF80-4CE2-A8E7-9A7A235681CB}" destId="{2CE971AE-E3D1-45D7-AAAA-974CF395EA8E}" srcOrd="0" destOrd="0" presId="urn:microsoft.com/office/officeart/2005/8/layout/hierarchy1"/>
    <dgm:cxn modelId="{125B791D-0078-4754-A0C4-E40FF377087A}" type="presParOf" srcId="{5ADCCC90-AC3F-411E-8E24-99D56E00B349}" destId="{50033362-8896-4772-B03A-29102215D979}" srcOrd="0" destOrd="0" presId="urn:microsoft.com/office/officeart/2005/8/layout/hierarchy1"/>
    <dgm:cxn modelId="{A583BEB5-194F-49DB-8A4A-6F7562C6183A}" type="presParOf" srcId="{50033362-8896-4772-B03A-29102215D979}" destId="{37E39EA8-9DAC-4F64-81D4-95E82ADA1646}" srcOrd="0" destOrd="0" presId="urn:microsoft.com/office/officeart/2005/8/layout/hierarchy1"/>
    <dgm:cxn modelId="{4ED792E6-6807-4373-8BE4-15015ED62F3F}" type="presParOf" srcId="{37E39EA8-9DAC-4F64-81D4-95E82ADA1646}" destId="{65C4DF65-EF01-4628-8BCC-C0AA57F769C4}" srcOrd="0" destOrd="0" presId="urn:microsoft.com/office/officeart/2005/8/layout/hierarchy1"/>
    <dgm:cxn modelId="{389EC50C-3789-4A65-99EB-EE89741E6708}" type="presParOf" srcId="{37E39EA8-9DAC-4F64-81D4-95E82ADA1646}" destId="{B0D66359-3EA7-4A2B-A730-0A4AF9801081}" srcOrd="1" destOrd="0" presId="urn:microsoft.com/office/officeart/2005/8/layout/hierarchy1"/>
    <dgm:cxn modelId="{A5DC9A38-08EC-495D-A8A0-2FAF435964AE}" type="presParOf" srcId="{50033362-8896-4772-B03A-29102215D979}" destId="{3EDC4921-FB37-4B6F-AC70-DE86EC4E3DF5}" srcOrd="1" destOrd="0" presId="urn:microsoft.com/office/officeart/2005/8/layout/hierarchy1"/>
    <dgm:cxn modelId="{4D87FE8C-40B6-47CD-913A-A03C50BFFCC4}" type="presParOf" srcId="{5ADCCC90-AC3F-411E-8E24-99D56E00B349}" destId="{F00F6BD6-6F69-4FBD-B752-77427F8E1AB0}" srcOrd="1" destOrd="0" presId="urn:microsoft.com/office/officeart/2005/8/layout/hierarchy1"/>
    <dgm:cxn modelId="{A6ADBE30-1AB2-407B-BD40-415D3D28616C}" type="presParOf" srcId="{F00F6BD6-6F69-4FBD-B752-77427F8E1AB0}" destId="{BA2A761A-D679-4269-8FA6-33559F4703CE}" srcOrd="0" destOrd="0" presId="urn:microsoft.com/office/officeart/2005/8/layout/hierarchy1"/>
    <dgm:cxn modelId="{0D9527D3-A504-4D7D-8859-E7E74F8E3170}" type="presParOf" srcId="{BA2A761A-D679-4269-8FA6-33559F4703CE}" destId="{17F75893-F371-4FA3-9BC2-84675A128C5E}" srcOrd="0" destOrd="0" presId="urn:microsoft.com/office/officeart/2005/8/layout/hierarchy1"/>
    <dgm:cxn modelId="{07CF5903-AD28-44F6-85C2-02EF220871C4}" type="presParOf" srcId="{BA2A761A-D679-4269-8FA6-33559F4703CE}" destId="{2CE971AE-E3D1-45D7-AAAA-974CF395EA8E}" srcOrd="1" destOrd="0" presId="urn:microsoft.com/office/officeart/2005/8/layout/hierarchy1"/>
    <dgm:cxn modelId="{CD7FE0CC-4263-4091-8E5C-22822FE0F90A}" type="presParOf" srcId="{F00F6BD6-6F69-4FBD-B752-77427F8E1AB0}" destId="{DD9903FF-AF75-4D55-81B7-FC36C558CB9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E60DBCF-6A56-4C1D-8401-F89069F9287E}" type="doc">
      <dgm:prSet loTypeId="urn:microsoft.com/office/officeart/2005/8/layout/vProcess5" loCatId="process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4D1F406-6292-4EAF-ACC4-092C5941E441}">
      <dgm:prSet/>
      <dgm:spPr/>
      <dgm:t>
        <a:bodyPr/>
        <a:lstStyle/>
        <a:p>
          <a:r>
            <a:rPr lang="en-US"/>
            <a:t>Book Class → Represents books in the system.</a:t>
          </a:r>
        </a:p>
      </dgm:t>
    </dgm:pt>
    <dgm:pt modelId="{12F857E0-D4E4-4BCA-8B34-00759726A838}" type="parTrans" cxnId="{E8D3152B-10F1-4482-BDEA-E3D6D781E255}">
      <dgm:prSet/>
      <dgm:spPr/>
      <dgm:t>
        <a:bodyPr/>
        <a:lstStyle/>
        <a:p>
          <a:endParaRPr lang="en-US"/>
        </a:p>
      </dgm:t>
    </dgm:pt>
    <dgm:pt modelId="{EF7A093B-A6CC-475E-A45F-F1CADB572DD3}" type="sibTrans" cxnId="{E8D3152B-10F1-4482-BDEA-E3D6D781E255}">
      <dgm:prSet/>
      <dgm:spPr/>
      <dgm:t>
        <a:bodyPr/>
        <a:lstStyle/>
        <a:p>
          <a:endParaRPr lang="en-US"/>
        </a:p>
      </dgm:t>
    </dgm:pt>
    <dgm:pt modelId="{065E4EC6-1574-4909-A6D2-7D6AFAB8F155}">
      <dgm:prSet/>
      <dgm:spPr/>
      <dgm:t>
        <a:bodyPr/>
        <a:lstStyle/>
        <a:p>
          <a:r>
            <a:rPr lang="en-US" dirty="0"/>
            <a:t>BaseMember Class → Abstract parent class.</a:t>
          </a:r>
        </a:p>
      </dgm:t>
    </dgm:pt>
    <dgm:pt modelId="{E99B3D23-CED7-417F-8DC6-6E72E0F30AC0}" type="parTrans" cxnId="{B511FF61-B796-48BE-8373-04D93B1980B4}">
      <dgm:prSet/>
      <dgm:spPr/>
      <dgm:t>
        <a:bodyPr/>
        <a:lstStyle/>
        <a:p>
          <a:endParaRPr lang="en-US"/>
        </a:p>
      </dgm:t>
    </dgm:pt>
    <dgm:pt modelId="{F44EF64F-F614-499F-BEED-9ABA61CCF15C}" type="sibTrans" cxnId="{B511FF61-B796-48BE-8373-04D93B1980B4}">
      <dgm:prSet/>
      <dgm:spPr/>
      <dgm:t>
        <a:bodyPr/>
        <a:lstStyle/>
        <a:p>
          <a:endParaRPr lang="en-US"/>
        </a:p>
      </dgm:t>
    </dgm:pt>
    <dgm:pt modelId="{9F376DD5-427F-46DE-8322-96931FA5D35D}">
      <dgm:prSet/>
      <dgm:spPr/>
      <dgm:t>
        <a:bodyPr/>
        <a:lstStyle/>
        <a:p>
          <a:r>
            <a:rPr lang="en-US" dirty="0"/>
            <a:t>StudentMember / </a:t>
          </a:r>
          <a:r>
            <a:rPr lang="en-US" dirty="0" err="1"/>
            <a:t>FacultyMember</a:t>
          </a:r>
          <a:r>
            <a:rPr lang="en-US" dirty="0"/>
            <a:t> → Inherit from BaseMember.</a:t>
          </a:r>
        </a:p>
      </dgm:t>
    </dgm:pt>
    <dgm:pt modelId="{2DAD2534-22FF-4957-9459-0A53A709405F}" type="parTrans" cxnId="{390E1315-9D42-464C-8117-5D45F5FD7475}">
      <dgm:prSet/>
      <dgm:spPr/>
      <dgm:t>
        <a:bodyPr/>
        <a:lstStyle/>
        <a:p>
          <a:endParaRPr lang="en-US"/>
        </a:p>
      </dgm:t>
    </dgm:pt>
    <dgm:pt modelId="{22882AD8-0D64-4E7B-AA5D-E9EE82CAD85C}" type="sibTrans" cxnId="{390E1315-9D42-464C-8117-5D45F5FD7475}">
      <dgm:prSet/>
      <dgm:spPr/>
      <dgm:t>
        <a:bodyPr/>
        <a:lstStyle/>
        <a:p>
          <a:endParaRPr lang="en-US"/>
        </a:p>
      </dgm:t>
    </dgm:pt>
    <dgm:pt modelId="{C406DCA7-00CD-49DF-8F16-CA853370891B}">
      <dgm:prSet/>
      <dgm:spPr/>
      <dgm:t>
        <a:bodyPr/>
        <a:lstStyle/>
        <a:p>
          <a:r>
            <a:rPr lang="en-US" dirty="0"/>
            <a:t>LibraryPortal → Manages books and members (composition relationship).</a:t>
          </a:r>
        </a:p>
      </dgm:t>
    </dgm:pt>
    <dgm:pt modelId="{0ABD7FF1-3E10-4E90-B9AC-383B75B0BCBB}" type="parTrans" cxnId="{5C6CEE08-888A-474C-A62F-17F399379AEA}">
      <dgm:prSet/>
      <dgm:spPr/>
      <dgm:t>
        <a:bodyPr/>
        <a:lstStyle/>
        <a:p>
          <a:endParaRPr lang="en-US"/>
        </a:p>
      </dgm:t>
    </dgm:pt>
    <dgm:pt modelId="{2F465861-464F-44B3-894B-AFFB604EAAB6}" type="sibTrans" cxnId="{5C6CEE08-888A-474C-A62F-17F399379AEA}">
      <dgm:prSet/>
      <dgm:spPr/>
      <dgm:t>
        <a:bodyPr/>
        <a:lstStyle/>
        <a:p>
          <a:endParaRPr lang="en-US"/>
        </a:p>
      </dgm:t>
    </dgm:pt>
    <dgm:pt modelId="{6F46F22E-C72E-4771-9F49-39AD8C40D1E9}" type="pres">
      <dgm:prSet presAssocID="{3E60DBCF-6A56-4C1D-8401-F89069F9287E}" presName="outerComposite" presStyleCnt="0">
        <dgm:presLayoutVars>
          <dgm:chMax val="5"/>
          <dgm:dir/>
          <dgm:resizeHandles val="exact"/>
        </dgm:presLayoutVars>
      </dgm:prSet>
      <dgm:spPr/>
    </dgm:pt>
    <dgm:pt modelId="{CF99ED1E-C1F0-48C4-97B4-C23F4AEE13F7}" type="pres">
      <dgm:prSet presAssocID="{3E60DBCF-6A56-4C1D-8401-F89069F9287E}" presName="dummyMaxCanvas" presStyleCnt="0">
        <dgm:presLayoutVars/>
      </dgm:prSet>
      <dgm:spPr/>
    </dgm:pt>
    <dgm:pt modelId="{AD1C2025-D987-43DC-AE9B-B33A082B2D46}" type="pres">
      <dgm:prSet presAssocID="{3E60DBCF-6A56-4C1D-8401-F89069F9287E}" presName="FourNodes_1" presStyleLbl="node1" presStyleIdx="0" presStyleCnt="4">
        <dgm:presLayoutVars>
          <dgm:bulletEnabled val="1"/>
        </dgm:presLayoutVars>
      </dgm:prSet>
      <dgm:spPr/>
    </dgm:pt>
    <dgm:pt modelId="{B2A74BB0-8BF4-4C9B-8127-7BE31E695CCC}" type="pres">
      <dgm:prSet presAssocID="{3E60DBCF-6A56-4C1D-8401-F89069F9287E}" presName="FourNodes_2" presStyleLbl="node1" presStyleIdx="1" presStyleCnt="4">
        <dgm:presLayoutVars>
          <dgm:bulletEnabled val="1"/>
        </dgm:presLayoutVars>
      </dgm:prSet>
      <dgm:spPr/>
    </dgm:pt>
    <dgm:pt modelId="{06684153-4215-401A-BE6F-94B50E7C70BB}" type="pres">
      <dgm:prSet presAssocID="{3E60DBCF-6A56-4C1D-8401-F89069F9287E}" presName="FourNodes_3" presStyleLbl="node1" presStyleIdx="2" presStyleCnt="4">
        <dgm:presLayoutVars>
          <dgm:bulletEnabled val="1"/>
        </dgm:presLayoutVars>
      </dgm:prSet>
      <dgm:spPr/>
    </dgm:pt>
    <dgm:pt modelId="{0F0A5438-181F-41A7-9AA5-60A1BA780ECE}" type="pres">
      <dgm:prSet presAssocID="{3E60DBCF-6A56-4C1D-8401-F89069F9287E}" presName="FourNodes_4" presStyleLbl="node1" presStyleIdx="3" presStyleCnt="4">
        <dgm:presLayoutVars>
          <dgm:bulletEnabled val="1"/>
        </dgm:presLayoutVars>
      </dgm:prSet>
      <dgm:spPr/>
    </dgm:pt>
    <dgm:pt modelId="{87FCB289-EDEF-44D1-83F9-D8E9FA4FD99C}" type="pres">
      <dgm:prSet presAssocID="{3E60DBCF-6A56-4C1D-8401-F89069F9287E}" presName="FourConn_1-2" presStyleLbl="fgAccFollowNode1" presStyleIdx="0" presStyleCnt="3">
        <dgm:presLayoutVars>
          <dgm:bulletEnabled val="1"/>
        </dgm:presLayoutVars>
      </dgm:prSet>
      <dgm:spPr/>
    </dgm:pt>
    <dgm:pt modelId="{C6E01035-02A1-45FE-A4D1-924CE71103BD}" type="pres">
      <dgm:prSet presAssocID="{3E60DBCF-6A56-4C1D-8401-F89069F9287E}" presName="FourConn_2-3" presStyleLbl="fgAccFollowNode1" presStyleIdx="1" presStyleCnt="3">
        <dgm:presLayoutVars>
          <dgm:bulletEnabled val="1"/>
        </dgm:presLayoutVars>
      </dgm:prSet>
      <dgm:spPr/>
    </dgm:pt>
    <dgm:pt modelId="{15D5C2C5-40EB-453C-9355-BE3D957BB748}" type="pres">
      <dgm:prSet presAssocID="{3E60DBCF-6A56-4C1D-8401-F89069F9287E}" presName="FourConn_3-4" presStyleLbl="fgAccFollowNode1" presStyleIdx="2" presStyleCnt="3">
        <dgm:presLayoutVars>
          <dgm:bulletEnabled val="1"/>
        </dgm:presLayoutVars>
      </dgm:prSet>
      <dgm:spPr/>
    </dgm:pt>
    <dgm:pt modelId="{AC226638-69B5-4384-B190-461089EA84B2}" type="pres">
      <dgm:prSet presAssocID="{3E60DBCF-6A56-4C1D-8401-F89069F9287E}" presName="FourNodes_1_text" presStyleLbl="node1" presStyleIdx="3" presStyleCnt="4">
        <dgm:presLayoutVars>
          <dgm:bulletEnabled val="1"/>
        </dgm:presLayoutVars>
      </dgm:prSet>
      <dgm:spPr/>
    </dgm:pt>
    <dgm:pt modelId="{1A4CE49A-0DA5-4A15-A357-4C0C69CC3A03}" type="pres">
      <dgm:prSet presAssocID="{3E60DBCF-6A56-4C1D-8401-F89069F9287E}" presName="FourNodes_2_text" presStyleLbl="node1" presStyleIdx="3" presStyleCnt="4">
        <dgm:presLayoutVars>
          <dgm:bulletEnabled val="1"/>
        </dgm:presLayoutVars>
      </dgm:prSet>
      <dgm:spPr/>
    </dgm:pt>
    <dgm:pt modelId="{50DFD59E-9796-4634-9114-A50CCAB8FF8E}" type="pres">
      <dgm:prSet presAssocID="{3E60DBCF-6A56-4C1D-8401-F89069F9287E}" presName="FourNodes_3_text" presStyleLbl="node1" presStyleIdx="3" presStyleCnt="4">
        <dgm:presLayoutVars>
          <dgm:bulletEnabled val="1"/>
        </dgm:presLayoutVars>
      </dgm:prSet>
      <dgm:spPr/>
    </dgm:pt>
    <dgm:pt modelId="{714011F7-7951-43A3-8C0A-7557B8D55595}" type="pres">
      <dgm:prSet presAssocID="{3E60DBCF-6A56-4C1D-8401-F89069F9287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C6CEE08-888A-474C-A62F-17F399379AEA}" srcId="{3E60DBCF-6A56-4C1D-8401-F89069F9287E}" destId="{C406DCA7-00CD-49DF-8F16-CA853370891B}" srcOrd="3" destOrd="0" parTransId="{0ABD7FF1-3E10-4E90-B9AC-383B75B0BCBB}" sibTransId="{2F465861-464F-44B3-894B-AFFB604EAAB6}"/>
    <dgm:cxn modelId="{89F61909-B9A6-4CF0-8A0F-751BB4BC5371}" type="presOf" srcId="{C406DCA7-00CD-49DF-8F16-CA853370891B}" destId="{714011F7-7951-43A3-8C0A-7557B8D55595}" srcOrd="1" destOrd="0" presId="urn:microsoft.com/office/officeart/2005/8/layout/vProcess5"/>
    <dgm:cxn modelId="{8497050C-61BF-41AD-A108-63F317AD9320}" type="presOf" srcId="{F44EF64F-F614-499F-BEED-9ABA61CCF15C}" destId="{C6E01035-02A1-45FE-A4D1-924CE71103BD}" srcOrd="0" destOrd="0" presId="urn:microsoft.com/office/officeart/2005/8/layout/vProcess5"/>
    <dgm:cxn modelId="{390E1315-9D42-464C-8117-5D45F5FD7475}" srcId="{3E60DBCF-6A56-4C1D-8401-F89069F9287E}" destId="{9F376DD5-427F-46DE-8322-96931FA5D35D}" srcOrd="2" destOrd="0" parTransId="{2DAD2534-22FF-4957-9459-0A53A709405F}" sibTransId="{22882AD8-0D64-4E7B-AA5D-E9EE82CAD85C}"/>
    <dgm:cxn modelId="{8FD2CA27-26C1-4B9D-8C58-70895AE940BC}" type="presOf" srcId="{D4D1F406-6292-4EAF-ACC4-092C5941E441}" destId="{AC226638-69B5-4384-B190-461089EA84B2}" srcOrd="1" destOrd="0" presId="urn:microsoft.com/office/officeart/2005/8/layout/vProcess5"/>
    <dgm:cxn modelId="{E8D3152B-10F1-4482-BDEA-E3D6D781E255}" srcId="{3E60DBCF-6A56-4C1D-8401-F89069F9287E}" destId="{D4D1F406-6292-4EAF-ACC4-092C5941E441}" srcOrd="0" destOrd="0" parTransId="{12F857E0-D4E4-4BCA-8B34-00759726A838}" sibTransId="{EF7A093B-A6CC-475E-A45F-F1CADB572DD3}"/>
    <dgm:cxn modelId="{6733E03D-D9D8-4E2F-80D0-10E769B9A6AE}" type="presOf" srcId="{C406DCA7-00CD-49DF-8F16-CA853370891B}" destId="{0F0A5438-181F-41A7-9AA5-60A1BA780ECE}" srcOrd="0" destOrd="0" presId="urn:microsoft.com/office/officeart/2005/8/layout/vProcess5"/>
    <dgm:cxn modelId="{ACB5613E-95AA-4694-BEFE-FAB2729A8A66}" type="presOf" srcId="{D4D1F406-6292-4EAF-ACC4-092C5941E441}" destId="{AD1C2025-D987-43DC-AE9B-B33A082B2D46}" srcOrd="0" destOrd="0" presId="urn:microsoft.com/office/officeart/2005/8/layout/vProcess5"/>
    <dgm:cxn modelId="{B511FF61-B796-48BE-8373-04D93B1980B4}" srcId="{3E60DBCF-6A56-4C1D-8401-F89069F9287E}" destId="{065E4EC6-1574-4909-A6D2-7D6AFAB8F155}" srcOrd="1" destOrd="0" parTransId="{E99B3D23-CED7-417F-8DC6-6E72E0F30AC0}" sibTransId="{F44EF64F-F614-499F-BEED-9ABA61CCF15C}"/>
    <dgm:cxn modelId="{9DAE4673-29AC-4A7E-91BB-63FFD329933A}" type="presOf" srcId="{9F376DD5-427F-46DE-8322-96931FA5D35D}" destId="{50DFD59E-9796-4634-9114-A50CCAB8FF8E}" srcOrd="1" destOrd="0" presId="urn:microsoft.com/office/officeart/2005/8/layout/vProcess5"/>
    <dgm:cxn modelId="{C6DD2987-24CD-4AAE-AD1E-4C04C9C4B62C}" type="presOf" srcId="{22882AD8-0D64-4E7B-AA5D-E9EE82CAD85C}" destId="{15D5C2C5-40EB-453C-9355-BE3D957BB748}" srcOrd="0" destOrd="0" presId="urn:microsoft.com/office/officeart/2005/8/layout/vProcess5"/>
    <dgm:cxn modelId="{3F091198-9142-4DE7-AA35-E57E753937A9}" type="presOf" srcId="{065E4EC6-1574-4909-A6D2-7D6AFAB8F155}" destId="{1A4CE49A-0DA5-4A15-A357-4C0C69CC3A03}" srcOrd="1" destOrd="0" presId="urn:microsoft.com/office/officeart/2005/8/layout/vProcess5"/>
    <dgm:cxn modelId="{D026829D-35B7-456B-85F3-906AC58565CD}" type="presOf" srcId="{EF7A093B-A6CC-475E-A45F-F1CADB572DD3}" destId="{87FCB289-EDEF-44D1-83F9-D8E9FA4FD99C}" srcOrd="0" destOrd="0" presId="urn:microsoft.com/office/officeart/2005/8/layout/vProcess5"/>
    <dgm:cxn modelId="{1ED88BC2-6F2D-4C44-BAC1-E5F4B9CA03FA}" type="presOf" srcId="{9F376DD5-427F-46DE-8322-96931FA5D35D}" destId="{06684153-4215-401A-BE6F-94B50E7C70BB}" srcOrd="0" destOrd="0" presId="urn:microsoft.com/office/officeart/2005/8/layout/vProcess5"/>
    <dgm:cxn modelId="{5F4662CC-D4BD-4526-BF55-1E845D89A130}" type="presOf" srcId="{065E4EC6-1574-4909-A6D2-7D6AFAB8F155}" destId="{B2A74BB0-8BF4-4C9B-8127-7BE31E695CCC}" srcOrd="0" destOrd="0" presId="urn:microsoft.com/office/officeart/2005/8/layout/vProcess5"/>
    <dgm:cxn modelId="{EA212EDA-0BEC-4CA8-858C-EC6C6708FA4C}" type="presOf" srcId="{3E60DBCF-6A56-4C1D-8401-F89069F9287E}" destId="{6F46F22E-C72E-4771-9F49-39AD8C40D1E9}" srcOrd="0" destOrd="0" presId="urn:microsoft.com/office/officeart/2005/8/layout/vProcess5"/>
    <dgm:cxn modelId="{2059D75B-7A8C-4B37-B398-CA072AC0F59C}" type="presParOf" srcId="{6F46F22E-C72E-4771-9F49-39AD8C40D1E9}" destId="{CF99ED1E-C1F0-48C4-97B4-C23F4AEE13F7}" srcOrd="0" destOrd="0" presId="urn:microsoft.com/office/officeart/2005/8/layout/vProcess5"/>
    <dgm:cxn modelId="{28513521-1BE1-495D-897E-EDDF4A52314C}" type="presParOf" srcId="{6F46F22E-C72E-4771-9F49-39AD8C40D1E9}" destId="{AD1C2025-D987-43DC-AE9B-B33A082B2D46}" srcOrd="1" destOrd="0" presId="urn:microsoft.com/office/officeart/2005/8/layout/vProcess5"/>
    <dgm:cxn modelId="{34C23BA5-8C38-4657-9431-CCBD3D3DF6EC}" type="presParOf" srcId="{6F46F22E-C72E-4771-9F49-39AD8C40D1E9}" destId="{B2A74BB0-8BF4-4C9B-8127-7BE31E695CCC}" srcOrd="2" destOrd="0" presId="urn:microsoft.com/office/officeart/2005/8/layout/vProcess5"/>
    <dgm:cxn modelId="{3679290C-C3EA-4F86-890A-C474003C6623}" type="presParOf" srcId="{6F46F22E-C72E-4771-9F49-39AD8C40D1E9}" destId="{06684153-4215-401A-BE6F-94B50E7C70BB}" srcOrd="3" destOrd="0" presId="urn:microsoft.com/office/officeart/2005/8/layout/vProcess5"/>
    <dgm:cxn modelId="{E85380D9-0698-4543-AB42-5691BC1F9595}" type="presParOf" srcId="{6F46F22E-C72E-4771-9F49-39AD8C40D1E9}" destId="{0F0A5438-181F-41A7-9AA5-60A1BA780ECE}" srcOrd="4" destOrd="0" presId="urn:microsoft.com/office/officeart/2005/8/layout/vProcess5"/>
    <dgm:cxn modelId="{29AD14B6-753A-4CDA-BA5B-7E3BA07B5C8C}" type="presParOf" srcId="{6F46F22E-C72E-4771-9F49-39AD8C40D1E9}" destId="{87FCB289-EDEF-44D1-83F9-D8E9FA4FD99C}" srcOrd="5" destOrd="0" presId="urn:microsoft.com/office/officeart/2005/8/layout/vProcess5"/>
    <dgm:cxn modelId="{DF644806-2958-4626-A796-7B7A81D41E09}" type="presParOf" srcId="{6F46F22E-C72E-4771-9F49-39AD8C40D1E9}" destId="{C6E01035-02A1-45FE-A4D1-924CE71103BD}" srcOrd="6" destOrd="0" presId="urn:microsoft.com/office/officeart/2005/8/layout/vProcess5"/>
    <dgm:cxn modelId="{9A078492-845E-4792-AB85-FBB79EEA4376}" type="presParOf" srcId="{6F46F22E-C72E-4771-9F49-39AD8C40D1E9}" destId="{15D5C2C5-40EB-453C-9355-BE3D957BB748}" srcOrd="7" destOrd="0" presId="urn:microsoft.com/office/officeart/2005/8/layout/vProcess5"/>
    <dgm:cxn modelId="{95637CC4-3F67-41F5-8584-FA5429E963F5}" type="presParOf" srcId="{6F46F22E-C72E-4771-9F49-39AD8C40D1E9}" destId="{AC226638-69B5-4384-B190-461089EA84B2}" srcOrd="8" destOrd="0" presId="urn:microsoft.com/office/officeart/2005/8/layout/vProcess5"/>
    <dgm:cxn modelId="{40FFC45C-E017-48B4-8C09-A83E3DBD57CF}" type="presParOf" srcId="{6F46F22E-C72E-4771-9F49-39AD8C40D1E9}" destId="{1A4CE49A-0DA5-4A15-A357-4C0C69CC3A03}" srcOrd="9" destOrd="0" presId="urn:microsoft.com/office/officeart/2005/8/layout/vProcess5"/>
    <dgm:cxn modelId="{D0B548B3-8E51-4299-8084-EC227745BCB3}" type="presParOf" srcId="{6F46F22E-C72E-4771-9F49-39AD8C40D1E9}" destId="{50DFD59E-9796-4634-9114-A50CCAB8FF8E}" srcOrd="10" destOrd="0" presId="urn:microsoft.com/office/officeart/2005/8/layout/vProcess5"/>
    <dgm:cxn modelId="{8B93F6C3-C872-4D50-ADEC-7A22B74AF0BC}" type="presParOf" srcId="{6F46F22E-C72E-4771-9F49-39AD8C40D1E9}" destId="{714011F7-7951-43A3-8C0A-7557B8D55595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77EF2E8-0F31-49B6-90C6-4E6A9A358EF8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4B3781-CBF0-4B94-8722-FB37C514BD30}">
      <dgm:prSet custT="1"/>
      <dgm:spPr/>
      <dgm:t>
        <a:bodyPr/>
        <a:lstStyle/>
        <a:p>
          <a:r>
            <a:rPr lang="en-US" sz="1400" dirty="0"/>
            <a:t>Insert Book → Add a new book with ID, title, author, and ISBN.</a:t>
          </a:r>
        </a:p>
      </dgm:t>
    </dgm:pt>
    <dgm:pt modelId="{BAE743CA-3F28-4371-8F80-7249C002B3B3}" type="parTrans" cxnId="{B7195E89-F169-4A97-88D3-2378CC516E46}">
      <dgm:prSet/>
      <dgm:spPr/>
      <dgm:t>
        <a:bodyPr/>
        <a:lstStyle/>
        <a:p>
          <a:endParaRPr lang="en-US"/>
        </a:p>
      </dgm:t>
    </dgm:pt>
    <dgm:pt modelId="{A299CFE4-75F9-478D-8CE5-70384637FFE5}" type="sibTrans" cxnId="{B7195E89-F169-4A97-88D3-2378CC516E46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84FE8A9A-AD87-4639-B31F-46A91B47D7C8}">
      <dgm:prSet custT="1"/>
      <dgm:spPr/>
      <dgm:t>
        <a:bodyPr/>
        <a:lstStyle/>
        <a:p>
          <a:r>
            <a:rPr lang="en-US" sz="1400" dirty="0"/>
            <a:t>Discard Book → Remove a book from the catalog (only if not borrowed).</a:t>
          </a:r>
        </a:p>
      </dgm:t>
    </dgm:pt>
    <dgm:pt modelId="{F8BEA5A0-39E3-4774-892B-ADB88798353E}" type="parTrans" cxnId="{40E0AF12-754D-4F51-B104-E2759CB425CF}">
      <dgm:prSet/>
      <dgm:spPr/>
      <dgm:t>
        <a:bodyPr/>
        <a:lstStyle/>
        <a:p>
          <a:endParaRPr lang="en-US"/>
        </a:p>
      </dgm:t>
    </dgm:pt>
    <dgm:pt modelId="{ECA6EC7C-C37D-4D35-9616-01D5CB7080AF}" type="sibTrans" cxnId="{40E0AF12-754D-4F51-B104-E2759CB425CF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FCC998F-059C-481D-A051-3C038BA5425A}">
      <dgm:prSet custT="1"/>
      <dgm:spPr/>
      <dgm:t>
        <a:bodyPr/>
        <a:lstStyle/>
        <a:p>
          <a:r>
            <a:rPr lang="en-US" sz="1400" dirty="0"/>
            <a:t>Enroll Member → Register a new student or faculty member.</a:t>
          </a:r>
        </a:p>
      </dgm:t>
    </dgm:pt>
    <dgm:pt modelId="{BA089306-8D95-4148-9702-F8A1232E2F0C}" type="parTrans" cxnId="{7F9DC540-0B13-4709-929D-15A6FDA5AEA8}">
      <dgm:prSet/>
      <dgm:spPr/>
      <dgm:t>
        <a:bodyPr/>
        <a:lstStyle/>
        <a:p>
          <a:endParaRPr lang="en-US"/>
        </a:p>
      </dgm:t>
    </dgm:pt>
    <dgm:pt modelId="{FB5EFC4E-A3D8-42F7-937B-2A61E23AA92A}" type="sibTrans" cxnId="{7F9DC540-0B13-4709-929D-15A6FDA5AEA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55B6AC8-A8D1-4CE2-BD20-843D4B510126}">
      <dgm:prSet custT="1"/>
      <dgm:spPr/>
      <dgm:t>
        <a:bodyPr/>
        <a:lstStyle/>
        <a:p>
          <a:r>
            <a:rPr lang="en-US" sz="1400" dirty="0"/>
            <a:t>Borrow Book → Issue a book to a member and set the due date.</a:t>
          </a:r>
        </a:p>
      </dgm:t>
    </dgm:pt>
    <dgm:pt modelId="{930A7669-A8DC-4525-AF07-E6F9C257AE80}" type="parTrans" cxnId="{A7F8E09B-3866-40C2-A172-36884E146D2D}">
      <dgm:prSet/>
      <dgm:spPr/>
      <dgm:t>
        <a:bodyPr/>
        <a:lstStyle/>
        <a:p>
          <a:endParaRPr lang="en-US"/>
        </a:p>
      </dgm:t>
    </dgm:pt>
    <dgm:pt modelId="{E3EF20FB-BDEA-4ACF-929E-1251EA500E06}" type="sibTrans" cxnId="{A7F8E09B-3866-40C2-A172-36884E146D2D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9A9821C-0227-4574-AABB-5BA0AF3E9C33}">
      <dgm:prSet custT="1"/>
      <dgm:spPr/>
      <dgm:t>
        <a:bodyPr/>
        <a:lstStyle/>
        <a:p>
          <a:r>
            <a:rPr lang="en-US" sz="1400" dirty="0"/>
            <a:t>Return Book → Return a borrowed book and calculate fine if overdue.</a:t>
          </a:r>
        </a:p>
      </dgm:t>
    </dgm:pt>
    <dgm:pt modelId="{CB63E7BF-3202-4655-9E32-BF27E358FD92}" type="parTrans" cxnId="{D75F25AD-FE59-462E-ACA2-50027328D010}">
      <dgm:prSet/>
      <dgm:spPr/>
      <dgm:t>
        <a:bodyPr/>
        <a:lstStyle/>
        <a:p>
          <a:endParaRPr lang="en-US"/>
        </a:p>
      </dgm:t>
    </dgm:pt>
    <dgm:pt modelId="{22A42104-AF73-4BDB-BC1B-09E49A99C500}" type="sibTrans" cxnId="{D75F25AD-FE59-462E-ACA2-50027328D010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3BC17840-034E-4521-B5AF-AE6B283E1497}">
      <dgm:prSet custT="1"/>
      <dgm:spPr/>
      <dgm:t>
        <a:bodyPr/>
        <a:lstStyle/>
        <a:p>
          <a:r>
            <a:rPr lang="en-US" sz="1400" dirty="0"/>
            <a:t>View All Books → Display the list of all books with availability status.</a:t>
          </a:r>
        </a:p>
      </dgm:t>
    </dgm:pt>
    <dgm:pt modelId="{25A1617D-E47F-415A-8369-C24585AA3B67}" type="parTrans" cxnId="{40EA1665-5E0E-4BEB-8A13-4A10D3C51948}">
      <dgm:prSet/>
      <dgm:spPr/>
      <dgm:t>
        <a:bodyPr/>
        <a:lstStyle/>
        <a:p>
          <a:endParaRPr lang="en-US"/>
        </a:p>
      </dgm:t>
    </dgm:pt>
    <dgm:pt modelId="{1370375A-4F82-472A-B913-022A5B43B3A2}" type="sibTrans" cxnId="{40EA1665-5E0E-4BEB-8A13-4A10D3C51948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3D955AC3-2101-4BF4-A716-DE30329CA6AF}">
      <dgm:prSet custT="1"/>
      <dgm:spPr/>
      <dgm:t>
        <a:bodyPr/>
        <a:lstStyle/>
        <a:p>
          <a:r>
            <a:rPr lang="en-US" sz="1400" dirty="0"/>
            <a:t>View All Members → Display all registered members with their borrowed books.</a:t>
          </a:r>
        </a:p>
      </dgm:t>
    </dgm:pt>
    <dgm:pt modelId="{08C86630-E0D5-4D48-94C9-1D6630BE2F57}" type="parTrans" cxnId="{E41A88F6-72BD-45ED-A097-1F7ACFDDA5B2}">
      <dgm:prSet/>
      <dgm:spPr/>
      <dgm:t>
        <a:bodyPr/>
        <a:lstStyle/>
        <a:p>
          <a:endParaRPr lang="en-US"/>
        </a:p>
      </dgm:t>
    </dgm:pt>
    <dgm:pt modelId="{4C1747CA-CAF8-46CE-901D-8F8BE5FC6451}" type="sibTrans" cxnId="{E41A88F6-72BD-45ED-A097-1F7ACFDDA5B2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F3BCBF75-B44F-4F97-A03D-E76357A65B79}">
      <dgm:prSet custT="1"/>
      <dgm:spPr/>
      <dgm:t>
        <a:bodyPr/>
        <a:lstStyle/>
        <a:p>
          <a:r>
            <a:rPr lang="en-US" sz="1400"/>
            <a:t>Exit → Close the application.</a:t>
          </a:r>
        </a:p>
      </dgm:t>
    </dgm:pt>
    <dgm:pt modelId="{15B1BC6B-8EFC-47B8-8AC1-DD5C22A98122}" type="parTrans" cxnId="{9F76B3B3-D9A7-4E6A-A04F-6264562484B0}">
      <dgm:prSet/>
      <dgm:spPr/>
      <dgm:t>
        <a:bodyPr/>
        <a:lstStyle/>
        <a:p>
          <a:endParaRPr lang="en-US"/>
        </a:p>
      </dgm:t>
    </dgm:pt>
    <dgm:pt modelId="{777E14C0-7AE3-4618-8B8E-5E33B2A997E5}" type="sibTrans" cxnId="{9F76B3B3-D9A7-4E6A-A04F-6264562484B0}">
      <dgm:prSet phldrT="8" phldr="0"/>
      <dgm:spPr/>
      <dgm:t>
        <a:bodyPr/>
        <a:lstStyle/>
        <a:p>
          <a:r>
            <a:rPr lang="en-US"/>
            <a:t>8</a:t>
          </a:r>
        </a:p>
      </dgm:t>
    </dgm:pt>
    <dgm:pt modelId="{1B10BFD4-788F-4B50-AF1B-0CD8A9044E14}" type="pres">
      <dgm:prSet presAssocID="{977EF2E8-0F31-49B6-90C6-4E6A9A358EF8}" presName="linearFlow" presStyleCnt="0">
        <dgm:presLayoutVars>
          <dgm:dir/>
          <dgm:animLvl val="lvl"/>
          <dgm:resizeHandles val="exact"/>
        </dgm:presLayoutVars>
      </dgm:prSet>
      <dgm:spPr/>
    </dgm:pt>
    <dgm:pt modelId="{498A6083-6549-491C-A578-46E57CC5C719}" type="pres">
      <dgm:prSet presAssocID="{E34B3781-CBF0-4B94-8722-FB37C514BD30}" presName="compositeNode" presStyleCnt="0"/>
      <dgm:spPr/>
    </dgm:pt>
    <dgm:pt modelId="{924F941A-3E73-44C8-9EC3-BE8365C31AD9}" type="pres">
      <dgm:prSet presAssocID="{E34B3781-CBF0-4B94-8722-FB37C514BD3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7078DB6-8444-4C30-9C62-EF4294C719A7}" type="pres">
      <dgm:prSet presAssocID="{E34B3781-CBF0-4B94-8722-FB37C514BD30}" presName="parSh" presStyleCnt="0"/>
      <dgm:spPr/>
    </dgm:pt>
    <dgm:pt modelId="{1A8CA17E-F2E7-40C4-A34C-E6F218D338F4}" type="pres">
      <dgm:prSet presAssocID="{E34B3781-CBF0-4B94-8722-FB37C514BD30}" presName="lineNode" presStyleLbl="alignAccFollowNode1" presStyleIdx="0" presStyleCnt="24"/>
      <dgm:spPr/>
    </dgm:pt>
    <dgm:pt modelId="{8846C38A-78A9-4EB0-83CF-2F3D42704A64}" type="pres">
      <dgm:prSet presAssocID="{E34B3781-CBF0-4B94-8722-FB37C514BD30}" presName="lineArrowNode" presStyleLbl="alignAccFollowNode1" presStyleIdx="1" presStyleCnt="24"/>
      <dgm:spPr/>
    </dgm:pt>
    <dgm:pt modelId="{9E7BD1A2-8DE5-4B18-8C31-400C2A7B9E46}" type="pres">
      <dgm:prSet presAssocID="{A299CFE4-75F9-478D-8CE5-70384637FFE5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530B71CA-2F0E-4C8B-B683-AE3C1F283703}" type="pres">
      <dgm:prSet presAssocID="{A299CFE4-75F9-478D-8CE5-70384637FFE5}" presName="spacerBetweenCircleAndCallout" presStyleCnt="0">
        <dgm:presLayoutVars/>
      </dgm:prSet>
      <dgm:spPr/>
    </dgm:pt>
    <dgm:pt modelId="{A6F714B6-223C-47F8-A860-B6D6D5FF701A}" type="pres">
      <dgm:prSet presAssocID="{E34B3781-CBF0-4B94-8722-FB37C514BD30}" presName="nodeText" presStyleLbl="alignAccFollowNode1" presStyleIdx="2" presStyleCnt="24">
        <dgm:presLayoutVars>
          <dgm:bulletEnabled val="1"/>
        </dgm:presLayoutVars>
      </dgm:prSet>
      <dgm:spPr/>
    </dgm:pt>
    <dgm:pt modelId="{4B4B35EF-88D6-49C0-9AA3-AF2536400F8D}" type="pres">
      <dgm:prSet presAssocID="{A299CFE4-75F9-478D-8CE5-70384637FFE5}" presName="sibTransComposite" presStyleCnt="0"/>
      <dgm:spPr/>
    </dgm:pt>
    <dgm:pt modelId="{A7F32712-6A50-470E-9315-B24AEAC93B20}" type="pres">
      <dgm:prSet presAssocID="{84FE8A9A-AD87-4639-B31F-46A91B47D7C8}" presName="compositeNode" presStyleCnt="0"/>
      <dgm:spPr/>
    </dgm:pt>
    <dgm:pt modelId="{11EB750A-9600-445F-B0A8-E75C7B4328FA}" type="pres">
      <dgm:prSet presAssocID="{84FE8A9A-AD87-4639-B31F-46A91B47D7C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F4F7476-6874-4FF6-88AF-69855DAA2736}" type="pres">
      <dgm:prSet presAssocID="{84FE8A9A-AD87-4639-B31F-46A91B47D7C8}" presName="parSh" presStyleCnt="0"/>
      <dgm:spPr/>
    </dgm:pt>
    <dgm:pt modelId="{DC85FA43-90EB-4F68-863E-6076867A8D23}" type="pres">
      <dgm:prSet presAssocID="{84FE8A9A-AD87-4639-B31F-46A91B47D7C8}" presName="lineNode" presStyleLbl="alignAccFollowNode1" presStyleIdx="3" presStyleCnt="24"/>
      <dgm:spPr/>
    </dgm:pt>
    <dgm:pt modelId="{1CD3C3FB-1452-4BBB-8A04-DC3D24D8CBE2}" type="pres">
      <dgm:prSet presAssocID="{84FE8A9A-AD87-4639-B31F-46A91B47D7C8}" presName="lineArrowNode" presStyleLbl="alignAccFollowNode1" presStyleIdx="4" presStyleCnt="24"/>
      <dgm:spPr/>
    </dgm:pt>
    <dgm:pt modelId="{E7F6151D-4AF0-4DFD-82E8-44E1310B2A39}" type="pres">
      <dgm:prSet presAssocID="{ECA6EC7C-C37D-4D35-9616-01D5CB7080AF}" presName="sibTransNodeCircle" presStyleLbl="alignNode1" presStyleIdx="1" presStyleCnt="8">
        <dgm:presLayoutVars>
          <dgm:chMax val="0"/>
          <dgm:bulletEnabled/>
        </dgm:presLayoutVars>
      </dgm:prSet>
      <dgm:spPr/>
    </dgm:pt>
    <dgm:pt modelId="{A2A4895E-3D0D-44C4-9E57-BFE78AFCD092}" type="pres">
      <dgm:prSet presAssocID="{ECA6EC7C-C37D-4D35-9616-01D5CB7080AF}" presName="spacerBetweenCircleAndCallout" presStyleCnt="0">
        <dgm:presLayoutVars/>
      </dgm:prSet>
      <dgm:spPr/>
    </dgm:pt>
    <dgm:pt modelId="{0E26C745-8B31-4447-A0F4-CB0423F93DBA}" type="pres">
      <dgm:prSet presAssocID="{84FE8A9A-AD87-4639-B31F-46A91B47D7C8}" presName="nodeText" presStyleLbl="alignAccFollowNode1" presStyleIdx="5" presStyleCnt="24">
        <dgm:presLayoutVars>
          <dgm:bulletEnabled val="1"/>
        </dgm:presLayoutVars>
      </dgm:prSet>
      <dgm:spPr/>
    </dgm:pt>
    <dgm:pt modelId="{14D60F55-5064-46F0-A5D5-481D3D335169}" type="pres">
      <dgm:prSet presAssocID="{ECA6EC7C-C37D-4D35-9616-01D5CB7080AF}" presName="sibTransComposite" presStyleCnt="0"/>
      <dgm:spPr/>
    </dgm:pt>
    <dgm:pt modelId="{044C1B33-3C84-48C9-95E5-A6CF868AEE02}" type="pres">
      <dgm:prSet presAssocID="{CFCC998F-059C-481D-A051-3C038BA5425A}" presName="compositeNode" presStyleCnt="0"/>
      <dgm:spPr/>
    </dgm:pt>
    <dgm:pt modelId="{EF823873-268C-4BE9-91BC-9985ECCFC755}" type="pres">
      <dgm:prSet presAssocID="{CFCC998F-059C-481D-A051-3C038BA5425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A9E6952-274D-4DF1-8DBB-90C2285F09C0}" type="pres">
      <dgm:prSet presAssocID="{CFCC998F-059C-481D-A051-3C038BA5425A}" presName="parSh" presStyleCnt="0"/>
      <dgm:spPr/>
    </dgm:pt>
    <dgm:pt modelId="{9F82C150-DB79-4ABD-A18E-22484312E7D0}" type="pres">
      <dgm:prSet presAssocID="{CFCC998F-059C-481D-A051-3C038BA5425A}" presName="lineNode" presStyleLbl="alignAccFollowNode1" presStyleIdx="6" presStyleCnt="24"/>
      <dgm:spPr/>
    </dgm:pt>
    <dgm:pt modelId="{18589A6C-D0B9-4EAE-A4C2-6F24916A2A89}" type="pres">
      <dgm:prSet presAssocID="{CFCC998F-059C-481D-A051-3C038BA5425A}" presName="lineArrowNode" presStyleLbl="alignAccFollowNode1" presStyleIdx="7" presStyleCnt="24"/>
      <dgm:spPr/>
    </dgm:pt>
    <dgm:pt modelId="{EBB2BC89-7E59-404A-9CD6-6002DAE6E511}" type="pres">
      <dgm:prSet presAssocID="{FB5EFC4E-A3D8-42F7-937B-2A61E23AA92A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40F38572-EAAF-47BB-BEE4-A0A41C4F0F86}" type="pres">
      <dgm:prSet presAssocID="{FB5EFC4E-A3D8-42F7-937B-2A61E23AA92A}" presName="spacerBetweenCircleAndCallout" presStyleCnt="0">
        <dgm:presLayoutVars/>
      </dgm:prSet>
      <dgm:spPr/>
    </dgm:pt>
    <dgm:pt modelId="{7B2F3CAD-0D9B-4C1C-B08D-F4763C965DCF}" type="pres">
      <dgm:prSet presAssocID="{CFCC998F-059C-481D-A051-3C038BA5425A}" presName="nodeText" presStyleLbl="alignAccFollowNode1" presStyleIdx="8" presStyleCnt="24" custScaleY="100000">
        <dgm:presLayoutVars>
          <dgm:bulletEnabled val="1"/>
        </dgm:presLayoutVars>
      </dgm:prSet>
      <dgm:spPr/>
    </dgm:pt>
    <dgm:pt modelId="{87FCF32A-CB83-4AA1-85DE-1807434F1FF7}" type="pres">
      <dgm:prSet presAssocID="{FB5EFC4E-A3D8-42F7-937B-2A61E23AA92A}" presName="sibTransComposite" presStyleCnt="0"/>
      <dgm:spPr/>
    </dgm:pt>
    <dgm:pt modelId="{8C5E83D8-3CB3-4852-B6F3-CC675CA4B19B}" type="pres">
      <dgm:prSet presAssocID="{855B6AC8-A8D1-4CE2-BD20-843D4B510126}" presName="compositeNode" presStyleCnt="0"/>
      <dgm:spPr/>
    </dgm:pt>
    <dgm:pt modelId="{1D5E0F01-A24B-437F-BC41-A8D666074D1A}" type="pres">
      <dgm:prSet presAssocID="{855B6AC8-A8D1-4CE2-BD20-843D4B51012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DBE2260-4449-4DDE-BE39-B754926A6B04}" type="pres">
      <dgm:prSet presAssocID="{855B6AC8-A8D1-4CE2-BD20-843D4B510126}" presName="parSh" presStyleCnt="0"/>
      <dgm:spPr/>
    </dgm:pt>
    <dgm:pt modelId="{F313ED8E-B2B3-4D82-9DF3-A66086FB5E6E}" type="pres">
      <dgm:prSet presAssocID="{855B6AC8-A8D1-4CE2-BD20-843D4B510126}" presName="lineNode" presStyleLbl="alignAccFollowNode1" presStyleIdx="9" presStyleCnt="24"/>
      <dgm:spPr/>
    </dgm:pt>
    <dgm:pt modelId="{B56392CD-57C9-43E0-93F2-9E00659AC781}" type="pres">
      <dgm:prSet presAssocID="{855B6AC8-A8D1-4CE2-BD20-843D4B510126}" presName="lineArrowNode" presStyleLbl="alignAccFollowNode1" presStyleIdx="10" presStyleCnt="24"/>
      <dgm:spPr/>
    </dgm:pt>
    <dgm:pt modelId="{BB56BDF9-0126-465C-AD52-410379C9B38E}" type="pres">
      <dgm:prSet presAssocID="{E3EF20FB-BDEA-4ACF-929E-1251EA500E06}" presName="sibTransNodeCircle" presStyleLbl="alignNode1" presStyleIdx="3" presStyleCnt="8">
        <dgm:presLayoutVars>
          <dgm:chMax val="0"/>
          <dgm:bulletEnabled/>
        </dgm:presLayoutVars>
      </dgm:prSet>
      <dgm:spPr/>
    </dgm:pt>
    <dgm:pt modelId="{7C5DF891-CD70-4CC6-9EEE-17C7DDB093BC}" type="pres">
      <dgm:prSet presAssocID="{E3EF20FB-BDEA-4ACF-929E-1251EA500E06}" presName="spacerBetweenCircleAndCallout" presStyleCnt="0">
        <dgm:presLayoutVars/>
      </dgm:prSet>
      <dgm:spPr/>
    </dgm:pt>
    <dgm:pt modelId="{D9AC04EA-F800-44B9-8A54-10A9013F308D}" type="pres">
      <dgm:prSet presAssocID="{855B6AC8-A8D1-4CE2-BD20-843D4B510126}" presName="nodeText" presStyleLbl="alignAccFollowNode1" presStyleIdx="11" presStyleCnt="24" custScaleY="100000" custLinFactNeighborX="2017" custLinFactNeighborY="2215">
        <dgm:presLayoutVars>
          <dgm:bulletEnabled val="1"/>
        </dgm:presLayoutVars>
      </dgm:prSet>
      <dgm:spPr/>
    </dgm:pt>
    <dgm:pt modelId="{C948F57D-53B2-4206-9636-28D896774455}" type="pres">
      <dgm:prSet presAssocID="{E3EF20FB-BDEA-4ACF-929E-1251EA500E06}" presName="sibTransComposite" presStyleCnt="0"/>
      <dgm:spPr/>
    </dgm:pt>
    <dgm:pt modelId="{4FA79895-9D14-44EF-B84B-CAE085BBB9D5}" type="pres">
      <dgm:prSet presAssocID="{E9A9821C-0227-4574-AABB-5BA0AF3E9C33}" presName="compositeNode" presStyleCnt="0"/>
      <dgm:spPr/>
    </dgm:pt>
    <dgm:pt modelId="{D1F56989-9CE3-47CE-B753-B1EE8FF31943}" type="pres">
      <dgm:prSet presAssocID="{E9A9821C-0227-4574-AABB-5BA0AF3E9C3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9BB9FA8-2487-4A18-B3AF-C0AF18101146}" type="pres">
      <dgm:prSet presAssocID="{E9A9821C-0227-4574-AABB-5BA0AF3E9C33}" presName="parSh" presStyleCnt="0"/>
      <dgm:spPr/>
    </dgm:pt>
    <dgm:pt modelId="{80BD528A-7DBF-4C8F-910B-B347CB261626}" type="pres">
      <dgm:prSet presAssocID="{E9A9821C-0227-4574-AABB-5BA0AF3E9C33}" presName="lineNode" presStyleLbl="alignAccFollowNode1" presStyleIdx="12" presStyleCnt="24"/>
      <dgm:spPr/>
    </dgm:pt>
    <dgm:pt modelId="{37D4B378-D135-4F71-B012-39382E4D247E}" type="pres">
      <dgm:prSet presAssocID="{E9A9821C-0227-4574-AABB-5BA0AF3E9C33}" presName="lineArrowNode" presStyleLbl="alignAccFollowNode1" presStyleIdx="13" presStyleCnt="24"/>
      <dgm:spPr/>
    </dgm:pt>
    <dgm:pt modelId="{CD05A386-AEF4-42BD-8A16-2E04A2ED8C32}" type="pres">
      <dgm:prSet presAssocID="{22A42104-AF73-4BDB-BC1B-09E49A99C500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0BD91037-C39E-4DF5-ABDF-67E580C5B463}" type="pres">
      <dgm:prSet presAssocID="{22A42104-AF73-4BDB-BC1B-09E49A99C500}" presName="spacerBetweenCircleAndCallout" presStyleCnt="0">
        <dgm:presLayoutVars/>
      </dgm:prSet>
      <dgm:spPr/>
    </dgm:pt>
    <dgm:pt modelId="{BFBB3AF0-9B4B-4F33-93D3-DF0EA7559EB1}" type="pres">
      <dgm:prSet presAssocID="{E9A9821C-0227-4574-AABB-5BA0AF3E9C33}" presName="nodeText" presStyleLbl="alignAccFollowNode1" presStyleIdx="14" presStyleCnt="24">
        <dgm:presLayoutVars>
          <dgm:bulletEnabled val="1"/>
        </dgm:presLayoutVars>
      </dgm:prSet>
      <dgm:spPr/>
    </dgm:pt>
    <dgm:pt modelId="{87F41A23-64C8-4162-9A32-FEE0A55EF8DB}" type="pres">
      <dgm:prSet presAssocID="{22A42104-AF73-4BDB-BC1B-09E49A99C500}" presName="sibTransComposite" presStyleCnt="0"/>
      <dgm:spPr/>
    </dgm:pt>
    <dgm:pt modelId="{D6DCC4F8-9DBE-4464-BBAC-DECBBEF18957}" type="pres">
      <dgm:prSet presAssocID="{3BC17840-034E-4521-B5AF-AE6B283E1497}" presName="compositeNode" presStyleCnt="0"/>
      <dgm:spPr/>
    </dgm:pt>
    <dgm:pt modelId="{77143DCB-AAE9-48C9-A647-E2CB070C25A1}" type="pres">
      <dgm:prSet presAssocID="{3BC17840-034E-4521-B5AF-AE6B283E149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F65EF0AD-C8EA-4EDB-BE43-8C32616C62E9}" type="pres">
      <dgm:prSet presAssocID="{3BC17840-034E-4521-B5AF-AE6B283E1497}" presName="parSh" presStyleCnt="0"/>
      <dgm:spPr/>
    </dgm:pt>
    <dgm:pt modelId="{A3EDB125-EA90-46E8-899A-A99A5C98F277}" type="pres">
      <dgm:prSet presAssocID="{3BC17840-034E-4521-B5AF-AE6B283E1497}" presName="lineNode" presStyleLbl="alignAccFollowNode1" presStyleIdx="15" presStyleCnt="24"/>
      <dgm:spPr/>
    </dgm:pt>
    <dgm:pt modelId="{62CE964B-1A5C-4A1B-AE4F-CBA95A7CA6DB}" type="pres">
      <dgm:prSet presAssocID="{3BC17840-034E-4521-B5AF-AE6B283E1497}" presName="lineArrowNode" presStyleLbl="alignAccFollowNode1" presStyleIdx="16" presStyleCnt="24"/>
      <dgm:spPr/>
    </dgm:pt>
    <dgm:pt modelId="{6555F8ED-B67C-46E2-9055-3D37F5973BAE}" type="pres">
      <dgm:prSet presAssocID="{1370375A-4F82-472A-B913-022A5B43B3A2}" presName="sibTransNodeCircle" presStyleLbl="alignNode1" presStyleIdx="5" presStyleCnt="8">
        <dgm:presLayoutVars>
          <dgm:chMax val="0"/>
          <dgm:bulletEnabled/>
        </dgm:presLayoutVars>
      </dgm:prSet>
      <dgm:spPr/>
    </dgm:pt>
    <dgm:pt modelId="{E5C9765B-DD49-4B3A-AA23-89FC79CB1AC5}" type="pres">
      <dgm:prSet presAssocID="{1370375A-4F82-472A-B913-022A5B43B3A2}" presName="spacerBetweenCircleAndCallout" presStyleCnt="0">
        <dgm:presLayoutVars/>
      </dgm:prSet>
      <dgm:spPr/>
    </dgm:pt>
    <dgm:pt modelId="{41D7352E-7E19-4019-B9B8-B40D94C9959C}" type="pres">
      <dgm:prSet presAssocID="{3BC17840-034E-4521-B5AF-AE6B283E1497}" presName="nodeText" presStyleLbl="alignAccFollowNode1" presStyleIdx="17" presStyleCnt="24">
        <dgm:presLayoutVars>
          <dgm:bulletEnabled val="1"/>
        </dgm:presLayoutVars>
      </dgm:prSet>
      <dgm:spPr/>
    </dgm:pt>
    <dgm:pt modelId="{FE6945DE-1269-4414-8F1F-4C8AA857D736}" type="pres">
      <dgm:prSet presAssocID="{1370375A-4F82-472A-B913-022A5B43B3A2}" presName="sibTransComposite" presStyleCnt="0"/>
      <dgm:spPr/>
    </dgm:pt>
    <dgm:pt modelId="{AAB2B1B7-F512-45FD-824A-5ABA54DBEBAA}" type="pres">
      <dgm:prSet presAssocID="{3D955AC3-2101-4BF4-A716-DE30329CA6AF}" presName="compositeNode" presStyleCnt="0"/>
      <dgm:spPr/>
    </dgm:pt>
    <dgm:pt modelId="{61C6A084-C11D-4207-957D-CBAC74194BB3}" type="pres">
      <dgm:prSet presAssocID="{3D955AC3-2101-4BF4-A716-DE30329CA6A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A24AD62-B0A2-4A51-B5B9-4ECA335746FF}" type="pres">
      <dgm:prSet presAssocID="{3D955AC3-2101-4BF4-A716-DE30329CA6AF}" presName="parSh" presStyleCnt="0"/>
      <dgm:spPr/>
    </dgm:pt>
    <dgm:pt modelId="{D18D8586-6B93-4D70-8CC3-DAD779204482}" type="pres">
      <dgm:prSet presAssocID="{3D955AC3-2101-4BF4-A716-DE30329CA6AF}" presName="lineNode" presStyleLbl="alignAccFollowNode1" presStyleIdx="18" presStyleCnt="24"/>
      <dgm:spPr/>
    </dgm:pt>
    <dgm:pt modelId="{2D9C1DA1-DF8A-4B3C-915C-8594D05B7E87}" type="pres">
      <dgm:prSet presAssocID="{3D955AC3-2101-4BF4-A716-DE30329CA6AF}" presName="lineArrowNode" presStyleLbl="alignAccFollowNode1" presStyleIdx="19" presStyleCnt="24"/>
      <dgm:spPr/>
    </dgm:pt>
    <dgm:pt modelId="{68CDD619-3640-4442-A40F-49B8B0CFB149}" type="pres">
      <dgm:prSet presAssocID="{4C1747CA-CAF8-46CE-901D-8F8BE5FC6451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4DE90AB7-9CF2-466D-BDA9-05CFA4600104}" type="pres">
      <dgm:prSet presAssocID="{4C1747CA-CAF8-46CE-901D-8F8BE5FC6451}" presName="spacerBetweenCircleAndCallout" presStyleCnt="0">
        <dgm:presLayoutVars/>
      </dgm:prSet>
      <dgm:spPr/>
    </dgm:pt>
    <dgm:pt modelId="{31C93380-A92D-4CD8-94A5-4EEF045BD45E}" type="pres">
      <dgm:prSet presAssocID="{3D955AC3-2101-4BF4-A716-DE30329CA6AF}" presName="nodeText" presStyleLbl="alignAccFollowNode1" presStyleIdx="20" presStyleCnt="24">
        <dgm:presLayoutVars>
          <dgm:bulletEnabled val="1"/>
        </dgm:presLayoutVars>
      </dgm:prSet>
      <dgm:spPr/>
    </dgm:pt>
    <dgm:pt modelId="{325FA01D-02E0-4EE9-B086-49B667F4BE6A}" type="pres">
      <dgm:prSet presAssocID="{4C1747CA-CAF8-46CE-901D-8F8BE5FC6451}" presName="sibTransComposite" presStyleCnt="0"/>
      <dgm:spPr/>
    </dgm:pt>
    <dgm:pt modelId="{54D43E43-F1F1-406F-A0E7-CAC90EB2BBED}" type="pres">
      <dgm:prSet presAssocID="{F3BCBF75-B44F-4F97-A03D-E76357A65B79}" presName="compositeNode" presStyleCnt="0"/>
      <dgm:spPr/>
    </dgm:pt>
    <dgm:pt modelId="{CAA986F4-B645-4BD6-99B4-A6281ACA821C}" type="pres">
      <dgm:prSet presAssocID="{F3BCBF75-B44F-4F97-A03D-E76357A65B7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2256760-9A28-4AF9-ABDB-DE35201D51BE}" type="pres">
      <dgm:prSet presAssocID="{F3BCBF75-B44F-4F97-A03D-E76357A65B79}" presName="parSh" presStyleCnt="0"/>
      <dgm:spPr/>
    </dgm:pt>
    <dgm:pt modelId="{7A1C77D3-6585-4FEE-A0FA-9F7DE3C92A4C}" type="pres">
      <dgm:prSet presAssocID="{F3BCBF75-B44F-4F97-A03D-E76357A65B79}" presName="lineNode" presStyleLbl="alignAccFollowNode1" presStyleIdx="21" presStyleCnt="24"/>
      <dgm:spPr/>
    </dgm:pt>
    <dgm:pt modelId="{62FA5C75-AC03-402D-84B9-2D04D471C26A}" type="pres">
      <dgm:prSet presAssocID="{F3BCBF75-B44F-4F97-A03D-E76357A65B79}" presName="lineArrowNode" presStyleLbl="alignAccFollowNode1" presStyleIdx="22" presStyleCnt="24"/>
      <dgm:spPr/>
    </dgm:pt>
    <dgm:pt modelId="{D7CA6A11-C81E-4EAA-AD91-C780457299DB}" type="pres">
      <dgm:prSet presAssocID="{777E14C0-7AE3-4618-8B8E-5E33B2A997E5}" presName="sibTransNodeCircle" presStyleLbl="alignNode1" presStyleIdx="7" presStyleCnt="8">
        <dgm:presLayoutVars>
          <dgm:chMax val="0"/>
          <dgm:bulletEnabled/>
        </dgm:presLayoutVars>
      </dgm:prSet>
      <dgm:spPr/>
    </dgm:pt>
    <dgm:pt modelId="{23C159F8-D1F9-410E-899A-66BA7BFB210D}" type="pres">
      <dgm:prSet presAssocID="{777E14C0-7AE3-4618-8B8E-5E33B2A997E5}" presName="spacerBetweenCircleAndCallout" presStyleCnt="0">
        <dgm:presLayoutVars/>
      </dgm:prSet>
      <dgm:spPr/>
    </dgm:pt>
    <dgm:pt modelId="{E2B03F13-F599-4590-8F94-5D00B93F0A83}" type="pres">
      <dgm:prSet presAssocID="{F3BCBF75-B44F-4F97-A03D-E76357A65B79}" presName="nodeText" presStyleLbl="alignAccFollowNode1" presStyleIdx="23" presStyleCnt="24">
        <dgm:presLayoutVars>
          <dgm:bulletEnabled val="1"/>
        </dgm:presLayoutVars>
      </dgm:prSet>
      <dgm:spPr/>
    </dgm:pt>
  </dgm:ptLst>
  <dgm:cxnLst>
    <dgm:cxn modelId="{FD4F1005-F037-475A-909F-7C933C99BD4E}" type="presOf" srcId="{84FE8A9A-AD87-4639-B31F-46A91B47D7C8}" destId="{0E26C745-8B31-4447-A0F4-CB0423F93DBA}" srcOrd="0" destOrd="0" presId="urn:microsoft.com/office/officeart/2016/7/layout/LinearArrowProcessNumbered"/>
    <dgm:cxn modelId="{40E0AF12-754D-4F51-B104-E2759CB425CF}" srcId="{977EF2E8-0F31-49B6-90C6-4E6A9A358EF8}" destId="{84FE8A9A-AD87-4639-B31F-46A91B47D7C8}" srcOrd="1" destOrd="0" parTransId="{F8BEA5A0-39E3-4774-892B-ADB88798353E}" sibTransId="{ECA6EC7C-C37D-4D35-9616-01D5CB7080AF}"/>
    <dgm:cxn modelId="{6E69C821-A13E-4C9F-85E4-7C137E9FEC70}" type="presOf" srcId="{977EF2E8-0F31-49B6-90C6-4E6A9A358EF8}" destId="{1B10BFD4-788F-4B50-AF1B-0CD8A9044E14}" srcOrd="0" destOrd="0" presId="urn:microsoft.com/office/officeart/2016/7/layout/LinearArrowProcessNumbered"/>
    <dgm:cxn modelId="{D9703E2B-62FF-4ACC-9EF5-3C0F1BDDA150}" type="presOf" srcId="{E34B3781-CBF0-4B94-8722-FB37C514BD30}" destId="{A6F714B6-223C-47F8-A860-B6D6D5FF701A}" srcOrd="0" destOrd="0" presId="urn:microsoft.com/office/officeart/2016/7/layout/LinearArrowProcessNumbered"/>
    <dgm:cxn modelId="{0348D72E-EB9A-4EE7-B1FF-FAAEBE8A6940}" type="presOf" srcId="{ECA6EC7C-C37D-4D35-9616-01D5CB7080AF}" destId="{E7F6151D-4AF0-4DFD-82E8-44E1310B2A39}" srcOrd="0" destOrd="0" presId="urn:microsoft.com/office/officeart/2016/7/layout/LinearArrowProcessNumbered"/>
    <dgm:cxn modelId="{734DEB2E-FA10-4B68-A035-5666BC29250F}" type="presOf" srcId="{777E14C0-7AE3-4618-8B8E-5E33B2A997E5}" destId="{D7CA6A11-C81E-4EAA-AD91-C780457299DB}" srcOrd="0" destOrd="0" presId="urn:microsoft.com/office/officeart/2016/7/layout/LinearArrowProcessNumbered"/>
    <dgm:cxn modelId="{4CE69339-2709-4483-BD7A-9B2567C1232D}" type="presOf" srcId="{4C1747CA-CAF8-46CE-901D-8F8BE5FC6451}" destId="{68CDD619-3640-4442-A40F-49B8B0CFB149}" srcOrd="0" destOrd="0" presId="urn:microsoft.com/office/officeart/2016/7/layout/LinearArrowProcessNumbered"/>
    <dgm:cxn modelId="{7F9DC540-0B13-4709-929D-15A6FDA5AEA8}" srcId="{977EF2E8-0F31-49B6-90C6-4E6A9A358EF8}" destId="{CFCC998F-059C-481D-A051-3C038BA5425A}" srcOrd="2" destOrd="0" parTransId="{BA089306-8D95-4148-9702-F8A1232E2F0C}" sibTransId="{FB5EFC4E-A3D8-42F7-937B-2A61E23AA92A}"/>
    <dgm:cxn modelId="{71BB795E-F86D-4028-A275-8A2E41BBC5E1}" type="presOf" srcId="{22A42104-AF73-4BDB-BC1B-09E49A99C500}" destId="{CD05A386-AEF4-42BD-8A16-2E04A2ED8C32}" srcOrd="0" destOrd="0" presId="urn:microsoft.com/office/officeart/2016/7/layout/LinearArrowProcessNumbered"/>
    <dgm:cxn modelId="{40EA1665-5E0E-4BEB-8A13-4A10D3C51948}" srcId="{977EF2E8-0F31-49B6-90C6-4E6A9A358EF8}" destId="{3BC17840-034E-4521-B5AF-AE6B283E1497}" srcOrd="5" destOrd="0" parTransId="{25A1617D-E47F-415A-8369-C24585AA3B67}" sibTransId="{1370375A-4F82-472A-B913-022A5B43B3A2}"/>
    <dgm:cxn modelId="{C78F5C48-0B60-48A1-AD88-B9019F5AF533}" type="presOf" srcId="{A299CFE4-75F9-478D-8CE5-70384637FFE5}" destId="{9E7BD1A2-8DE5-4B18-8C31-400C2A7B9E46}" srcOrd="0" destOrd="0" presId="urn:microsoft.com/office/officeart/2016/7/layout/LinearArrowProcessNumbered"/>
    <dgm:cxn modelId="{1EB5936D-6D9C-4EE3-B0E6-1FF851411ABB}" type="presOf" srcId="{FB5EFC4E-A3D8-42F7-937B-2A61E23AA92A}" destId="{EBB2BC89-7E59-404A-9CD6-6002DAE6E511}" srcOrd="0" destOrd="0" presId="urn:microsoft.com/office/officeart/2016/7/layout/LinearArrowProcessNumbered"/>
    <dgm:cxn modelId="{93DFFA54-85CE-40C5-BB0F-CCB9472322C3}" type="presOf" srcId="{CFCC998F-059C-481D-A051-3C038BA5425A}" destId="{7B2F3CAD-0D9B-4C1C-B08D-F4763C965DCF}" srcOrd="0" destOrd="0" presId="urn:microsoft.com/office/officeart/2016/7/layout/LinearArrowProcessNumbered"/>
    <dgm:cxn modelId="{BEDC9A55-146F-4B6B-849F-A15378744CB3}" type="presOf" srcId="{3BC17840-034E-4521-B5AF-AE6B283E1497}" destId="{41D7352E-7E19-4019-B9B8-B40D94C9959C}" srcOrd="0" destOrd="0" presId="urn:microsoft.com/office/officeart/2016/7/layout/LinearArrowProcessNumbered"/>
    <dgm:cxn modelId="{BCE09A55-0B4B-418F-BF53-8CFBE550D5A6}" type="presOf" srcId="{855B6AC8-A8D1-4CE2-BD20-843D4B510126}" destId="{D9AC04EA-F800-44B9-8A54-10A9013F308D}" srcOrd="0" destOrd="0" presId="urn:microsoft.com/office/officeart/2016/7/layout/LinearArrowProcessNumbered"/>
    <dgm:cxn modelId="{B7195E89-F169-4A97-88D3-2378CC516E46}" srcId="{977EF2E8-0F31-49B6-90C6-4E6A9A358EF8}" destId="{E34B3781-CBF0-4B94-8722-FB37C514BD30}" srcOrd="0" destOrd="0" parTransId="{BAE743CA-3F28-4371-8F80-7249C002B3B3}" sibTransId="{A299CFE4-75F9-478D-8CE5-70384637FFE5}"/>
    <dgm:cxn modelId="{8AA56C91-D215-484B-A745-EF4A2A49CA63}" type="presOf" srcId="{E3EF20FB-BDEA-4ACF-929E-1251EA500E06}" destId="{BB56BDF9-0126-465C-AD52-410379C9B38E}" srcOrd="0" destOrd="0" presId="urn:microsoft.com/office/officeart/2016/7/layout/LinearArrowProcessNumbered"/>
    <dgm:cxn modelId="{A7F8E09B-3866-40C2-A172-36884E146D2D}" srcId="{977EF2E8-0F31-49B6-90C6-4E6A9A358EF8}" destId="{855B6AC8-A8D1-4CE2-BD20-843D4B510126}" srcOrd="3" destOrd="0" parTransId="{930A7669-A8DC-4525-AF07-E6F9C257AE80}" sibTransId="{E3EF20FB-BDEA-4ACF-929E-1251EA500E06}"/>
    <dgm:cxn modelId="{E221BCAA-AF8C-431D-9568-BCF575DB98DA}" type="presOf" srcId="{E9A9821C-0227-4574-AABB-5BA0AF3E9C33}" destId="{BFBB3AF0-9B4B-4F33-93D3-DF0EA7559EB1}" srcOrd="0" destOrd="0" presId="urn:microsoft.com/office/officeart/2016/7/layout/LinearArrowProcessNumbered"/>
    <dgm:cxn modelId="{D75F25AD-FE59-462E-ACA2-50027328D010}" srcId="{977EF2E8-0F31-49B6-90C6-4E6A9A358EF8}" destId="{E9A9821C-0227-4574-AABB-5BA0AF3E9C33}" srcOrd="4" destOrd="0" parTransId="{CB63E7BF-3202-4655-9E32-BF27E358FD92}" sibTransId="{22A42104-AF73-4BDB-BC1B-09E49A99C500}"/>
    <dgm:cxn modelId="{9F76B3B3-D9A7-4E6A-A04F-6264562484B0}" srcId="{977EF2E8-0F31-49B6-90C6-4E6A9A358EF8}" destId="{F3BCBF75-B44F-4F97-A03D-E76357A65B79}" srcOrd="7" destOrd="0" parTransId="{15B1BC6B-8EFC-47B8-8AC1-DD5C22A98122}" sibTransId="{777E14C0-7AE3-4618-8B8E-5E33B2A997E5}"/>
    <dgm:cxn modelId="{8EA6D7C6-3F19-4686-A0FE-1D627F25A535}" type="presOf" srcId="{3D955AC3-2101-4BF4-A716-DE30329CA6AF}" destId="{31C93380-A92D-4CD8-94A5-4EEF045BD45E}" srcOrd="0" destOrd="0" presId="urn:microsoft.com/office/officeart/2016/7/layout/LinearArrowProcessNumbered"/>
    <dgm:cxn modelId="{A08190D7-14FA-4CCD-9F22-F2C6281AC24C}" type="presOf" srcId="{1370375A-4F82-472A-B913-022A5B43B3A2}" destId="{6555F8ED-B67C-46E2-9055-3D37F5973BAE}" srcOrd="0" destOrd="0" presId="urn:microsoft.com/office/officeart/2016/7/layout/LinearArrowProcessNumbered"/>
    <dgm:cxn modelId="{3E4C19DC-2C78-46F4-BC39-9475DA71A646}" type="presOf" srcId="{F3BCBF75-B44F-4F97-A03D-E76357A65B79}" destId="{E2B03F13-F599-4590-8F94-5D00B93F0A83}" srcOrd="0" destOrd="0" presId="urn:microsoft.com/office/officeart/2016/7/layout/LinearArrowProcessNumbered"/>
    <dgm:cxn modelId="{E41A88F6-72BD-45ED-A097-1F7ACFDDA5B2}" srcId="{977EF2E8-0F31-49B6-90C6-4E6A9A358EF8}" destId="{3D955AC3-2101-4BF4-A716-DE30329CA6AF}" srcOrd="6" destOrd="0" parTransId="{08C86630-E0D5-4D48-94C9-1D6630BE2F57}" sibTransId="{4C1747CA-CAF8-46CE-901D-8F8BE5FC6451}"/>
    <dgm:cxn modelId="{3A0EBE95-740D-4B65-AD9E-8650652DFD7F}" type="presParOf" srcId="{1B10BFD4-788F-4B50-AF1B-0CD8A9044E14}" destId="{498A6083-6549-491C-A578-46E57CC5C719}" srcOrd="0" destOrd="0" presId="urn:microsoft.com/office/officeart/2016/7/layout/LinearArrowProcessNumbered"/>
    <dgm:cxn modelId="{2BCFD287-FE37-42F3-8666-754A3F62BA0A}" type="presParOf" srcId="{498A6083-6549-491C-A578-46E57CC5C719}" destId="{924F941A-3E73-44C8-9EC3-BE8365C31AD9}" srcOrd="0" destOrd="0" presId="urn:microsoft.com/office/officeart/2016/7/layout/LinearArrowProcessNumbered"/>
    <dgm:cxn modelId="{8C1B384E-C052-49AB-B1B3-642D60A05520}" type="presParOf" srcId="{498A6083-6549-491C-A578-46E57CC5C719}" destId="{47078DB6-8444-4C30-9C62-EF4294C719A7}" srcOrd="1" destOrd="0" presId="urn:microsoft.com/office/officeart/2016/7/layout/LinearArrowProcessNumbered"/>
    <dgm:cxn modelId="{28116B6E-FCD4-4EA1-AA01-75B1691342EC}" type="presParOf" srcId="{47078DB6-8444-4C30-9C62-EF4294C719A7}" destId="{1A8CA17E-F2E7-40C4-A34C-E6F218D338F4}" srcOrd="0" destOrd="0" presId="urn:microsoft.com/office/officeart/2016/7/layout/LinearArrowProcessNumbered"/>
    <dgm:cxn modelId="{229F971F-E4B4-4FD6-AA96-8FEEB28EEB34}" type="presParOf" srcId="{47078DB6-8444-4C30-9C62-EF4294C719A7}" destId="{8846C38A-78A9-4EB0-83CF-2F3D42704A64}" srcOrd="1" destOrd="0" presId="urn:microsoft.com/office/officeart/2016/7/layout/LinearArrowProcessNumbered"/>
    <dgm:cxn modelId="{7CA26E4E-494C-487A-B564-06E261A3C56E}" type="presParOf" srcId="{47078DB6-8444-4C30-9C62-EF4294C719A7}" destId="{9E7BD1A2-8DE5-4B18-8C31-400C2A7B9E46}" srcOrd="2" destOrd="0" presId="urn:microsoft.com/office/officeart/2016/7/layout/LinearArrowProcessNumbered"/>
    <dgm:cxn modelId="{CFA6DEB0-17A3-49C3-B20C-DE90FC6198AB}" type="presParOf" srcId="{47078DB6-8444-4C30-9C62-EF4294C719A7}" destId="{530B71CA-2F0E-4C8B-B683-AE3C1F283703}" srcOrd="3" destOrd="0" presId="urn:microsoft.com/office/officeart/2016/7/layout/LinearArrowProcessNumbered"/>
    <dgm:cxn modelId="{C8021305-3C4D-4FDA-856E-1F4EC69611B1}" type="presParOf" srcId="{498A6083-6549-491C-A578-46E57CC5C719}" destId="{A6F714B6-223C-47F8-A860-B6D6D5FF701A}" srcOrd="2" destOrd="0" presId="urn:microsoft.com/office/officeart/2016/7/layout/LinearArrowProcessNumbered"/>
    <dgm:cxn modelId="{4D4ED1C9-8D47-4D6F-878A-5D0C39C4CF54}" type="presParOf" srcId="{1B10BFD4-788F-4B50-AF1B-0CD8A9044E14}" destId="{4B4B35EF-88D6-49C0-9AA3-AF2536400F8D}" srcOrd="1" destOrd="0" presId="urn:microsoft.com/office/officeart/2016/7/layout/LinearArrowProcessNumbered"/>
    <dgm:cxn modelId="{31499B65-3E00-4D80-8E30-F1A34D338FD1}" type="presParOf" srcId="{1B10BFD4-788F-4B50-AF1B-0CD8A9044E14}" destId="{A7F32712-6A50-470E-9315-B24AEAC93B20}" srcOrd="2" destOrd="0" presId="urn:microsoft.com/office/officeart/2016/7/layout/LinearArrowProcessNumbered"/>
    <dgm:cxn modelId="{5274DB50-D7AF-492C-BE29-ED1220A75224}" type="presParOf" srcId="{A7F32712-6A50-470E-9315-B24AEAC93B20}" destId="{11EB750A-9600-445F-B0A8-E75C7B4328FA}" srcOrd="0" destOrd="0" presId="urn:microsoft.com/office/officeart/2016/7/layout/LinearArrowProcessNumbered"/>
    <dgm:cxn modelId="{16E54611-651D-445A-921F-25757B804C07}" type="presParOf" srcId="{A7F32712-6A50-470E-9315-B24AEAC93B20}" destId="{6F4F7476-6874-4FF6-88AF-69855DAA2736}" srcOrd="1" destOrd="0" presId="urn:microsoft.com/office/officeart/2016/7/layout/LinearArrowProcessNumbered"/>
    <dgm:cxn modelId="{6C7988C5-BD59-42A6-8777-7972D280842B}" type="presParOf" srcId="{6F4F7476-6874-4FF6-88AF-69855DAA2736}" destId="{DC85FA43-90EB-4F68-863E-6076867A8D23}" srcOrd="0" destOrd="0" presId="urn:microsoft.com/office/officeart/2016/7/layout/LinearArrowProcessNumbered"/>
    <dgm:cxn modelId="{BF364621-7B52-447C-8A88-5FBE22A4FD2D}" type="presParOf" srcId="{6F4F7476-6874-4FF6-88AF-69855DAA2736}" destId="{1CD3C3FB-1452-4BBB-8A04-DC3D24D8CBE2}" srcOrd="1" destOrd="0" presId="urn:microsoft.com/office/officeart/2016/7/layout/LinearArrowProcessNumbered"/>
    <dgm:cxn modelId="{748D649F-563A-42DB-9DB1-0FDC8242003B}" type="presParOf" srcId="{6F4F7476-6874-4FF6-88AF-69855DAA2736}" destId="{E7F6151D-4AF0-4DFD-82E8-44E1310B2A39}" srcOrd="2" destOrd="0" presId="urn:microsoft.com/office/officeart/2016/7/layout/LinearArrowProcessNumbered"/>
    <dgm:cxn modelId="{77A95DDE-DF7A-4593-891A-6480721717F6}" type="presParOf" srcId="{6F4F7476-6874-4FF6-88AF-69855DAA2736}" destId="{A2A4895E-3D0D-44C4-9E57-BFE78AFCD092}" srcOrd="3" destOrd="0" presId="urn:microsoft.com/office/officeart/2016/7/layout/LinearArrowProcessNumbered"/>
    <dgm:cxn modelId="{08812C73-380B-4BB5-8EDC-821F2C523A7D}" type="presParOf" srcId="{A7F32712-6A50-470E-9315-B24AEAC93B20}" destId="{0E26C745-8B31-4447-A0F4-CB0423F93DBA}" srcOrd="2" destOrd="0" presId="urn:microsoft.com/office/officeart/2016/7/layout/LinearArrowProcessNumbered"/>
    <dgm:cxn modelId="{A464054D-8BE4-4B46-81FA-1E607BD39408}" type="presParOf" srcId="{1B10BFD4-788F-4B50-AF1B-0CD8A9044E14}" destId="{14D60F55-5064-46F0-A5D5-481D3D335169}" srcOrd="3" destOrd="0" presId="urn:microsoft.com/office/officeart/2016/7/layout/LinearArrowProcessNumbered"/>
    <dgm:cxn modelId="{D599D4C3-933A-4A91-8544-348E5F1E3BDF}" type="presParOf" srcId="{1B10BFD4-788F-4B50-AF1B-0CD8A9044E14}" destId="{044C1B33-3C84-48C9-95E5-A6CF868AEE02}" srcOrd="4" destOrd="0" presId="urn:microsoft.com/office/officeart/2016/7/layout/LinearArrowProcessNumbered"/>
    <dgm:cxn modelId="{8941D11A-E43F-41AF-A2FB-373FFD15C525}" type="presParOf" srcId="{044C1B33-3C84-48C9-95E5-A6CF868AEE02}" destId="{EF823873-268C-4BE9-91BC-9985ECCFC755}" srcOrd="0" destOrd="0" presId="urn:microsoft.com/office/officeart/2016/7/layout/LinearArrowProcessNumbered"/>
    <dgm:cxn modelId="{686F4C67-A3D9-46F9-B5A6-25B57E44D2AF}" type="presParOf" srcId="{044C1B33-3C84-48C9-95E5-A6CF868AEE02}" destId="{DA9E6952-274D-4DF1-8DBB-90C2285F09C0}" srcOrd="1" destOrd="0" presId="urn:microsoft.com/office/officeart/2016/7/layout/LinearArrowProcessNumbered"/>
    <dgm:cxn modelId="{73CD59EA-6CA5-4229-9730-383561817AB0}" type="presParOf" srcId="{DA9E6952-274D-4DF1-8DBB-90C2285F09C0}" destId="{9F82C150-DB79-4ABD-A18E-22484312E7D0}" srcOrd="0" destOrd="0" presId="urn:microsoft.com/office/officeart/2016/7/layout/LinearArrowProcessNumbered"/>
    <dgm:cxn modelId="{57D53D57-B497-4A24-8E88-63954F8E040F}" type="presParOf" srcId="{DA9E6952-274D-4DF1-8DBB-90C2285F09C0}" destId="{18589A6C-D0B9-4EAE-A4C2-6F24916A2A89}" srcOrd="1" destOrd="0" presId="urn:microsoft.com/office/officeart/2016/7/layout/LinearArrowProcessNumbered"/>
    <dgm:cxn modelId="{AF245571-E851-4D06-9D45-1C21DE5EE7B1}" type="presParOf" srcId="{DA9E6952-274D-4DF1-8DBB-90C2285F09C0}" destId="{EBB2BC89-7E59-404A-9CD6-6002DAE6E511}" srcOrd="2" destOrd="0" presId="urn:microsoft.com/office/officeart/2016/7/layout/LinearArrowProcessNumbered"/>
    <dgm:cxn modelId="{6768FDA8-AF9B-4739-8F63-BAD90F3AB6CA}" type="presParOf" srcId="{DA9E6952-274D-4DF1-8DBB-90C2285F09C0}" destId="{40F38572-EAAF-47BB-BEE4-A0A41C4F0F86}" srcOrd="3" destOrd="0" presId="urn:microsoft.com/office/officeart/2016/7/layout/LinearArrowProcessNumbered"/>
    <dgm:cxn modelId="{E48BABD1-AB24-4168-95F7-41ABDCD5B0E8}" type="presParOf" srcId="{044C1B33-3C84-48C9-95E5-A6CF868AEE02}" destId="{7B2F3CAD-0D9B-4C1C-B08D-F4763C965DCF}" srcOrd="2" destOrd="0" presId="urn:microsoft.com/office/officeart/2016/7/layout/LinearArrowProcessNumbered"/>
    <dgm:cxn modelId="{03D3643A-3055-48EF-B291-97B54D685404}" type="presParOf" srcId="{1B10BFD4-788F-4B50-AF1B-0CD8A9044E14}" destId="{87FCF32A-CB83-4AA1-85DE-1807434F1FF7}" srcOrd="5" destOrd="0" presId="urn:microsoft.com/office/officeart/2016/7/layout/LinearArrowProcessNumbered"/>
    <dgm:cxn modelId="{3759E785-5E4F-4A7B-BD75-374FD434056C}" type="presParOf" srcId="{1B10BFD4-788F-4B50-AF1B-0CD8A9044E14}" destId="{8C5E83D8-3CB3-4852-B6F3-CC675CA4B19B}" srcOrd="6" destOrd="0" presId="urn:microsoft.com/office/officeart/2016/7/layout/LinearArrowProcessNumbered"/>
    <dgm:cxn modelId="{263C7676-C071-4484-B397-846E8FD4015D}" type="presParOf" srcId="{8C5E83D8-3CB3-4852-B6F3-CC675CA4B19B}" destId="{1D5E0F01-A24B-437F-BC41-A8D666074D1A}" srcOrd="0" destOrd="0" presId="urn:microsoft.com/office/officeart/2016/7/layout/LinearArrowProcessNumbered"/>
    <dgm:cxn modelId="{E143743F-E7F2-43E1-8D9B-FB1B4734F1A2}" type="presParOf" srcId="{8C5E83D8-3CB3-4852-B6F3-CC675CA4B19B}" destId="{1DBE2260-4449-4DDE-BE39-B754926A6B04}" srcOrd="1" destOrd="0" presId="urn:microsoft.com/office/officeart/2016/7/layout/LinearArrowProcessNumbered"/>
    <dgm:cxn modelId="{3898920D-5B36-46D3-984E-C685ED78B010}" type="presParOf" srcId="{1DBE2260-4449-4DDE-BE39-B754926A6B04}" destId="{F313ED8E-B2B3-4D82-9DF3-A66086FB5E6E}" srcOrd="0" destOrd="0" presId="urn:microsoft.com/office/officeart/2016/7/layout/LinearArrowProcessNumbered"/>
    <dgm:cxn modelId="{4DE1434D-EA18-4DC5-94EC-7F00D5C69BAF}" type="presParOf" srcId="{1DBE2260-4449-4DDE-BE39-B754926A6B04}" destId="{B56392CD-57C9-43E0-93F2-9E00659AC781}" srcOrd="1" destOrd="0" presId="urn:microsoft.com/office/officeart/2016/7/layout/LinearArrowProcessNumbered"/>
    <dgm:cxn modelId="{A24D3B83-217E-4C7A-932C-AB9912745565}" type="presParOf" srcId="{1DBE2260-4449-4DDE-BE39-B754926A6B04}" destId="{BB56BDF9-0126-465C-AD52-410379C9B38E}" srcOrd="2" destOrd="0" presId="urn:microsoft.com/office/officeart/2016/7/layout/LinearArrowProcessNumbered"/>
    <dgm:cxn modelId="{A67E7EF9-E8CD-46BC-93D6-6E55CA642B7A}" type="presParOf" srcId="{1DBE2260-4449-4DDE-BE39-B754926A6B04}" destId="{7C5DF891-CD70-4CC6-9EEE-17C7DDB093BC}" srcOrd="3" destOrd="0" presId="urn:microsoft.com/office/officeart/2016/7/layout/LinearArrowProcessNumbered"/>
    <dgm:cxn modelId="{770D7CB8-9DE8-4136-841A-1F11661558F5}" type="presParOf" srcId="{8C5E83D8-3CB3-4852-B6F3-CC675CA4B19B}" destId="{D9AC04EA-F800-44B9-8A54-10A9013F308D}" srcOrd="2" destOrd="0" presId="urn:microsoft.com/office/officeart/2016/7/layout/LinearArrowProcessNumbered"/>
    <dgm:cxn modelId="{90CE874E-62C7-44F4-8099-3F65B39F196F}" type="presParOf" srcId="{1B10BFD4-788F-4B50-AF1B-0CD8A9044E14}" destId="{C948F57D-53B2-4206-9636-28D896774455}" srcOrd="7" destOrd="0" presId="urn:microsoft.com/office/officeart/2016/7/layout/LinearArrowProcessNumbered"/>
    <dgm:cxn modelId="{66090E4D-3411-45F0-B5D1-657FA1637F4F}" type="presParOf" srcId="{1B10BFD4-788F-4B50-AF1B-0CD8A9044E14}" destId="{4FA79895-9D14-44EF-B84B-CAE085BBB9D5}" srcOrd="8" destOrd="0" presId="urn:microsoft.com/office/officeart/2016/7/layout/LinearArrowProcessNumbered"/>
    <dgm:cxn modelId="{70AF6174-C258-4514-8B77-99C0FBEB2B48}" type="presParOf" srcId="{4FA79895-9D14-44EF-B84B-CAE085BBB9D5}" destId="{D1F56989-9CE3-47CE-B753-B1EE8FF31943}" srcOrd="0" destOrd="0" presId="urn:microsoft.com/office/officeart/2016/7/layout/LinearArrowProcessNumbered"/>
    <dgm:cxn modelId="{AB168F5B-EC08-4A3B-9D5E-9925262B2553}" type="presParOf" srcId="{4FA79895-9D14-44EF-B84B-CAE085BBB9D5}" destId="{99BB9FA8-2487-4A18-B3AF-C0AF18101146}" srcOrd="1" destOrd="0" presId="urn:microsoft.com/office/officeart/2016/7/layout/LinearArrowProcessNumbered"/>
    <dgm:cxn modelId="{6694E2AF-6143-4993-AF6C-DBD75BC98980}" type="presParOf" srcId="{99BB9FA8-2487-4A18-B3AF-C0AF18101146}" destId="{80BD528A-7DBF-4C8F-910B-B347CB261626}" srcOrd="0" destOrd="0" presId="urn:microsoft.com/office/officeart/2016/7/layout/LinearArrowProcessNumbered"/>
    <dgm:cxn modelId="{A680510E-DED7-4AA9-BA1E-EC68F7137986}" type="presParOf" srcId="{99BB9FA8-2487-4A18-B3AF-C0AF18101146}" destId="{37D4B378-D135-4F71-B012-39382E4D247E}" srcOrd="1" destOrd="0" presId="urn:microsoft.com/office/officeart/2016/7/layout/LinearArrowProcessNumbered"/>
    <dgm:cxn modelId="{F2077D8C-B8EE-40D7-97C7-018F386B16E5}" type="presParOf" srcId="{99BB9FA8-2487-4A18-B3AF-C0AF18101146}" destId="{CD05A386-AEF4-42BD-8A16-2E04A2ED8C32}" srcOrd="2" destOrd="0" presId="urn:microsoft.com/office/officeart/2016/7/layout/LinearArrowProcessNumbered"/>
    <dgm:cxn modelId="{9339A6F6-AEA7-4717-872E-590DF9A111AB}" type="presParOf" srcId="{99BB9FA8-2487-4A18-B3AF-C0AF18101146}" destId="{0BD91037-C39E-4DF5-ABDF-67E580C5B463}" srcOrd="3" destOrd="0" presId="urn:microsoft.com/office/officeart/2016/7/layout/LinearArrowProcessNumbered"/>
    <dgm:cxn modelId="{C08789BE-62EA-459C-AD42-2E99A16B749C}" type="presParOf" srcId="{4FA79895-9D14-44EF-B84B-CAE085BBB9D5}" destId="{BFBB3AF0-9B4B-4F33-93D3-DF0EA7559EB1}" srcOrd="2" destOrd="0" presId="urn:microsoft.com/office/officeart/2016/7/layout/LinearArrowProcessNumbered"/>
    <dgm:cxn modelId="{01D7D45E-352F-43F3-B1AC-4F8E890126D0}" type="presParOf" srcId="{1B10BFD4-788F-4B50-AF1B-0CD8A9044E14}" destId="{87F41A23-64C8-4162-9A32-FEE0A55EF8DB}" srcOrd="9" destOrd="0" presId="urn:microsoft.com/office/officeart/2016/7/layout/LinearArrowProcessNumbered"/>
    <dgm:cxn modelId="{C801B5EE-FB73-414D-8F91-D85196B03209}" type="presParOf" srcId="{1B10BFD4-788F-4B50-AF1B-0CD8A9044E14}" destId="{D6DCC4F8-9DBE-4464-BBAC-DECBBEF18957}" srcOrd="10" destOrd="0" presId="urn:microsoft.com/office/officeart/2016/7/layout/LinearArrowProcessNumbered"/>
    <dgm:cxn modelId="{7ECB8E5B-51A3-4C3D-A51C-CDF1A78FBF2A}" type="presParOf" srcId="{D6DCC4F8-9DBE-4464-BBAC-DECBBEF18957}" destId="{77143DCB-AAE9-48C9-A647-E2CB070C25A1}" srcOrd="0" destOrd="0" presId="urn:microsoft.com/office/officeart/2016/7/layout/LinearArrowProcessNumbered"/>
    <dgm:cxn modelId="{7C3CECB6-FDD5-403B-930A-00D79D589A91}" type="presParOf" srcId="{D6DCC4F8-9DBE-4464-BBAC-DECBBEF18957}" destId="{F65EF0AD-C8EA-4EDB-BE43-8C32616C62E9}" srcOrd="1" destOrd="0" presId="urn:microsoft.com/office/officeart/2016/7/layout/LinearArrowProcessNumbered"/>
    <dgm:cxn modelId="{01D3CCB9-18CC-40F6-9817-BDB914B81A0B}" type="presParOf" srcId="{F65EF0AD-C8EA-4EDB-BE43-8C32616C62E9}" destId="{A3EDB125-EA90-46E8-899A-A99A5C98F277}" srcOrd="0" destOrd="0" presId="urn:microsoft.com/office/officeart/2016/7/layout/LinearArrowProcessNumbered"/>
    <dgm:cxn modelId="{53C73F41-10EE-496A-94CD-1AE02A46A604}" type="presParOf" srcId="{F65EF0AD-C8EA-4EDB-BE43-8C32616C62E9}" destId="{62CE964B-1A5C-4A1B-AE4F-CBA95A7CA6DB}" srcOrd="1" destOrd="0" presId="urn:microsoft.com/office/officeart/2016/7/layout/LinearArrowProcessNumbered"/>
    <dgm:cxn modelId="{A31CFC2B-1A63-498C-8EA5-284A17EC4BEF}" type="presParOf" srcId="{F65EF0AD-C8EA-4EDB-BE43-8C32616C62E9}" destId="{6555F8ED-B67C-46E2-9055-3D37F5973BAE}" srcOrd="2" destOrd="0" presId="urn:microsoft.com/office/officeart/2016/7/layout/LinearArrowProcessNumbered"/>
    <dgm:cxn modelId="{78F16ADC-66AF-4875-94CE-3B9E2126B243}" type="presParOf" srcId="{F65EF0AD-C8EA-4EDB-BE43-8C32616C62E9}" destId="{E5C9765B-DD49-4B3A-AA23-89FC79CB1AC5}" srcOrd="3" destOrd="0" presId="urn:microsoft.com/office/officeart/2016/7/layout/LinearArrowProcessNumbered"/>
    <dgm:cxn modelId="{58045749-D767-4655-A3D9-1FC7276BD017}" type="presParOf" srcId="{D6DCC4F8-9DBE-4464-BBAC-DECBBEF18957}" destId="{41D7352E-7E19-4019-B9B8-B40D94C9959C}" srcOrd="2" destOrd="0" presId="urn:microsoft.com/office/officeart/2016/7/layout/LinearArrowProcessNumbered"/>
    <dgm:cxn modelId="{B4A6D030-F304-4F7D-B49B-AEFB8011C182}" type="presParOf" srcId="{1B10BFD4-788F-4B50-AF1B-0CD8A9044E14}" destId="{FE6945DE-1269-4414-8F1F-4C8AA857D736}" srcOrd="11" destOrd="0" presId="urn:microsoft.com/office/officeart/2016/7/layout/LinearArrowProcessNumbered"/>
    <dgm:cxn modelId="{3A6D6013-C976-4EA3-BFAF-7E9B94C36334}" type="presParOf" srcId="{1B10BFD4-788F-4B50-AF1B-0CD8A9044E14}" destId="{AAB2B1B7-F512-45FD-824A-5ABA54DBEBAA}" srcOrd="12" destOrd="0" presId="urn:microsoft.com/office/officeart/2016/7/layout/LinearArrowProcessNumbered"/>
    <dgm:cxn modelId="{A20D00E7-9948-4651-8E48-5A24FD9C6470}" type="presParOf" srcId="{AAB2B1B7-F512-45FD-824A-5ABA54DBEBAA}" destId="{61C6A084-C11D-4207-957D-CBAC74194BB3}" srcOrd="0" destOrd="0" presId="urn:microsoft.com/office/officeart/2016/7/layout/LinearArrowProcessNumbered"/>
    <dgm:cxn modelId="{3707AF9F-39E1-415B-8CF0-E86ED04BD604}" type="presParOf" srcId="{AAB2B1B7-F512-45FD-824A-5ABA54DBEBAA}" destId="{4A24AD62-B0A2-4A51-B5B9-4ECA335746FF}" srcOrd="1" destOrd="0" presId="urn:microsoft.com/office/officeart/2016/7/layout/LinearArrowProcessNumbered"/>
    <dgm:cxn modelId="{F9373E70-580F-484D-BF88-2AE5B67A5921}" type="presParOf" srcId="{4A24AD62-B0A2-4A51-B5B9-4ECA335746FF}" destId="{D18D8586-6B93-4D70-8CC3-DAD779204482}" srcOrd="0" destOrd="0" presId="urn:microsoft.com/office/officeart/2016/7/layout/LinearArrowProcessNumbered"/>
    <dgm:cxn modelId="{37B1F126-BFA6-4A4B-B3B0-5D23F847ED18}" type="presParOf" srcId="{4A24AD62-B0A2-4A51-B5B9-4ECA335746FF}" destId="{2D9C1DA1-DF8A-4B3C-915C-8594D05B7E87}" srcOrd="1" destOrd="0" presId="urn:microsoft.com/office/officeart/2016/7/layout/LinearArrowProcessNumbered"/>
    <dgm:cxn modelId="{09403E17-10C7-4A67-9D03-8377DB04A4BC}" type="presParOf" srcId="{4A24AD62-B0A2-4A51-B5B9-4ECA335746FF}" destId="{68CDD619-3640-4442-A40F-49B8B0CFB149}" srcOrd="2" destOrd="0" presId="urn:microsoft.com/office/officeart/2016/7/layout/LinearArrowProcessNumbered"/>
    <dgm:cxn modelId="{FA55E261-25E6-4EB5-BE23-908400B5D1F1}" type="presParOf" srcId="{4A24AD62-B0A2-4A51-B5B9-4ECA335746FF}" destId="{4DE90AB7-9CF2-466D-BDA9-05CFA4600104}" srcOrd="3" destOrd="0" presId="urn:microsoft.com/office/officeart/2016/7/layout/LinearArrowProcessNumbered"/>
    <dgm:cxn modelId="{C7AD20AB-134D-4EAB-B2CE-B6BF9CC3A35A}" type="presParOf" srcId="{AAB2B1B7-F512-45FD-824A-5ABA54DBEBAA}" destId="{31C93380-A92D-4CD8-94A5-4EEF045BD45E}" srcOrd="2" destOrd="0" presId="urn:microsoft.com/office/officeart/2016/7/layout/LinearArrowProcessNumbered"/>
    <dgm:cxn modelId="{492B52B9-8040-4CD0-9E90-E8C474231336}" type="presParOf" srcId="{1B10BFD4-788F-4B50-AF1B-0CD8A9044E14}" destId="{325FA01D-02E0-4EE9-B086-49B667F4BE6A}" srcOrd="13" destOrd="0" presId="urn:microsoft.com/office/officeart/2016/7/layout/LinearArrowProcessNumbered"/>
    <dgm:cxn modelId="{A0B72494-4C37-4867-A379-5F330B670E68}" type="presParOf" srcId="{1B10BFD4-788F-4B50-AF1B-0CD8A9044E14}" destId="{54D43E43-F1F1-406F-A0E7-CAC90EB2BBED}" srcOrd="14" destOrd="0" presId="urn:microsoft.com/office/officeart/2016/7/layout/LinearArrowProcessNumbered"/>
    <dgm:cxn modelId="{05DCEA28-F2A0-47F5-B9E7-54BDC014FDEE}" type="presParOf" srcId="{54D43E43-F1F1-406F-A0E7-CAC90EB2BBED}" destId="{CAA986F4-B645-4BD6-99B4-A6281ACA821C}" srcOrd="0" destOrd="0" presId="urn:microsoft.com/office/officeart/2016/7/layout/LinearArrowProcessNumbered"/>
    <dgm:cxn modelId="{66F0B39F-20B6-447C-BF27-AF4BC25A6BDB}" type="presParOf" srcId="{54D43E43-F1F1-406F-A0E7-CAC90EB2BBED}" destId="{A2256760-9A28-4AF9-ABDB-DE35201D51BE}" srcOrd="1" destOrd="0" presId="urn:microsoft.com/office/officeart/2016/7/layout/LinearArrowProcessNumbered"/>
    <dgm:cxn modelId="{AC83817C-305B-41D8-A252-16AFFC9C52A3}" type="presParOf" srcId="{A2256760-9A28-4AF9-ABDB-DE35201D51BE}" destId="{7A1C77D3-6585-4FEE-A0FA-9F7DE3C92A4C}" srcOrd="0" destOrd="0" presId="urn:microsoft.com/office/officeart/2016/7/layout/LinearArrowProcessNumbered"/>
    <dgm:cxn modelId="{D0AAFAB8-F7C6-488F-B090-9D2A2C3A20A2}" type="presParOf" srcId="{A2256760-9A28-4AF9-ABDB-DE35201D51BE}" destId="{62FA5C75-AC03-402D-84B9-2D04D471C26A}" srcOrd="1" destOrd="0" presId="urn:microsoft.com/office/officeart/2016/7/layout/LinearArrowProcessNumbered"/>
    <dgm:cxn modelId="{CC624C19-3B29-4B3A-A6BF-E7CDEB443EA7}" type="presParOf" srcId="{A2256760-9A28-4AF9-ABDB-DE35201D51BE}" destId="{D7CA6A11-C81E-4EAA-AD91-C780457299DB}" srcOrd="2" destOrd="0" presId="urn:microsoft.com/office/officeart/2016/7/layout/LinearArrowProcessNumbered"/>
    <dgm:cxn modelId="{CEDF76CB-DB62-4D3C-8DAD-8E9ABD930F7E}" type="presParOf" srcId="{A2256760-9A28-4AF9-ABDB-DE35201D51BE}" destId="{23C159F8-D1F9-410E-899A-66BA7BFB210D}" srcOrd="3" destOrd="0" presId="urn:microsoft.com/office/officeart/2016/7/layout/LinearArrowProcessNumbered"/>
    <dgm:cxn modelId="{C56D4CF0-4353-415D-A4E2-73F60E5319D1}" type="presParOf" srcId="{54D43E43-F1F1-406F-A0E7-CAC90EB2BBED}" destId="{E2B03F13-F599-4590-8F94-5D00B93F0A83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02BAB5-4FB0-429D-8B3E-B08E2C598EBC}">
      <dsp:nvSpPr>
        <dsp:cNvPr id="0" name=""/>
        <dsp:cNvSpPr/>
      </dsp:nvSpPr>
      <dsp:spPr>
        <a:xfrm>
          <a:off x="1055676" y="364724"/>
          <a:ext cx="576650" cy="57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6A1778-A7BD-40F7-B123-19A1A91BCA2C}">
      <dsp:nvSpPr>
        <dsp:cNvPr id="0" name=""/>
        <dsp:cNvSpPr/>
      </dsp:nvSpPr>
      <dsp:spPr>
        <a:xfrm>
          <a:off x="703279" y="1161484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Objectives</a:t>
          </a:r>
          <a:endParaRPr lang="en-US" sz="1700" kern="1200"/>
        </a:p>
      </dsp:txBody>
      <dsp:txXfrm>
        <a:off x="703279" y="1161484"/>
        <a:ext cx="1281445" cy="512578"/>
      </dsp:txXfrm>
    </dsp:sp>
    <dsp:sp modelId="{8FC79B30-31BB-475E-A3F8-FF614A519E56}">
      <dsp:nvSpPr>
        <dsp:cNvPr id="0" name=""/>
        <dsp:cNvSpPr/>
      </dsp:nvSpPr>
      <dsp:spPr>
        <a:xfrm>
          <a:off x="2561375" y="364724"/>
          <a:ext cx="576650" cy="57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41A4F-B652-470E-862E-556B7ADEDD59}">
      <dsp:nvSpPr>
        <dsp:cNvPr id="0" name=""/>
        <dsp:cNvSpPr/>
      </dsp:nvSpPr>
      <dsp:spPr>
        <a:xfrm>
          <a:off x="2208977" y="1161484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Problem Statement</a:t>
          </a:r>
          <a:endParaRPr lang="en-US" sz="1700" kern="1200"/>
        </a:p>
      </dsp:txBody>
      <dsp:txXfrm>
        <a:off x="2208977" y="1161484"/>
        <a:ext cx="1281445" cy="512578"/>
      </dsp:txXfrm>
    </dsp:sp>
    <dsp:sp modelId="{0E39452F-BF73-4590-8A00-7A25722650D4}">
      <dsp:nvSpPr>
        <dsp:cNvPr id="0" name=""/>
        <dsp:cNvSpPr/>
      </dsp:nvSpPr>
      <dsp:spPr>
        <a:xfrm>
          <a:off x="4067073" y="364724"/>
          <a:ext cx="576650" cy="57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EE869E-CA52-489F-86CC-88A51815B8B5}">
      <dsp:nvSpPr>
        <dsp:cNvPr id="0" name=""/>
        <dsp:cNvSpPr/>
      </dsp:nvSpPr>
      <dsp:spPr>
        <a:xfrm>
          <a:off x="3714675" y="1161484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Introduction</a:t>
          </a:r>
          <a:endParaRPr lang="en-US" sz="1700" kern="1200" dirty="0"/>
        </a:p>
      </dsp:txBody>
      <dsp:txXfrm>
        <a:off x="3714675" y="1161484"/>
        <a:ext cx="1281445" cy="512578"/>
      </dsp:txXfrm>
    </dsp:sp>
    <dsp:sp modelId="{AE7CD179-4A1A-4A76-A923-ED4BBF4B3808}">
      <dsp:nvSpPr>
        <dsp:cNvPr id="0" name=""/>
        <dsp:cNvSpPr/>
      </dsp:nvSpPr>
      <dsp:spPr>
        <a:xfrm>
          <a:off x="5572771" y="364724"/>
          <a:ext cx="576650" cy="57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3F9C6-4068-4915-87C4-E6D9A238A9D8}">
      <dsp:nvSpPr>
        <dsp:cNvPr id="0" name=""/>
        <dsp:cNvSpPr/>
      </dsp:nvSpPr>
      <dsp:spPr>
        <a:xfrm>
          <a:off x="5220374" y="1161484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Requirements</a:t>
          </a:r>
          <a:endParaRPr lang="en-US" sz="1700" kern="1200"/>
        </a:p>
      </dsp:txBody>
      <dsp:txXfrm>
        <a:off x="5220374" y="1161484"/>
        <a:ext cx="1281445" cy="512578"/>
      </dsp:txXfrm>
    </dsp:sp>
    <dsp:sp modelId="{EC52CCCB-AC61-4419-A3AF-AD3FED91666D}">
      <dsp:nvSpPr>
        <dsp:cNvPr id="0" name=""/>
        <dsp:cNvSpPr/>
      </dsp:nvSpPr>
      <dsp:spPr>
        <a:xfrm>
          <a:off x="7078469" y="364724"/>
          <a:ext cx="576650" cy="57665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781D64-ED6B-4372-A4D9-FF00DBEEE3FD}">
      <dsp:nvSpPr>
        <dsp:cNvPr id="0" name=""/>
        <dsp:cNvSpPr/>
      </dsp:nvSpPr>
      <dsp:spPr>
        <a:xfrm>
          <a:off x="6726072" y="1161484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Concepts Used</a:t>
          </a:r>
          <a:endParaRPr lang="en-US" sz="1700" kern="1200"/>
        </a:p>
      </dsp:txBody>
      <dsp:txXfrm>
        <a:off x="6726072" y="1161484"/>
        <a:ext cx="1281445" cy="512578"/>
      </dsp:txXfrm>
    </dsp:sp>
    <dsp:sp modelId="{53B492E0-E944-4E24-B1F7-E02B4E9E093D}">
      <dsp:nvSpPr>
        <dsp:cNvPr id="0" name=""/>
        <dsp:cNvSpPr/>
      </dsp:nvSpPr>
      <dsp:spPr>
        <a:xfrm>
          <a:off x="2561375" y="1994423"/>
          <a:ext cx="576650" cy="57665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056872-7440-4125-B72B-570A28AC3701}">
      <dsp:nvSpPr>
        <dsp:cNvPr id="0" name=""/>
        <dsp:cNvSpPr/>
      </dsp:nvSpPr>
      <dsp:spPr>
        <a:xfrm>
          <a:off x="2208977" y="2791183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Classes and Methods</a:t>
          </a:r>
          <a:endParaRPr lang="en-US" sz="1700" kern="1200"/>
        </a:p>
      </dsp:txBody>
      <dsp:txXfrm>
        <a:off x="2208977" y="2791183"/>
        <a:ext cx="1281445" cy="512578"/>
      </dsp:txXfrm>
    </dsp:sp>
    <dsp:sp modelId="{1D06B5C6-648F-4CF8-A30C-EE3F78E3EACC}">
      <dsp:nvSpPr>
        <dsp:cNvPr id="0" name=""/>
        <dsp:cNvSpPr/>
      </dsp:nvSpPr>
      <dsp:spPr>
        <a:xfrm>
          <a:off x="4067073" y="1994423"/>
          <a:ext cx="576650" cy="57665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FCFDE-8067-4137-8081-24E0C746496D}">
      <dsp:nvSpPr>
        <dsp:cNvPr id="0" name=""/>
        <dsp:cNvSpPr/>
      </dsp:nvSpPr>
      <dsp:spPr>
        <a:xfrm>
          <a:off x="3714675" y="2791183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Design</a:t>
          </a:r>
          <a:endParaRPr lang="en-US" sz="1700" kern="1200"/>
        </a:p>
      </dsp:txBody>
      <dsp:txXfrm>
        <a:off x="3714675" y="2791183"/>
        <a:ext cx="1281445" cy="512578"/>
      </dsp:txXfrm>
    </dsp:sp>
    <dsp:sp modelId="{CA0726F8-D3B1-46C2-A547-5E340E016890}">
      <dsp:nvSpPr>
        <dsp:cNvPr id="0" name=""/>
        <dsp:cNvSpPr/>
      </dsp:nvSpPr>
      <dsp:spPr>
        <a:xfrm>
          <a:off x="5572771" y="1994423"/>
          <a:ext cx="576650" cy="57665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F2A47-93BD-46C1-93AB-4D2AF27CFADF}">
      <dsp:nvSpPr>
        <dsp:cNvPr id="0" name=""/>
        <dsp:cNvSpPr/>
      </dsp:nvSpPr>
      <dsp:spPr>
        <a:xfrm>
          <a:off x="5220374" y="2791183"/>
          <a:ext cx="1281445" cy="51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Conclusion</a:t>
          </a:r>
          <a:endParaRPr lang="en-US" sz="1700" kern="1200"/>
        </a:p>
      </dsp:txBody>
      <dsp:txXfrm>
        <a:off x="5220374" y="2791183"/>
        <a:ext cx="1281445" cy="512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B497A-5DF6-436C-BFDA-F8088BBDB432}">
      <dsp:nvSpPr>
        <dsp:cNvPr id="0" name=""/>
        <dsp:cNvSpPr/>
      </dsp:nvSpPr>
      <dsp:spPr>
        <a:xfrm>
          <a:off x="0" y="2100"/>
          <a:ext cx="8066314" cy="17551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C670E4-F29E-4827-8733-7D9B3D5E0F59}">
      <dsp:nvSpPr>
        <dsp:cNvPr id="0" name=""/>
        <dsp:cNvSpPr/>
      </dsp:nvSpPr>
      <dsp:spPr>
        <a:xfrm>
          <a:off x="530919" y="396999"/>
          <a:ext cx="966251" cy="9653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5B1D31-618E-4E2F-AECF-F66E55A175C8}">
      <dsp:nvSpPr>
        <dsp:cNvPr id="0" name=""/>
        <dsp:cNvSpPr/>
      </dsp:nvSpPr>
      <dsp:spPr>
        <a:xfrm>
          <a:off x="2028089" y="2100"/>
          <a:ext cx="5968569" cy="1756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930" tIns="185930" rIns="185930" bIns="18593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User Interaction (CLI):</a:t>
          </a:r>
          <a:br>
            <a:rPr lang="en-US" sz="2000" kern="1200" dirty="0"/>
          </a:br>
          <a:r>
            <a:rPr lang="en-US" sz="2000" kern="1200" dirty="0"/>
            <a:t>A clean, menu-driven interface is needed so that students, faculty, and librarians can easily perform actions like inserting books, enrolling members, borrowing, or returning books without confusion.</a:t>
          </a:r>
        </a:p>
      </dsp:txBody>
      <dsp:txXfrm>
        <a:off x="2028089" y="2100"/>
        <a:ext cx="5968569" cy="1756820"/>
      </dsp:txXfrm>
    </dsp:sp>
    <dsp:sp modelId="{0AFDFDE4-B482-47C5-8F6A-AE500E3B7544}">
      <dsp:nvSpPr>
        <dsp:cNvPr id="0" name=""/>
        <dsp:cNvSpPr/>
      </dsp:nvSpPr>
      <dsp:spPr>
        <a:xfrm>
          <a:off x="0" y="2024101"/>
          <a:ext cx="8066314" cy="175510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93DCA7-5B67-4CD9-A99B-FC298BABEEA5}">
      <dsp:nvSpPr>
        <dsp:cNvPr id="0" name=""/>
        <dsp:cNvSpPr/>
      </dsp:nvSpPr>
      <dsp:spPr>
        <a:xfrm>
          <a:off x="530919" y="2419000"/>
          <a:ext cx="966251" cy="9653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9BAD14-80F9-469D-9BCC-A33BFF46228B}">
      <dsp:nvSpPr>
        <dsp:cNvPr id="0" name=""/>
        <dsp:cNvSpPr/>
      </dsp:nvSpPr>
      <dsp:spPr>
        <a:xfrm>
          <a:off x="2028089" y="2024101"/>
          <a:ext cx="5968569" cy="17568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930" tIns="185930" rIns="185930" bIns="18593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Management (Books &amp; Members):</a:t>
          </a:r>
          <a:br>
            <a:rPr lang="en-US" sz="2000" kern="1200" dirty="0"/>
          </a:br>
          <a:r>
            <a:rPr lang="en-US" sz="2000" kern="1200" dirty="0"/>
            <a:t>The system should maintain accurate records of all books and members. This includes book details (ID, title, author, availability) and member details (ID, name, borrowed books).</a:t>
          </a:r>
        </a:p>
      </dsp:txBody>
      <dsp:txXfrm>
        <a:off x="2028089" y="2024101"/>
        <a:ext cx="5968569" cy="17568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B0AAB-7B9F-499C-8B12-36C93133C78E}">
      <dsp:nvSpPr>
        <dsp:cNvPr id="0" name=""/>
        <dsp:cNvSpPr/>
      </dsp:nvSpPr>
      <dsp:spPr>
        <a:xfrm>
          <a:off x="0" y="0"/>
          <a:ext cx="9579428" cy="15831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8367D-C4E1-4C8A-BFA6-1A36E5944AD4}">
      <dsp:nvSpPr>
        <dsp:cNvPr id="0" name=""/>
        <dsp:cNvSpPr/>
      </dsp:nvSpPr>
      <dsp:spPr>
        <a:xfrm>
          <a:off x="478902" y="359033"/>
          <a:ext cx="871583" cy="8707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A1E1E-29D2-4EE1-A174-0ED644AA670C}">
      <dsp:nvSpPr>
        <dsp:cNvPr id="0" name=""/>
        <dsp:cNvSpPr/>
      </dsp:nvSpPr>
      <dsp:spPr>
        <a:xfrm>
          <a:off x="1829389" y="2824"/>
          <a:ext cx="7580941" cy="1584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714" tIns="167714" rIns="167714" bIns="16771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Borrow &amp; Return Rules:</a:t>
          </a:r>
          <a:br>
            <a:rPr lang="en-US" sz="2000" kern="1200" dirty="0"/>
          </a:br>
          <a:r>
            <a:rPr lang="en-US" sz="2000" kern="1200" dirty="0"/>
            <a:t>Different borrowing rules must be applied for students and faculty (e.g., borrowing limits, due dates), ensuring fairness and accountability</a:t>
          </a:r>
          <a:r>
            <a:rPr lang="en-US" sz="1800" kern="1200" dirty="0"/>
            <a:t>. </a:t>
          </a:r>
        </a:p>
      </dsp:txBody>
      <dsp:txXfrm>
        <a:off x="1829389" y="2824"/>
        <a:ext cx="7580941" cy="1584697"/>
      </dsp:txXfrm>
    </dsp:sp>
    <dsp:sp modelId="{DC380688-629F-460B-A74F-247C7C5E6562}">
      <dsp:nvSpPr>
        <dsp:cNvPr id="0" name=""/>
        <dsp:cNvSpPr/>
      </dsp:nvSpPr>
      <dsp:spPr>
        <a:xfrm>
          <a:off x="0" y="1930159"/>
          <a:ext cx="9579428" cy="15831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65CC3-EA58-4591-B485-BB045A36CFBA}">
      <dsp:nvSpPr>
        <dsp:cNvPr id="0" name=""/>
        <dsp:cNvSpPr/>
      </dsp:nvSpPr>
      <dsp:spPr>
        <a:xfrm>
          <a:off x="478902" y="2286368"/>
          <a:ext cx="871583" cy="8707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83ECF-5DD3-4790-92FC-61EE985C81E8}">
      <dsp:nvSpPr>
        <dsp:cNvPr id="0" name=""/>
        <dsp:cNvSpPr/>
      </dsp:nvSpPr>
      <dsp:spPr>
        <a:xfrm>
          <a:off x="1829389" y="1930159"/>
          <a:ext cx="7580941" cy="1584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714" tIns="167714" rIns="167714" bIns="16771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File Storage (Persistence):</a:t>
          </a:r>
          <a:br>
            <a:rPr lang="en-US" sz="2000" kern="1200" dirty="0"/>
          </a:br>
          <a:r>
            <a:rPr lang="en-US" sz="2000" kern="1200" dirty="0"/>
            <a:t>Data should not be lost when the program closes. Hence, books and members must be stored in text files (ng_books.txt, ng_members.txt) in UTF-8 encoding, ensuring compatibility and proper handling of special characters.</a:t>
          </a:r>
        </a:p>
      </dsp:txBody>
      <dsp:txXfrm>
        <a:off x="1829389" y="1930159"/>
        <a:ext cx="7580941" cy="1584697"/>
      </dsp:txXfrm>
    </dsp:sp>
    <dsp:sp modelId="{771A3956-392D-475F-AED4-978295937C1A}">
      <dsp:nvSpPr>
        <dsp:cNvPr id="0" name=""/>
        <dsp:cNvSpPr/>
      </dsp:nvSpPr>
      <dsp:spPr>
        <a:xfrm>
          <a:off x="0" y="3857494"/>
          <a:ext cx="9579428" cy="15831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7E27A3-B447-4E14-802D-6FF7847AF3C1}">
      <dsp:nvSpPr>
        <dsp:cNvPr id="0" name=""/>
        <dsp:cNvSpPr/>
      </dsp:nvSpPr>
      <dsp:spPr>
        <a:xfrm>
          <a:off x="478902" y="4213703"/>
          <a:ext cx="871583" cy="8707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8436F-9CF0-46A3-80C9-939D89AF5A72}">
      <dsp:nvSpPr>
        <dsp:cNvPr id="0" name=""/>
        <dsp:cNvSpPr/>
      </dsp:nvSpPr>
      <dsp:spPr>
        <a:xfrm>
          <a:off x="1829389" y="3857494"/>
          <a:ext cx="7580941" cy="1584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714" tIns="167714" rIns="167714" bIns="16771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Automation &amp; Efficiency:</a:t>
          </a:r>
          <a:br>
            <a:rPr lang="en-US" sz="2000" kern="1200" dirty="0"/>
          </a:br>
          <a:r>
            <a:rPr lang="en-US" sz="2000" kern="1200" dirty="0"/>
            <a:t>The project should use list comprehensions and Python features to make operations like searching, filtering, and saving data more compact and efficient.</a:t>
          </a:r>
        </a:p>
      </dsp:txBody>
      <dsp:txXfrm>
        <a:off x="1829389" y="3857494"/>
        <a:ext cx="7580941" cy="15846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4A4E5D-FF46-433B-BDD0-E92B0DBE63B8}">
      <dsp:nvSpPr>
        <dsp:cNvPr id="0" name=""/>
        <dsp:cNvSpPr/>
      </dsp:nvSpPr>
      <dsp:spPr>
        <a:xfrm>
          <a:off x="1172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0">
              <a:srgbClr val="C00000"/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DB5E97-F1A8-42C9-B8B9-FDA64C7647D3}">
      <dsp:nvSpPr>
        <dsp:cNvPr id="0" name=""/>
        <dsp:cNvSpPr/>
      </dsp:nvSpPr>
      <dsp:spPr>
        <a:xfrm>
          <a:off x="458411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Object-Oriented Programming (OOP):</a:t>
          </a:r>
          <a:br>
            <a:rPr lang="en-US" sz="2000" kern="1200" dirty="0"/>
          </a:br>
          <a:r>
            <a:rPr lang="en-US" sz="2000" kern="1200" dirty="0"/>
            <a:t>-The system is built around classes like Book, Member, and LibraryPortal.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-Each class represents a real-world entity, making the program more modular and easier to manage.</a:t>
          </a:r>
        </a:p>
      </dsp:txBody>
      <dsp:txXfrm>
        <a:off x="534947" y="649409"/>
        <a:ext cx="3962083" cy="2460051"/>
      </dsp:txXfrm>
    </dsp:sp>
    <dsp:sp modelId="{0B5C8CA0-558A-4195-BB45-1E54FBDCFAE2}">
      <dsp:nvSpPr>
        <dsp:cNvPr id="0" name=""/>
        <dsp:cNvSpPr/>
      </dsp:nvSpPr>
      <dsp:spPr>
        <a:xfrm>
          <a:off x="5030807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0">
              <a:srgbClr val="C00000"/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D86C6B-5DD5-4250-AA29-E2AE130A629E}">
      <dsp:nvSpPr>
        <dsp:cNvPr id="0" name=""/>
        <dsp:cNvSpPr/>
      </dsp:nvSpPr>
      <dsp:spPr>
        <a:xfrm>
          <a:off x="5488046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Encapsulation:</a:t>
          </a:r>
          <a:br>
            <a:rPr lang="en-US" sz="2000" kern="1200" dirty="0"/>
          </a:br>
          <a:r>
            <a:rPr lang="en-US" sz="2000" kern="1200" dirty="0"/>
            <a:t>-Member details and borrowed books are kept private inside the class.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-They can only be accessed or modified through methods, ensuring data security and correctness.</a:t>
          </a:r>
          <a:br>
            <a:rPr lang="en-US" sz="2000" kern="1200" dirty="0"/>
          </a:br>
          <a:endParaRPr lang="en-US" sz="2000" kern="1200" dirty="0"/>
        </a:p>
      </dsp:txBody>
      <dsp:txXfrm>
        <a:off x="5564582" y="649409"/>
        <a:ext cx="3962083" cy="24600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75A6D-E280-402D-8548-BA63BA6AF466}">
      <dsp:nvSpPr>
        <dsp:cNvPr id="0" name=""/>
        <dsp:cNvSpPr/>
      </dsp:nvSpPr>
      <dsp:spPr>
        <a:xfrm>
          <a:off x="1172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0">
              <a:srgbClr val="C00000"/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2E6D55-D0D1-4D73-A397-1AF80E01D955}">
      <dsp:nvSpPr>
        <dsp:cNvPr id="0" name=""/>
        <dsp:cNvSpPr/>
      </dsp:nvSpPr>
      <dsp:spPr>
        <a:xfrm>
          <a:off x="458411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Inheritance:</a:t>
          </a:r>
          <a:br>
            <a:rPr lang="en-US" sz="2000" kern="1200" dirty="0"/>
          </a:br>
          <a:r>
            <a:rPr lang="en-US" sz="2000" kern="1200" dirty="0"/>
            <a:t>-Common features are defined in a BaseMember class, while StudentMember and FacultyMember inherit from it.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-This avoids duplicate code and allows each type of member to follow their own borrowing rules.</a:t>
          </a:r>
        </a:p>
      </dsp:txBody>
      <dsp:txXfrm>
        <a:off x="534947" y="649409"/>
        <a:ext cx="3962083" cy="2460051"/>
      </dsp:txXfrm>
    </dsp:sp>
    <dsp:sp modelId="{DA45233E-4903-48BA-B4DA-7622EDCBDAB3}">
      <dsp:nvSpPr>
        <dsp:cNvPr id="0" name=""/>
        <dsp:cNvSpPr/>
      </dsp:nvSpPr>
      <dsp:spPr>
        <a:xfrm>
          <a:off x="5030807" y="138496"/>
          <a:ext cx="4115155" cy="26131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0">
              <a:srgbClr val="C00000"/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CE00F6-ECC5-4F75-AD44-72B77FAF28D7}">
      <dsp:nvSpPr>
        <dsp:cNvPr id="0" name=""/>
        <dsp:cNvSpPr/>
      </dsp:nvSpPr>
      <dsp:spPr>
        <a:xfrm>
          <a:off x="5488046" y="572873"/>
          <a:ext cx="4115155" cy="261312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Polymorphism:</a:t>
          </a:r>
          <a:br>
            <a:rPr lang="en-US" sz="2000" kern="1200" dirty="0"/>
          </a:br>
          <a:r>
            <a:rPr lang="en-US" sz="2000" kern="1200" dirty="0"/>
            <a:t>-The same action (like borrowing a book) works differently depending on whether the user is a student or faculty, thanks to method overriding.</a:t>
          </a:r>
        </a:p>
      </dsp:txBody>
      <dsp:txXfrm>
        <a:off x="5564582" y="649409"/>
        <a:ext cx="3962083" cy="24600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4DF65-EF01-4628-8BCC-C0AA57F769C4}">
      <dsp:nvSpPr>
        <dsp:cNvPr id="0" name=""/>
        <dsp:cNvSpPr/>
      </dsp:nvSpPr>
      <dsp:spPr>
        <a:xfrm>
          <a:off x="1172" y="151339"/>
          <a:ext cx="4115155" cy="2587436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FF0000"/>
            </a:gs>
            <a:gs pos="0">
              <a:schemeClr val="accent3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0">
              <a:srgbClr val="C00000"/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D66359-3EA7-4A2B-A730-0A4AF9801081}">
      <dsp:nvSpPr>
        <dsp:cNvPr id="0" name=""/>
        <dsp:cNvSpPr/>
      </dsp:nvSpPr>
      <dsp:spPr>
        <a:xfrm>
          <a:off x="458411" y="585717"/>
          <a:ext cx="4115155" cy="25874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C00000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Separation of Concerns:</a:t>
          </a:r>
          <a:br>
            <a:rPr lang="en-US" sz="1900" kern="1200" dirty="0"/>
          </a:br>
          <a:r>
            <a:rPr lang="en-US" sz="1900" kern="1200" dirty="0"/>
            <a:t>The design keeps responsibilities separate:</a:t>
          </a:r>
          <a:br>
            <a:rPr lang="en-US" sz="1900" kern="1200" dirty="0"/>
          </a:br>
          <a:r>
            <a:rPr lang="en-US" sz="1900" kern="1200" dirty="0"/>
            <a:t>-Book and Member handle data.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-LibraryPortal manages operations.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-CLI provides user interaction.</a:t>
          </a:r>
          <a:br>
            <a:rPr lang="en-US" sz="1900" kern="1200" dirty="0"/>
          </a:br>
          <a:r>
            <a:rPr lang="en-US" sz="1900" kern="1200" dirty="0"/>
            <a:t>-This makes the system easier to extend and debug.</a:t>
          </a:r>
        </a:p>
      </dsp:txBody>
      <dsp:txXfrm>
        <a:off x="534194" y="661500"/>
        <a:ext cx="3963589" cy="2435870"/>
      </dsp:txXfrm>
    </dsp:sp>
    <dsp:sp modelId="{17F75893-F371-4FA3-9BC2-84675A128C5E}">
      <dsp:nvSpPr>
        <dsp:cNvPr id="0" name=""/>
        <dsp:cNvSpPr/>
      </dsp:nvSpPr>
      <dsp:spPr>
        <a:xfrm>
          <a:off x="5030807" y="151339"/>
          <a:ext cx="4115155" cy="25599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0">
              <a:schemeClr val="accent3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0">
              <a:srgbClr val="C00000"/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E971AE-E3D1-45D7-AAAA-974CF395EA8E}">
      <dsp:nvSpPr>
        <dsp:cNvPr id="0" name=""/>
        <dsp:cNvSpPr/>
      </dsp:nvSpPr>
      <dsp:spPr>
        <a:xfrm>
          <a:off x="5488046" y="585717"/>
          <a:ext cx="4115155" cy="25599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rgbClr val="C00000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File Persistence with UTF-8:</a:t>
          </a:r>
          <a:br>
            <a:rPr lang="en-US" sz="1900" kern="1200" dirty="0"/>
          </a:br>
          <a:r>
            <a:rPr lang="en-US" sz="1900" kern="1200" dirty="0"/>
            <a:t>-All books and members are saved in text files using UTF-8 encoding.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-This ensures that the data is not lost when the system is closed and supports names or titles in any language.</a:t>
          </a:r>
        </a:p>
      </dsp:txBody>
      <dsp:txXfrm>
        <a:off x="5563024" y="660695"/>
        <a:ext cx="3965199" cy="24099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C2025-D987-43DC-AE9B-B33A082B2D46}">
      <dsp:nvSpPr>
        <dsp:cNvPr id="0" name=""/>
        <dsp:cNvSpPr/>
      </dsp:nvSpPr>
      <dsp:spPr>
        <a:xfrm>
          <a:off x="0" y="0"/>
          <a:ext cx="7683500" cy="7313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Book Class → Represents books in the system.</a:t>
          </a:r>
        </a:p>
      </dsp:txBody>
      <dsp:txXfrm>
        <a:off x="21422" y="21422"/>
        <a:ext cx="6832471" cy="688544"/>
      </dsp:txXfrm>
    </dsp:sp>
    <dsp:sp modelId="{B2A74BB0-8BF4-4C9B-8127-7BE31E695CCC}">
      <dsp:nvSpPr>
        <dsp:cNvPr id="0" name=""/>
        <dsp:cNvSpPr/>
      </dsp:nvSpPr>
      <dsp:spPr>
        <a:xfrm>
          <a:off x="643493" y="864368"/>
          <a:ext cx="7683500" cy="7313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BaseMember Class → Abstract parent class.</a:t>
          </a:r>
        </a:p>
      </dsp:txBody>
      <dsp:txXfrm>
        <a:off x="664915" y="885790"/>
        <a:ext cx="6521760" cy="688544"/>
      </dsp:txXfrm>
    </dsp:sp>
    <dsp:sp modelId="{06684153-4215-401A-BE6F-94B50E7C70BB}">
      <dsp:nvSpPr>
        <dsp:cNvPr id="0" name=""/>
        <dsp:cNvSpPr/>
      </dsp:nvSpPr>
      <dsp:spPr>
        <a:xfrm>
          <a:off x="1277381" y="1728736"/>
          <a:ext cx="7683500" cy="7313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StudentMember / </a:t>
          </a:r>
          <a:r>
            <a:rPr lang="en-US" sz="2000" kern="1200" dirty="0" err="1"/>
            <a:t>FacultyMember</a:t>
          </a:r>
          <a:r>
            <a:rPr lang="en-US" sz="2000" kern="1200" dirty="0"/>
            <a:t> → Inherit from BaseMember.</a:t>
          </a:r>
        </a:p>
      </dsp:txBody>
      <dsp:txXfrm>
        <a:off x="1298803" y="1750158"/>
        <a:ext cx="6531364" cy="688544"/>
      </dsp:txXfrm>
    </dsp:sp>
    <dsp:sp modelId="{0F0A5438-181F-41A7-9AA5-60A1BA780ECE}">
      <dsp:nvSpPr>
        <dsp:cNvPr id="0" name=""/>
        <dsp:cNvSpPr/>
      </dsp:nvSpPr>
      <dsp:spPr>
        <a:xfrm>
          <a:off x="1920875" y="2593105"/>
          <a:ext cx="7683500" cy="7313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LibraryPortal → Manages books and members (composition relationship).</a:t>
          </a:r>
        </a:p>
      </dsp:txBody>
      <dsp:txXfrm>
        <a:off x="1942297" y="2614527"/>
        <a:ext cx="6521760" cy="688544"/>
      </dsp:txXfrm>
    </dsp:sp>
    <dsp:sp modelId="{87FCB289-EDEF-44D1-83F9-D8E9FA4FD99C}">
      <dsp:nvSpPr>
        <dsp:cNvPr id="0" name=""/>
        <dsp:cNvSpPr/>
      </dsp:nvSpPr>
      <dsp:spPr>
        <a:xfrm>
          <a:off x="7208097" y="560177"/>
          <a:ext cx="475402" cy="4754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315062" y="560177"/>
        <a:ext cx="261472" cy="357740"/>
      </dsp:txXfrm>
    </dsp:sp>
    <dsp:sp modelId="{C6E01035-02A1-45FE-A4D1-924CE71103BD}">
      <dsp:nvSpPr>
        <dsp:cNvPr id="0" name=""/>
        <dsp:cNvSpPr/>
      </dsp:nvSpPr>
      <dsp:spPr>
        <a:xfrm>
          <a:off x="7851590" y="1424545"/>
          <a:ext cx="475402" cy="4754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958555" y="1424545"/>
        <a:ext cx="261472" cy="357740"/>
      </dsp:txXfrm>
    </dsp:sp>
    <dsp:sp modelId="{15D5C2C5-40EB-453C-9355-BE3D957BB748}">
      <dsp:nvSpPr>
        <dsp:cNvPr id="0" name=""/>
        <dsp:cNvSpPr/>
      </dsp:nvSpPr>
      <dsp:spPr>
        <a:xfrm>
          <a:off x="8485479" y="2288914"/>
          <a:ext cx="475402" cy="47540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8592444" y="2288914"/>
        <a:ext cx="261472" cy="3577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CA17E-F2E7-40C4-A34C-E6F218D338F4}">
      <dsp:nvSpPr>
        <dsp:cNvPr id="0" name=""/>
        <dsp:cNvSpPr/>
      </dsp:nvSpPr>
      <dsp:spPr>
        <a:xfrm>
          <a:off x="687539" y="1846286"/>
          <a:ext cx="541593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6C38A-78A9-4EB0-83CF-2F3D42704A64}">
      <dsp:nvSpPr>
        <dsp:cNvPr id="0" name=""/>
        <dsp:cNvSpPr/>
      </dsp:nvSpPr>
      <dsp:spPr>
        <a:xfrm>
          <a:off x="1261628" y="1800784"/>
          <a:ext cx="62283" cy="117095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BD1A2-8DE5-4B18-8C31-400C2A7B9E46}">
      <dsp:nvSpPr>
        <dsp:cNvPr id="0" name=""/>
        <dsp:cNvSpPr/>
      </dsp:nvSpPr>
      <dsp:spPr>
        <a:xfrm>
          <a:off x="377364" y="1603846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</a:t>
          </a:r>
        </a:p>
      </dsp:txBody>
      <dsp:txXfrm>
        <a:off x="448383" y="1674865"/>
        <a:ext cx="342913" cy="342913"/>
      </dsp:txXfrm>
    </dsp:sp>
    <dsp:sp modelId="{A6F714B6-223C-47F8-A860-B6D6D5FF701A}">
      <dsp:nvSpPr>
        <dsp:cNvPr id="0" name=""/>
        <dsp:cNvSpPr/>
      </dsp:nvSpPr>
      <dsp:spPr>
        <a:xfrm>
          <a:off x="10547" y="2254394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Insert Book → Add a new book with ID, title, author, and ISBN.</a:t>
          </a:r>
        </a:p>
      </dsp:txBody>
      <dsp:txXfrm>
        <a:off x="10547" y="2498111"/>
        <a:ext cx="1218585" cy="1721883"/>
      </dsp:txXfrm>
    </dsp:sp>
    <dsp:sp modelId="{DC85FA43-90EB-4F68-863E-6076867A8D23}">
      <dsp:nvSpPr>
        <dsp:cNvPr id="0" name=""/>
        <dsp:cNvSpPr/>
      </dsp:nvSpPr>
      <dsp:spPr>
        <a:xfrm>
          <a:off x="1364531" y="1846292"/>
          <a:ext cx="121858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D3C3FB-1452-4BBB-8A04-DC3D24D8CBE2}">
      <dsp:nvSpPr>
        <dsp:cNvPr id="0" name=""/>
        <dsp:cNvSpPr/>
      </dsp:nvSpPr>
      <dsp:spPr>
        <a:xfrm>
          <a:off x="2615612" y="1800789"/>
          <a:ext cx="62283" cy="11710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6151D-4AF0-4DFD-82E8-44E1310B2A39}">
      <dsp:nvSpPr>
        <dsp:cNvPr id="0" name=""/>
        <dsp:cNvSpPr/>
      </dsp:nvSpPr>
      <dsp:spPr>
        <a:xfrm>
          <a:off x="1731348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</a:t>
          </a:r>
        </a:p>
      </dsp:txBody>
      <dsp:txXfrm>
        <a:off x="1802367" y="1674871"/>
        <a:ext cx="342913" cy="342913"/>
      </dsp:txXfrm>
    </dsp:sp>
    <dsp:sp modelId="{0E26C745-8B31-4447-A0F4-CB0423F93DBA}">
      <dsp:nvSpPr>
        <dsp:cNvPr id="0" name=""/>
        <dsp:cNvSpPr/>
      </dsp:nvSpPr>
      <dsp:spPr>
        <a:xfrm>
          <a:off x="1364531" y="2254410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Discard Book → Remove a book from the catalog (only if not borrowed).</a:t>
          </a:r>
        </a:p>
      </dsp:txBody>
      <dsp:txXfrm>
        <a:off x="1364531" y="2498127"/>
        <a:ext cx="1218585" cy="1721883"/>
      </dsp:txXfrm>
    </dsp:sp>
    <dsp:sp modelId="{9F82C150-DB79-4ABD-A18E-22484312E7D0}">
      <dsp:nvSpPr>
        <dsp:cNvPr id="0" name=""/>
        <dsp:cNvSpPr/>
      </dsp:nvSpPr>
      <dsp:spPr>
        <a:xfrm>
          <a:off x="2718514" y="1846292"/>
          <a:ext cx="121858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589A6C-D0B9-4EAE-A4C2-6F24916A2A89}">
      <dsp:nvSpPr>
        <dsp:cNvPr id="0" name=""/>
        <dsp:cNvSpPr/>
      </dsp:nvSpPr>
      <dsp:spPr>
        <a:xfrm>
          <a:off x="3969595" y="1800789"/>
          <a:ext cx="62283" cy="11710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B2BC89-7E59-404A-9CD6-6002DAE6E511}">
      <dsp:nvSpPr>
        <dsp:cNvPr id="0" name=""/>
        <dsp:cNvSpPr/>
      </dsp:nvSpPr>
      <dsp:spPr>
        <a:xfrm>
          <a:off x="3085331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</a:t>
          </a:r>
        </a:p>
      </dsp:txBody>
      <dsp:txXfrm>
        <a:off x="3156350" y="1674871"/>
        <a:ext cx="342913" cy="342913"/>
      </dsp:txXfrm>
    </dsp:sp>
    <dsp:sp modelId="{7B2F3CAD-0D9B-4C1C-B08D-F4763C965DCF}">
      <dsp:nvSpPr>
        <dsp:cNvPr id="0" name=""/>
        <dsp:cNvSpPr/>
      </dsp:nvSpPr>
      <dsp:spPr>
        <a:xfrm>
          <a:off x="2718514" y="2254410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Enroll Member → Register a new student or faculty member.</a:t>
          </a:r>
        </a:p>
      </dsp:txBody>
      <dsp:txXfrm>
        <a:off x="2718514" y="2498127"/>
        <a:ext cx="1218585" cy="1721883"/>
      </dsp:txXfrm>
    </dsp:sp>
    <dsp:sp modelId="{F313ED8E-B2B3-4D82-9DF3-A66086FB5E6E}">
      <dsp:nvSpPr>
        <dsp:cNvPr id="0" name=""/>
        <dsp:cNvSpPr/>
      </dsp:nvSpPr>
      <dsp:spPr>
        <a:xfrm>
          <a:off x="4072498" y="1846292"/>
          <a:ext cx="121858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6392CD-57C9-43E0-93F2-9E00659AC781}">
      <dsp:nvSpPr>
        <dsp:cNvPr id="0" name=""/>
        <dsp:cNvSpPr/>
      </dsp:nvSpPr>
      <dsp:spPr>
        <a:xfrm>
          <a:off x="5323579" y="1800789"/>
          <a:ext cx="62283" cy="11710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56BDF9-0126-465C-AD52-410379C9B38E}">
      <dsp:nvSpPr>
        <dsp:cNvPr id="0" name=""/>
        <dsp:cNvSpPr/>
      </dsp:nvSpPr>
      <dsp:spPr>
        <a:xfrm>
          <a:off x="4439315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4</a:t>
          </a:r>
        </a:p>
      </dsp:txBody>
      <dsp:txXfrm>
        <a:off x="4510334" y="1674871"/>
        <a:ext cx="342913" cy="342913"/>
      </dsp:txXfrm>
    </dsp:sp>
    <dsp:sp modelId="{D9AC04EA-F800-44B9-8A54-10A9013F308D}">
      <dsp:nvSpPr>
        <dsp:cNvPr id="0" name=""/>
        <dsp:cNvSpPr/>
      </dsp:nvSpPr>
      <dsp:spPr>
        <a:xfrm>
          <a:off x="4097077" y="2297948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Borrow Book → Issue a book to a member and set the due date.</a:t>
          </a:r>
        </a:p>
      </dsp:txBody>
      <dsp:txXfrm>
        <a:off x="4097077" y="2541665"/>
        <a:ext cx="1218585" cy="1721883"/>
      </dsp:txXfrm>
    </dsp:sp>
    <dsp:sp modelId="{80BD528A-7DBF-4C8F-910B-B347CB261626}">
      <dsp:nvSpPr>
        <dsp:cNvPr id="0" name=""/>
        <dsp:cNvSpPr/>
      </dsp:nvSpPr>
      <dsp:spPr>
        <a:xfrm>
          <a:off x="5426482" y="1846292"/>
          <a:ext cx="121858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D4B378-D135-4F71-B012-39382E4D247E}">
      <dsp:nvSpPr>
        <dsp:cNvPr id="0" name=""/>
        <dsp:cNvSpPr/>
      </dsp:nvSpPr>
      <dsp:spPr>
        <a:xfrm>
          <a:off x="6677563" y="1800789"/>
          <a:ext cx="62283" cy="11710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5A386-AEF4-42BD-8A16-2E04A2ED8C32}">
      <dsp:nvSpPr>
        <dsp:cNvPr id="0" name=""/>
        <dsp:cNvSpPr/>
      </dsp:nvSpPr>
      <dsp:spPr>
        <a:xfrm>
          <a:off x="5793299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5</a:t>
          </a:r>
        </a:p>
      </dsp:txBody>
      <dsp:txXfrm>
        <a:off x="5864318" y="1674871"/>
        <a:ext cx="342913" cy="342913"/>
      </dsp:txXfrm>
    </dsp:sp>
    <dsp:sp modelId="{BFBB3AF0-9B4B-4F33-93D3-DF0EA7559EB1}">
      <dsp:nvSpPr>
        <dsp:cNvPr id="0" name=""/>
        <dsp:cNvSpPr/>
      </dsp:nvSpPr>
      <dsp:spPr>
        <a:xfrm>
          <a:off x="5426482" y="2254410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Return Book → Return a borrowed book and calculate fine if overdue.</a:t>
          </a:r>
        </a:p>
      </dsp:txBody>
      <dsp:txXfrm>
        <a:off x="5426482" y="2498127"/>
        <a:ext cx="1218585" cy="1721883"/>
      </dsp:txXfrm>
    </dsp:sp>
    <dsp:sp modelId="{A3EDB125-EA90-46E8-899A-A99A5C98F277}">
      <dsp:nvSpPr>
        <dsp:cNvPr id="0" name=""/>
        <dsp:cNvSpPr/>
      </dsp:nvSpPr>
      <dsp:spPr>
        <a:xfrm>
          <a:off x="6780466" y="1846292"/>
          <a:ext cx="1218585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CE964B-1A5C-4A1B-AE4F-CBA95A7CA6DB}">
      <dsp:nvSpPr>
        <dsp:cNvPr id="0" name=""/>
        <dsp:cNvSpPr/>
      </dsp:nvSpPr>
      <dsp:spPr>
        <a:xfrm>
          <a:off x="8031547" y="1800789"/>
          <a:ext cx="62283" cy="11710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55F8ED-B67C-46E2-9055-3D37F5973BAE}">
      <dsp:nvSpPr>
        <dsp:cNvPr id="0" name=""/>
        <dsp:cNvSpPr/>
      </dsp:nvSpPr>
      <dsp:spPr>
        <a:xfrm>
          <a:off x="7147283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6</a:t>
          </a:r>
        </a:p>
      </dsp:txBody>
      <dsp:txXfrm>
        <a:off x="7218302" y="1674871"/>
        <a:ext cx="342913" cy="342913"/>
      </dsp:txXfrm>
    </dsp:sp>
    <dsp:sp modelId="{41D7352E-7E19-4019-B9B8-B40D94C9959C}">
      <dsp:nvSpPr>
        <dsp:cNvPr id="0" name=""/>
        <dsp:cNvSpPr/>
      </dsp:nvSpPr>
      <dsp:spPr>
        <a:xfrm>
          <a:off x="6780466" y="2254410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View All Books → Display the list of all books with availability status.</a:t>
          </a:r>
        </a:p>
      </dsp:txBody>
      <dsp:txXfrm>
        <a:off x="6780466" y="2498127"/>
        <a:ext cx="1218585" cy="1721883"/>
      </dsp:txXfrm>
    </dsp:sp>
    <dsp:sp modelId="{D18D8586-6B93-4D70-8CC3-DAD779204482}">
      <dsp:nvSpPr>
        <dsp:cNvPr id="0" name=""/>
        <dsp:cNvSpPr/>
      </dsp:nvSpPr>
      <dsp:spPr>
        <a:xfrm>
          <a:off x="8134449" y="1846292"/>
          <a:ext cx="121866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9C1DA1-DF8A-4B3C-915C-8594D05B7E87}">
      <dsp:nvSpPr>
        <dsp:cNvPr id="0" name=""/>
        <dsp:cNvSpPr/>
      </dsp:nvSpPr>
      <dsp:spPr>
        <a:xfrm>
          <a:off x="9385616" y="1800789"/>
          <a:ext cx="62287" cy="117101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CDD619-3640-4442-A40F-49B8B0CFB149}">
      <dsp:nvSpPr>
        <dsp:cNvPr id="0" name=""/>
        <dsp:cNvSpPr/>
      </dsp:nvSpPr>
      <dsp:spPr>
        <a:xfrm>
          <a:off x="8501308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7</a:t>
          </a:r>
        </a:p>
      </dsp:txBody>
      <dsp:txXfrm>
        <a:off x="8572327" y="1674871"/>
        <a:ext cx="342913" cy="342913"/>
      </dsp:txXfrm>
    </dsp:sp>
    <dsp:sp modelId="{31C93380-A92D-4CD8-94A5-4EEF045BD45E}">
      <dsp:nvSpPr>
        <dsp:cNvPr id="0" name=""/>
        <dsp:cNvSpPr/>
      </dsp:nvSpPr>
      <dsp:spPr>
        <a:xfrm>
          <a:off x="8134449" y="2254410"/>
          <a:ext cx="1218668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30" tIns="165100" rIns="96130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View All Members → Display all registered members with their borrowed books.</a:t>
          </a:r>
        </a:p>
      </dsp:txBody>
      <dsp:txXfrm>
        <a:off x="8134449" y="2498144"/>
        <a:ext cx="1218668" cy="1721866"/>
      </dsp:txXfrm>
    </dsp:sp>
    <dsp:sp modelId="{7A1C77D3-6585-4FEE-A0FA-9F7DE3C92A4C}">
      <dsp:nvSpPr>
        <dsp:cNvPr id="0" name=""/>
        <dsp:cNvSpPr/>
      </dsp:nvSpPr>
      <dsp:spPr>
        <a:xfrm>
          <a:off x="9488525" y="1846292"/>
          <a:ext cx="609292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CA6A11-C81E-4EAA-AD91-C780457299DB}">
      <dsp:nvSpPr>
        <dsp:cNvPr id="0" name=""/>
        <dsp:cNvSpPr/>
      </dsp:nvSpPr>
      <dsp:spPr>
        <a:xfrm>
          <a:off x="9855342" y="1603852"/>
          <a:ext cx="484951" cy="4849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19" tIns="18819" rIns="18819" bIns="18819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8</a:t>
          </a:r>
        </a:p>
      </dsp:txBody>
      <dsp:txXfrm>
        <a:off x="9926361" y="1674871"/>
        <a:ext cx="342913" cy="342913"/>
      </dsp:txXfrm>
    </dsp:sp>
    <dsp:sp modelId="{E2B03F13-F599-4590-8F94-5D00B93F0A83}">
      <dsp:nvSpPr>
        <dsp:cNvPr id="0" name=""/>
        <dsp:cNvSpPr/>
      </dsp:nvSpPr>
      <dsp:spPr>
        <a:xfrm>
          <a:off x="9488525" y="2254410"/>
          <a:ext cx="121858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123" tIns="165100" rIns="96123" bIns="16510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Exit → Close the application.</a:t>
          </a:r>
        </a:p>
      </dsp:txBody>
      <dsp:txXfrm>
        <a:off x="9488525" y="2498127"/>
        <a:ext cx="1218585" cy="17218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1010E-D3DF-4316-B787-B15BBBB0C448}" type="datetimeFigureOut">
              <a:rPr lang="en-IN" smtClean="0"/>
              <a:t>25-08-2025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DEB2D-4075-429B-B4DD-8EDE84EA0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01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DEB2D-4075-429B-B4DD-8EDE84EA04C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126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DEB2D-4075-429B-B4DD-8EDE84EA04C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982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DEB2D-4075-429B-B4DD-8EDE84EA04C9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595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96F26DF-7FC3-9970-2ABE-04FF9A96220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71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5513E21-21B0-48DB-8CF1-35E43B33A4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urry image of a library&#10;&#10;AI-generated content may be incorrect.">
            <a:extLst>
              <a:ext uri="{FF2B5EF4-FFF2-40B4-BE49-F238E27FC236}">
                <a16:creationId xmlns:a16="http://schemas.microsoft.com/office/drawing/2014/main" id="{7ED1B8AE-8E13-27F5-3266-9DFAFD3290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744" r="-1" b="-1"/>
          <a:stretch>
            <a:fillRect/>
          </a:stretch>
        </p:blipFill>
        <p:spPr>
          <a:xfrm>
            <a:off x="20" y="10"/>
            <a:ext cx="12191675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9C21D9-58D5-51F3-BD4D-75E4393A1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6636" y="992221"/>
            <a:ext cx="6247308" cy="4873558"/>
          </a:xfrm>
        </p:spPr>
        <p:txBody>
          <a:bodyPr anchor="ctr">
            <a:normAutofit/>
          </a:bodyPr>
          <a:lstStyle/>
          <a:p>
            <a:r>
              <a:rPr lang="en-IN" sz="4800" dirty="0"/>
              <a:t>NEXTGEN LIBRARY PORTAL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91ECE-7F3E-8972-2EBE-D44B27912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056" y="996610"/>
            <a:ext cx="3363901" cy="4864780"/>
          </a:xfrm>
        </p:spPr>
        <p:txBody>
          <a:bodyPr anchor="ctr">
            <a:normAutofit/>
          </a:bodyPr>
          <a:lstStyle/>
          <a:p>
            <a:pPr algn="r"/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amitha, vidya and deekshitha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80B8A35-DEA7-4D43-9DF8-90B4681D0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145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84EC-6A39-72A4-04E1-52752BC316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34139" y="1012600"/>
            <a:ext cx="5738619" cy="623887"/>
          </a:xfrm>
        </p:spPr>
        <p:txBody>
          <a:bodyPr/>
          <a:lstStyle/>
          <a:p>
            <a:r>
              <a:rPr lang="en-IN" dirty="0"/>
              <a:t>overview</a:t>
            </a:r>
          </a:p>
        </p:txBody>
      </p:sp>
      <p:graphicFrame>
        <p:nvGraphicFramePr>
          <p:cNvPr id="45" name="TextBox 3">
            <a:extLst>
              <a:ext uri="{FF2B5EF4-FFF2-40B4-BE49-F238E27FC236}">
                <a16:creationId xmlns:a16="http://schemas.microsoft.com/office/drawing/2014/main" id="{292719E2-11A1-084F-BB20-88D9FA318E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0047990"/>
              </p:ext>
            </p:extLst>
          </p:nvPr>
        </p:nvGraphicFramePr>
        <p:xfrm>
          <a:off x="1661961" y="1959201"/>
          <a:ext cx="8710797" cy="3668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3706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DCB7B-675B-D2C5-72CB-DF66B9B0B5A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14540" y="922564"/>
            <a:ext cx="9604375" cy="692150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E19353-8D54-E77E-BAB6-82284E558FFE}"/>
              </a:ext>
            </a:extLst>
          </p:cNvPr>
          <p:cNvSpPr txBox="1"/>
          <p:nvPr/>
        </p:nvSpPr>
        <p:spPr>
          <a:xfrm>
            <a:off x="185133" y="1614714"/>
            <a:ext cx="6614735" cy="2952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Build a simple and efficient library system using Python.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OOP concepts like encapsulation and inheritance.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Allow students and faculty to borrow and return books.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Apply different loan rules and fines for each member type.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Store all data in text files using UTF-8 encoding.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list comprehension to simplify data handling.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 the system to be easy to extend or upgrade later.</a:t>
            </a:r>
            <a:endParaRPr lang="en-IN" dirty="0"/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49A175-2728-7F69-2D87-458177C62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743" y="1524000"/>
            <a:ext cx="5595257" cy="317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96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0B24-BB9D-CDAB-96F5-64908B1EB56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5531" y="775039"/>
            <a:ext cx="5144080" cy="668337"/>
          </a:xfrm>
        </p:spPr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057E7-3652-F1CA-9ED5-FA09D448582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98703" y="1787525"/>
            <a:ext cx="6196012" cy="34496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In many libraries, managing books and members is still done manually or with very basic tools. 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This often creates problems like books getting misplaced, due dates being missed, or members not being tracked properly. 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Students and faculty have different borrowing needs, but most manual systems don’t handle those rules well. 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Also, when data isn’t stored properly, all records are lost once the system is closed. This leads to confusion, errors, and extra work for library staff.</a:t>
            </a:r>
            <a:br>
              <a:rPr lang="en-US" sz="1700" dirty="0"/>
            </a:br>
            <a:endParaRPr lang="en-IN" sz="1700" dirty="0"/>
          </a:p>
        </p:txBody>
      </p:sp>
      <p:pic>
        <p:nvPicPr>
          <p:cNvPr id="8" name="Picture 7" descr="A notebook with a pen and paper clips&#10;&#10;AI-generated content may be incorrect.">
            <a:extLst>
              <a:ext uri="{FF2B5EF4-FFF2-40B4-BE49-F238E27FC236}">
                <a16:creationId xmlns:a16="http://schemas.microsoft.com/office/drawing/2014/main" id="{1964A082-9C10-484F-E88F-8C9F6F759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029" y="1787525"/>
            <a:ext cx="5034760" cy="307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2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AFA0-DE3C-060E-6DE3-FE907CFC7F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1995" y="985729"/>
            <a:ext cx="9604375" cy="668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94A28C-0D11-55F6-9D63-740177492C26}"/>
              </a:ext>
            </a:extLst>
          </p:cNvPr>
          <p:cNvSpPr txBox="1"/>
          <p:nvPr/>
        </p:nvSpPr>
        <p:spPr>
          <a:xfrm>
            <a:off x="428322" y="1945975"/>
            <a:ext cx="5286678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700" dirty="0"/>
              <a:t>The NextGen Library Portal is a Python-based system that simplifies library management. 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700" dirty="0"/>
              <a:t>It helps librarians add books, enroll members, track borrow/return, and calculate fines automatically. 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700" dirty="0"/>
              <a:t>Built using OOP principles, with UTF-8 encoding for universal text support and list comprehensions for efficiency, it provides a fast, reliable, and user-friendly digital solution for libraries.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D10A7-4E02-42D3-BC05-C8B19F35C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0" y="1774371"/>
            <a:ext cx="5669267" cy="295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51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01B4A-78E1-F0AE-9DFF-9189C5C5A95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07910" y="1028463"/>
            <a:ext cx="9604375" cy="711200"/>
          </a:xfrm>
        </p:spPr>
        <p:txBody>
          <a:bodyPr/>
          <a:lstStyle/>
          <a:p>
            <a:r>
              <a:rPr lang="en-IN" dirty="0"/>
              <a:t>requirements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E4825E2C-A24B-73A9-78D8-6299F8E1BC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5941740"/>
              </p:ext>
            </p:extLst>
          </p:nvPr>
        </p:nvGraphicFramePr>
        <p:xfrm>
          <a:off x="1451579" y="2046514"/>
          <a:ext cx="8066314" cy="3783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057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extBox 1">
            <a:extLst>
              <a:ext uri="{FF2B5EF4-FFF2-40B4-BE49-F238E27FC236}">
                <a16:creationId xmlns:a16="http://schemas.microsoft.com/office/drawing/2014/main" id="{032630E1-771D-8293-8065-BF41D6FCE8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5885767"/>
              </p:ext>
            </p:extLst>
          </p:nvPr>
        </p:nvGraphicFramePr>
        <p:xfrm>
          <a:off x="1001487" y="272142"/>
          <a:ext cx="9579428" cy="5445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357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C95F1-64C5-F9BF-06CE-1B779F77D7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198710" y="1204685"/>
            <a:ext cx="5583565" cy="660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Concepts used</a:t>
            </a:r>
          </a:p>
        </p:txBody>
      </p:sp>
      <p:graphicFrame>
        <p:nvGraphicFramePr>
          <p:cNvPr id="51" name="TextBox 3">
            <a:extLst>
              <a:ext uri="{FF2B5EF4-FFF2-40B4-BE49-F238E27FC236}">
                <a16:creationId xmlns:a16="http://schemas.microsoft.com/office/drawing/2014/main" id="{090E33F3-D3C1-5B68-4309-A55988F4AA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5628941"/>
              </p:ext>
            </p:extLst>
          </p:nvPr>
        </p:nvGraphicFramePr>
        <p:xfrm>
          <a:off x="1646360" y="2408820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526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921C5CE7-F088-07B7-6493-4A169AD9E8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7289880"/>
              </p:ext>
            </p:extLst>
          </p:nvPr>
        </p:nvGraphicFramePr>
        <p:xfrm>
          <a:off x="1293812" y="1421677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751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extBox 1">
            <a:extLst>
              <a:ext uri="{FF2B5EF4-FFF2-40B4-BE49-F238E27FC236}">
                <a16:creationId xmlns:a16="http://schemas.microsoft.com/office/drawing/2014/main" id="{F4D589B1-F20E-EA7E-8898-D5A48CEF8F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9273073"/>
              </p:ext>
            </p:extLst>
          </p:nvPr>
        </p:nvGraphicFramePr>
        <p:xfrm>
          <a:off x="1395750" y="1330719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1592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34E267-47FE-3102-C0B7-5C23FF829673}"/>
              </a:ext>
            </a:extLst>
          </p:cNvPr>
          <p:cNvSpPr/>
          <p:nvPr/>
        </p:nvSpPr>
        <p:spPr>
          <a:xfrm>
            <a:off x="3669518" y="1566986"/>
            <a:ext cx="4195084" cy="2394899"/>
          </a:xfrm>
          <a:prstGeom prst="roundRect">
            <a:avLst>
              <a:gd name="adj" fmla="val 10000"/>
            </a:avLst>
          </a:prstGeom>
          <a:solidFill>
            <a:srgbClr val="C00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093E825-51FA-207B-20DC-165F6F245ED0}"/>
              </a:ext>
            </a:extLst>
          </p:cNvPr>
          <p:cNvGrpSpPr/>
          <p:nvPr/>
        </p:nvGrpSpPr>
        <p:grpSpPr>
          <a:xfrm>
            <a:off x="4078687" y="1860922"/>
            <a:ext cx="4082143" cy="2394899"/>
            <a:chOff x="3998581" y="3516043"/>
            <a:chExt cx="3731083" cy="239489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D55236B-E530-0EA9-71CD-CC0284DAC50D}"/>
                </a:ext>
              </a:extLst>
            </p:cNvPr>
            <p:cNvSpPr/>
            <p:nvPr/>
          </p:nvSpPr>
          <p:spPr>
            <a:xfrm>
              <a:off x="3998581" y="3516043"/>
              <a:ext cx="3731083" cy="239489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BBEDAFC6-303B-68D9-6B93-A9DFF70AC8AF}"/>
                </a:ext>
              </a:extLst>
            </p:cNvPr>
            <p:cNvSpPr txBox="1"/>
            <p:nvPr/>
          </p:nvSpPr>
          <p:spPr>
            <a:xfrm>
              <a:off x="3998581" y="3516043"/>
              <a:ext cx="3660939" cy="23247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/>
                <a:t>List Comprehension:</a:t>
              </a:r>
              <a:br>
                <a:rPr lang="en-US" sz="1900" kern="1200" dirty="0"/>
              </a:br>
              <a:r>
                <a:rPr lang="en-US" sz="1900" kern="1200" dirty="0"/>
                <a:t>-Used for tasks like filtering borrowed books and preparing data for saving.</a:t>
              </a:r>
            </a:p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dirty="0"/>
                <a:t>-</a:t>
              </a:r>
              <a:r>
                <a:rPr lang="en-US" sz="1900" kern="1200" dirty="0"/>
                <a:t> It makes the code shorter, faster, and easier to read.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9788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11D1-567A-AA34-D93D-0BD3C74E53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71600" y="293235"/>
            <a:ext cx="5059791" cy="15081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0" i="0" kern="1200" cap="all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Classes and methods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34733-494C-DC03-27FB-348FDA2FD7F4}"/>
              </a:ext>
            </a:extLst>
          </p:cNvPr>
          <p:cNvSpPr txBox="1"/>
          <p:nvPr/>
        </p:nvSpPr>
        <p:spPr>
          <a:xfrm>
            <a:off x="990711" y="1749200"/>
            <a:ext cx="5440680" cy="3858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Book Class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000000"/>
                </a:solidFill>
              </a:rPr>
              <a:t>Attributes: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book_id, title, author, isbn, available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000000"/>
                </a:solidFill>
              </a:rPr>
              <a:t>Methods: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to_line(): Converts book details into a text line for saving.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from_line(line): Reads a line from file and reconstructs a Book object.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__str__(): Displays book details in human-readable format.</a:t>
            </a:r>
          </a:p>
        </p:txBody>
      </p:sp>
      <p:pic>
        <p:nvPicPr>
          <p:cNvPr id="17" name="Picture 16" descr="A screen shot of a diagram&#10;&#10;AI-generated content may be incorrect.">
            <a:extLst>
              <a:ext uri="{FF2B5EF4-FFF2-40B4-BE49-F238E27FC236}">
                <a16:creationId xmlns:a16="http://schemas.microsoft.com/office/drawing/2014/main" id="{304D15A0-5E24-EEEE-C900-2167B4443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14" y="1888446"/>
            <a:ext cx="5551715" cy="3418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8585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5BA75B-BCBF-2868-1150-E241DCF41130}"/>
              </a:ext>
            </a:extLst>
          </p:cNvPr>
          <p:cNvSpPr txBox="1"/>
          <p:nvPr/>
        </p:nvSpPr>
        <p:spPr>
          <a:xfrm>
            <a:off x="1415003" y="1375654"/>
            <a:ext cx="4162555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BaseMember (Abstract Class)</a:t>
            </a:r>
            <a:br>
              <a:rPr lang="en-US" dirty="0"/>
            </a:br>
            <a:r>
              <a:rPr lang="en-US" b="1" dirty="0"/>
              <a:t>Attributes:</a:t>
            </a:r>
            <a:br>
              <a:rPr lang="en-US" dirty="0"/>
            </a:br>
            <a:r>
              <a:rPr lang="en-US" dirty="0"/>
              <a:t>member_id, name, __borrowed (list of borrowed books)</a:t>
            </a:r>
            <a:br>
              <a:rPr lang="en-US" dirty="0"/>
            </a:br>
            <a:r>
              <a:rPr lang="en-US" b="1" dirty="0"/>
              <a:t>Methods:</a:t>
            </a:r>
            <a:br>
              <a:rPr lang="en-US" dirty="0"/>
            </a:br>
            <a:r>
              <a:rPr lang="en-US" dirty="0"/>
              <a:t>borrow_book(book): Borrow a book.</a:t>
            </a:r>
            <a:br>
              <a:rPr lang="en-US" dirty="0"/>
            </a:br>
            <a:r>
              <a:rPr lang="en-US" dirty="0"/>
              <a:t>return_book(book_id): Return a borrowed book.</a:t>
            </a:r>
            <a:br>
              <a:rPr lang="en-US" dirty="0"/>
            </a:br>
            <a:r>
              <a:rPr lang="en-US" dirty="0"/>
              <a:t>to_line(): Save member and borrowed books into a text line.</a:t>
            </a:r>
            <a:br>
              <a:rPr lang="en-US" dirty="0"/>
            </a:br>
            <a:r>
              <a:rPr lang="en-US" dirty="0"/>
              <a:t>from_line(line): Load member details back from file.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6" name="Picture 5" descr="A hand picking a book from a shelf&#10;&#10;AI-generated content may be incorrect.">
            <a:extLst>
              <a:ext uri="{FF2B5EF4-FFF2-40B4-BE49-F238E27FC236}">
                <a16:creationId xmlns:a16="http://schemas.microsoft.com/office/drawing/2014/main" id="{22CF30DC-1830-6DAA-E54B-23D66A831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129" y="1375654"/>
            <a:ext cx="6021172" cy="31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02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BAAD8A-0E7A-EC15-A29B-867F0FB01D4B}"/>
              </a:ext>
            </a:extLst>
          </p:cNvPr>
          <p:cNvSpPr txBox="1"/>
          <p:nvPr/>
        </p:nvSpPr>
        <p:spPr>
          <a:xfrm>
            <a:off x="1548384" y="1550125"/>
            <a:ext cx="791391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StudentMember (Subclass of BaseMember)</a:t>
            </a:r>
            <a:br>
              <a:rPr lang="en-US" dirty="0"/>
            </a:br>
            <a:r>
              <a:rPr lang="en-US" b="1" dirty="0"/>
              <a:t>Attributes:</a:t>
            </a:r>
            <a:br>
              <a:rPr lang="en-US" dirty="0"/>
            </a:br>
            <a:r>
              <a:rPr lang="en-US" dirty="0"/>
              <a:t>Inherits from BaseMember</a:t>
            </a:r>
            <a:br>
              <a:rPr lang="en-US" dirty="0"/>
            </a:br>
            <a:r>
              <a:rPr lang="en-US" b="1" dirty="0"/>
              <a:t>Methods:</a:t>
            </a:r>
            <a:br>
              <a:rPr lang="en-US" dirty="0"/>
            </a:br>
            <a:r>
              <a:rPr lang="en-US" dirty="0"/>
              <a:t>Override borrow rules (max 3 books, 14 days limit).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066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A9FB31-2F30-3A85-4738-80076B8D16BB}"/>
              </a:ext>
            </a:extLst>
          </p:cNvPr>
          <p:cNvSpPr txBox="1"/>
          <p:nvPr/>
        </p:nvSpPr>
        <p:spPr>
          <a:xfrm>
            <a:off x="976231" y="728261"/>
            <a:ext cx="9633857" cy="5029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LibraryPortal (Controller Class)</a:t>
            </a:r>
            <a:br>
              <a:rPr lang="en-IN" dirty="0"/>
            </a:br>
            <a:r>
              <a:rPr lang="en-IN" b="1" dirty="0"/>
              <a:t>Attributes:</a:t>
            </a:r>
            <a:br>
              <a:rPr lang="en-IN" dirty="0"/>
            </a:br>
            <a:r>
              <a:rPr lang="en-IN" dirty="0"/>
              <a:t>books (list), members (list)</a:t>
            </a:r>
            <a:br>
              <a:rPr lang="en-IN" dirty="0"/>
            </a:br>
            <a:r>
              <a:rPr lang="en-IN" b="1" dirty="0"/>
              <a:t>Methods:</a:t>
            </a:r>
            <a:br>
              <a:rPr lang="en-IN" dirty="0"/>
            </a:br>
            <a:r>
              <a:rPr lang="en-IN" dirty="0"/>
              <a:t>insert_book() → Add a new book.</a:t>
            </a:r>
            <a:br>
              <a:rPr lang="en-IN" dirty="0"/>
            </a:br>
            <a:r>
              <a:rPr lang="en-IN" dirty="0"/>
              <a:t>discard_book() → Remove a book.</a:t>
            </a:r>
            <a:br>
              <a:rPr lang="en-IN" dirty="0"/>
            </a:br>
            <a:r>
              <a:rPr lang="en-IN" dirty="0"/>
              <a:t>enroll_member() → Add a new member.</a:t>
            </a:r>
            <a:br>
              <a:rPr lang="en-IN" dirty="0"/>
            </a:br>
            <a:r>
              <a:rPr lang="en-IN" dirty="0"/>
              <a:t>borrow_book() → Borrow process.</a:t>
            </a:r>
            <a:br>
              <a:rPr lang="en-IN" dirty="0"/>
            </a:br>
            <a:r>
              <a:rPr lang="en-IN" dirty="0"/>
              <a:t>return_book() → Return process.</a:t>
            </a:r>
            <a:br>
              <a:rPr lang="en-IN" dirty="0"/>
            </a:br>
            <a:r>
              <a:rPr lang="en-IN" dirty="0"/>
              <a:t>save_data() / load_data() → Persist data in UTF-8 files.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179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13B615-F33C-6E4A-386B-F6DDE34EA0BE}"/>
              </a:ext>
            </a:extLst>
          </p:cNvPr>
          <p:cNvSpPr txBox="1"/>
          <p:nvPr/>
        </p:nvSpPr>
        <p:spPr>
          <a:xfrm>
            <a:off x="1219200" y="1110344"/>
            <a:ext cx="10668000" cy="378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FacultyMember (Subclass of BaseMember)</a:t>
            </a:r>
            <a:br>
              <a:rPr lang="en-IN" dirty="0"/>
            </a:br>
            <a:r>
              <a:rPr lang="en-IN" b="1" dirty="0"/>
              <a:t>Attributes:</a:t>
            </a:r>
            <a:br>
              <a:rPr lang="en-IN" dirty="0"/>
            </a:br>
            <a:r>
              <a:rPr lang="en-IN" dirty="0"/>
              <a:t>Inherits from BaseMember</a:t>
            </a:r>
            <a:br>
              <a:rPr lang="en-IN" dirty="0"/>
            </a:br>
            <a:r>
              <a:rPr lang="en-IN" b="1" dirty="0"/>
              <a:t>Methods:</a:t>
            </a:r>
            <a:br>
              <a:rPr lang="en-IN" dirty="0"/>
            </a:br>
            <a:r>
              <a:rPr lang="en-IN" dirty="0"/>
              <a:t>Override borrow rules (max 5 books, 30 days limit).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CLI (run_cli function)</a:t>
            </a:r>
            <a:br>
              <a:rPr lang="en-IN" dirty="0"/>
            </a:br>
            <a:r>
              <a:rPr lang="en-IN" dirty="0"/>
              <a:t>Provides a menu-driven interface for the user.</a:t>
            </a:r>
            <a:br>
              <a:rPr lang="en-IN" dirty="0"/>
            </a:br>
            <a:r>
              <a:rPr lang="en-IN" dirty="0"/>
              <a:t>Calls LibraryPortal methods based on user input.</a:t>
            </a:r>
          </a:p>
        </p:txBody>
      </p:sp>
    </p:spTree>
    <p:extLst>
      <p:ext uri="{BB962C8B-B14F-4D97-AF65-F5344CB8AC3E}">
        <p14:creationId xmlns:p14="http://schemas.microsoft.com/office/powerpoint/2010/main" val="2355961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10" name="Rectangle 1209">
            <a:extLst>
              <a:ext uri="{FF2B5EF4-FFF2-40B4-BE49-F238E27FC236}">
                <a16:creationId xmlns:a16="http://schemas.microsoft.com/office/drawing/2014/main" id="{593D0D1F-C0CE-416A-883C-BF1E03F63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2" name="Rectangle 1211">
            <a:extLst>
              <a:ext uri="{FF2B5EF4-FFF2-40B4-BE49-F238E27FC236}">
                <a16:creationId xmlns:a16="http://schemas.microsoft.com/office/drawing/2014/main" id="{94BB6862-3393-46CC-9A80-E400B3206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7B14A-185A-7E31-0B2B-E0378979F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251" y="1474970"/>
            <a:ext cx="2821967" cy="3144914"/>
          </a:xfrm>
        </p:spPr>
        <p:txBody>
          <a:bodyPr vert="horz" lIns="91440" tIns="45720" rIns="91440" bIns="0" rtlCol="0" anchor="ctr">
            <a:normAutofit/>
          </a:bodyPr>
          <a:lstStyle/>
          <a:p>
            <a:r>
              <a:rPr lang="en-US"/>
              <a:t>design</a:t>
            </a:r>
          </a:p>
        </p:txBody>
      </p:sp>
      <p:grpSp>
        <p:nvGrpSpPr>
          <p:cNvPr id="1214" name="Group 1213">
            <a:extLst>
              <a:ext uri="{FF2B5EF4-FFF2-40B4-BE49-F238E27FC236}">
                <a16:creationId xmlns:a16="http://schemas.microsoft.com/office/drawing/2014/main" id="{ECD36A4A-123D-46E3-8A64-13B8B3F0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8" y="482170"/>
            <a:ext cx="7560115" cy="5149101"/>
            <a:chOff x="7463258" y="583365"/>
            <a:chExt cx="7560115" cy="5181928"/>
          </a:xfrm>
        </p:grpSpPr>
        <p:sp>
          <p:nvSpPr>
            <p:cNvPr id="1215" name="Rectangle 1214">
              <a:extLst>
                <a:ext uri="{FF2B5EF4-FFF2-40B4-BE49-F238E27FC236}">
                  <a16:creationId xmlns:a16="http://schemas.microsoft.com/office/drawing/2014/main" id="{612E2361-DAF1-4420-BBBD-218F4138E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3258" y="583365"/>
              <a:ext cx="7560115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6" name="Rectangle 1215">
              <a:extLst>
                <a:ext uri="{FF2B5EF4-FFF2-40B4-BE49-F238E27FC236}">
                  <a16:creationId xmlns:a16="http://schemas.microsoft.com/office/drawing/2014/main" id="{1D6F994B-14BC-49BA-B34D-17DF3069A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76317" y="915807"/>
              <a:ext cx="69282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16662-E1AB-F7E9-F131-4CF5372C1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4992" y="1116345"/>
            <a:ext cx="5369683" cy="386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8" name="Picture 1217">
            <a:extLst>
              <a:ext uri="{FF2B5EF4-FFF2-40B4-BE49-F238E27FC236}">
                <a16:creationId xmlns:a16="http://schemas.microsoft.com/office/drawing/2014/main" id="{55EC7096-D0A6-471D-AE28-B68D70388E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220" name="Straight Connector 1219">
            <a:extLst>
              <a:ext uri="{FF2B5EF4-FFF2-40B4-BE49-F238E27FC236}">
                <a16:creationId xmlns:a16="http://schemas.microsoft.com/office/drawing/2014/main" id="{2E98EB88-99B6-483D-B203-0D5D63100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571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extBox 1">
            <a:extLst>
              <a:ext uri="{FF2B5EF4-FFF2-40B4-BE49-F238E27FC236}">
                <a16:creationId xmlns:a16="http://schemas.microsoft.com/office/drawing/2014/main" id="{586FF9AD-27E5-A122-9CBB-C7BD3CEEDF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3798091"/>
              </p:ext>
            </p:extLst>
          </p:nvPr>
        </p:nvGraphicFramePr>
        <p:xfrm>
          <a:off x="1293812" y="1327911"/>
          <a:ext cx="9604375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3288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4C12901-9FCC-461E-A64A-89B47912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08E7A6F0-5CD3-481E-B0F2-E7F99FE6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11290DF-4975-4FCD-8B8D-BBC86B836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DD0A8-73A6-45EA-644A-0E9BAE53D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612" y="1138228"/>
            <a:ext cx="3793685" cy="38587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Cli menu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57CA18A-A333-4DCB-842B-76827D2EC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00021" y="638300"/>
            <a:ext cx="6409605" cy="4858625"/>
            <a:chOff x="7807230" y="2012810"/>
            <a:chExt cx="3251252" cy="345986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E785FC3-CE7B-46F8-8C7A-EBBF001ED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5069D9A-30C7-4159-880C-DD2BDC510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D9FE1511-6E1B-4F0E-8FF0-958527181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9891" y="973636"/>
            <a:ext cx="5769864" cy="4187952"/>
          </a:xfrm>
          <a:prstGeom prst="rect">
            <a:avLst/>
          </a:prstGeom>
          <a:solidFill>
            <a:srgbClr val="FFFFFF"/>
          </a:solidFill>
          <a:ln w="6350">
            <a:solidFill>
              <a:srgbClr val="DFD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C8145-1011-61C3-E1C9-F01513F3CD47}"/>
              </a:ext>
            </a:extLst>
          </p:cNvPr>
          <p:cNvSpPr txBox="1"/>
          <p:nvPr/>
        </p:nvSpPr>
        <p:spPr>
          <a:xfrm>
            <a:off x="5584483" y="1138228"/>
            <a:ext cx="5440680" cy="3858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en-US" sz="1700" dirty="0">
                <a:solidFill>
                  <a:srgbClr val="000000"/>
                </a:solidFill>
              </a:rPr>
              <a:t>========================================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        NextGen Library Portal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========================================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1) Insert Book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2) Discard Book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3) Enroll Member (Student / Faculty)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4) Borrow Book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5) Return Book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6) View All Books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7) View All Members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0) Exit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========================================</a:t>
            </a:r>
            <a:br>
              <a:rPr lang="en-US" sz="1700" dirty="0">
                <a:solidFill>
                  <a:srgbClr val="000000"/>
                </a:solidFill>
              </a:rPr>
            </a:br>
            <a:r>
              <a:rPr lang="en-US" sz="1700" dirty="0">
                <a:solidFill>
                  <a:srgbClr val="000000"/>
                </a:solidFill>
              </a:rPr>
              <a:t>Enter your choice:</a:t>
            </a:r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025CEF6D-5E98-4B5C-A10F-7459C1EEF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5C73161-1E4E-4E6A-91B2-E885CF8FF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321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extBox 1">
            <a:extLst>
              <a:ext uri="{FF2B5EF4-FFF2-40B4-BE49-F238E27FC236}">
                <a16:creationId xmlns:a16="http://schemas.microsoft.com/office/drawing/2014/main" id="{77E04F66-BE96-BD2F-8A8B-2EC05F71B4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6812617"/>
              </p:ext>
            </p:extLst>
          </p:nvPr>
        </p:nvGraphicFramePr>
        <p:xfrm>
          <a:off x="745671" y="0"/>
          <a:ext cx="10853057" cy="5823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6853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C312A8-ADE4-0D44-2B38-F6BBD1EF1B7B}"/>
              </a:ext>
            </a:extLst>
          </p:cNvPr>
          <p:cNvSpPr txBox="1"/>
          <p:nvPr/>
        </p:nvSpPr>
        <p:spPr>
          <a:xfrm>
            <a:off x="2242457" y="685800"/>
            <a:ext cx="7293429" cy="4735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8658AF-0F74-27E4-EA8A-71CBAA2637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11086" y="1283565"/>
            <a:ext cx="9604375" cy="754062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70498-2724-54AE-1EC6-A8075BBEA17B}"/>
              </a:ext>
            </a:extLst>
          </p:cNvPr>
          <p:cNvSpPr txBox="1"/>
          <p:nvPr/>
        </p:nvSpPr>
        <p:spPr>
          <a:xfrm>
            <a:off x="1611086" y="2253343"/>
            <a:ext cx="8131628" cy="2952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NextGen Library Portal has shown how Python and OOP principles can be used to build a simple yet powerful system.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allows users to easily manage books, enroll members, borrow and return items, and even calculate fines automatically.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By applying concepts like encapsulation, inheritance, polymorphism, list comprehensions, and UTF-8 encoding, the project demonstrates how real-world problems can be solved through thoughtful coding and design.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2935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88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3" name="Rectangle 192">
            <a:extLst>
              <a:ext uri="{FF2B5EF4-FFF2-40B4-BE49-F238E27FC236}">
                <a16:creationId xmlns:a16="http://schemas.microsoft.com/office/drawing/2014/main" id="{F0AB17F6-592B-45CB-96F6-705C9825A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1D4AF-18DD-1738-C648-2E6590EF3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9068" y="802298"/>
            <a:ext cx="6015784" cy="5116985"/>
          </a:xfrm>
        </p:spPr>
        <p:txBody>
          <a:bodyPr vert="horz" lIns="91440" tIns="45720" rIns="91440" bIns="0" rtlCol="0" anchor="ctr">
            <a:normAutofit/>
          </a:bodyPr>
          <a:lstStyle/>
          <a:p>
            <a:r>
              <a:rPr lang="en-US" sz="6600" dirty="0"/>
              <a:t>Thank you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5A9284E7-0823-472D-9963-18D89DFEB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760590"/>
            <a:ext cx="0" cy="320040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983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104AB814D9624D93347893A84A59B2" ma:contentTypeVersion="9" ma:contentTypeDescription="Create a new document." ma:contentTypeScope="" ma:versionID="a85385e4cbda4c91587a62d549713be6">
  <xsd:schema xmlns:xsd="http://www.w3.org/2001/XMLSchema" xmlns:xs="http://www.w3.org/2001/XMLSchema" xmlns:p="http://schemas.microsoft.com/office/2006/metadata/properties" xmlns:ns3="0488756b-22c7-4400-a0c9-f58897b7d7e3" targetNamespace="http://schemas.microsoft.com/office/2006/metadata/properties" ma:root="true" ma:fieldsID="df57c1392741313e66de964078086118" ns3:_="">
    <xsd:import namespace="0488756b-22c7-4400-a0c9-f58897b7d7e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88756b-22c7-4400-a0c9-f58897b7d7e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488756b-22c7-4400-a0c9-f58897b7d7e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7C7494-9343-46FF-816F-6E908005FE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88756b-22c7-4400-a0c9-f58897b7d7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745949-7520-4053-8245-D2D804335D18}">
  <ds:schemaRefs>
    <ds:schemaRef ds:uri="http://www.w3.org/XML/1998/namespace"/>
    <ds:schemaRef ds:uri="http://purl.org/dc/elements/1.1/"/>
    <ds:schemaRef ds:uri="http://schemas.microsoft.com/office/2006/documentManagement/types"/>
    <ds:schemaRef ds:uri="0488756b-22c7-4400-a0c9-f58897b7d7e3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710D522-97C3-4C44-8EDE-AA618E04935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5b21038-f9e1-4e7d-8ce4-653ce59968ea}" enabled="1" method="Privileged" siteId="{b9fec68c-c92d-461e-9a97-3d03a0f18b8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17895</TotalTime>
  <Words>1322</Words>
  <Application>Microsoft Office PowerPoint</Application>
  <PresentationFormat>Widescreen</PresentationFormat>
  <Paragraphs>88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Calibri</vt:lpstr>
      <vt:lpstr>Gill Sans MT</vt:lpstr>
      <vt:lpstr>Gallery</vt:lpstr>
      <vt:lpstr>NEXTGEN LIBRARY PORTAL</vt:lpstr>
      <vt:lpstr>overview</vt:lpstr>
      <vt:lpstr>OBJECTIVES</vt:lpstr>
      <vt:lpstr>Problem Statement</vt:lpstr>
      <vt:lpstr>INtroduction</vt:lpstr>
      <vt:lpstr>requirements</vt:lpstr>
      <vt:lpstr>PowerPoint Presentation</vt:lpstr>
      <vt:lpstr>Concepts used</vt:lpstr>
      <vt:lpstr>PowerPoint Presentation</vt:lpstr>
      <vt:lpstr>PowerPoint Presentation</vt:lpstr>
      <vt:lpstr>PowerPoint Presentation</vt:lpstr>
      <vt:lpstr>Classes and methods</vt:lpstr>
      <vt:lpstr>PowerPoint Presentation</vt:lpstr>
      <vt:lpstr>PowerPoint Presentation</vt:lpstr>
      <vt:lpstr>PowerPoint Presentation</vt:lpstr>
      <vt:lpstr>PowerPoint Presentation</vt:lpstr>
      <vt:lpstr>design</vt:lpstr>
      <vt:lpstr>PowerPoint Presentation</vt:lpstr>
      <vt:lpstr>Cli menu</vt:lpstr>
      <vt:lpstr>PowerPoint Presentation</vt:lpstr>
      <vt:lpstr>conclusion</vt:lpstr>
      <vt:lpstr>Thank you</vt:lpstr>
    </vt:vector>
  </TitlesOfParts>
  <Company>CGI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Deekshitha, Raja</dc:creator>
  <cp:lastModifiedBy>Sompalli, Amitha</cp:lastModifiedBy>
  <cp:revision>7</cp:revision>
  <dcterms:created xsi:type="dcterms:W3CDTF">2025-08-21T10:18:25Z</dcterms:created>
  <dcterms:modified xsi:type="dcterms:W3CDTF">2025-09-05T08:18:42Z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Gallery:11</vt:lpwstr>
  </property>
  <property fmtid="{D5CDD505-2E9C-101B-9397-08002B2CF9AE}" pid="3" name="ClassificationContentMarkingHeaderText">
    <vt:lpwstr> </vt:lpwstr>
  </property>
  <property fmtid="{D5CDD505-2E9C-101B-9397-08002B2CF9AE}" pid="4" name="ContentTypeId">
    <vt:lpwstr>0x0101003B104AB814D9624D93347893A84A59B2</vt:lpwstr>
  </property>
</Properties>
</file>