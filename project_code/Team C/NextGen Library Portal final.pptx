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90" r:id="rId5"/>
    <p:sldId id="260" r:id="rId6"/>
    <p:sldId id="259" r:id="rId7"/>
    <p:sldId id="271" r:id="rId8"/>
    <p:sldId id="273" r:id="rId9"/>
    <p:sldId id="266" r:id="rId10"/>
    <p:sldId id="272" r:id="rId11"/>
    <p:sldId id="263" r:id="rId12"/>
    <p:sldId id="275" r:id="rId13"/>
    <p:sldId id="274" r:id="rId14"/>
    <p:sldId id="276" r:id="rId15"/>
    <p:sldId id="278" r:id="rId16"/>
    <p:sldId id="264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77" r:id="rId29"/>
  </p:sldIdLst>
  <p:sldSz cx="18288000" cy="10287000"/>
  <p:notesSz cx="6858000" cy="9144000"/>
  <p:embeddedFontLst>
    <p:embeddedFont>
      <p:font typeface="Imprint MT Shadow" panose="04020605060303030202" pitchFamily="82" charset="0"/>
      <p:regular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Bold" panose="00000800000000000000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54585"/>
    <a:srgbClr val="210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404" autoAdjust="0"/>
  </p:normalViewPr>
  <p:slideViewPr>
    <p:cSldViewPr>
      <p:cViewPr varScale="1">
        <p:scale>
          <a:sx n="50" d="100"/>
          <a:sy n="50" d="100"/>
        </p:scale>
        <p:origin x="3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EEC38-3E40-425F-8D02-2C38B90EE0E8}" type="doc">
      <dgm:prSet loTypeId="urn:microsoft.com/office/officeart/2005/8/layout/default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11FD2DA-F8B4-4EAE-AFF8-8B5CED10B6EC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06AD09-192A-42B2-A0CD-90994606C384}" type="parTrans" cxnId="{06BB9A6E-76F4-4F46-AF75-F3E58C575EAF}">
      <dgm:prSet/>
      <dgm:spPr/>
      <dgm:t>
        <a:bodyPr/>
        <a:lstStyle/>
        <a:p>
          <a:endParaRPr lang="en-US"/>
        </a:p>
      </dgm:t>
    </dgm:pt>
    <dgm:pt modelId="{30680EC3-468E-466C-8872-02D59F54256A}" type="sibTrans" cxnId="{06BB9A6E-76F4-4F46-AF75-F3E58C575EAF}">
      <dgm:prSet/>
      <dgm:spPr/>
      <dgm:t>
        <a:bodyPr/>
        <a:lstStyle/>
        <a:p>
          <a:endParaRPr lang="en-US"/>
        </a:p>
      </dgm:t>
    </dgm:pt>
    <dgm:pt modelId="{BD0993D8-9CC2-4289-8F28-87A800FE5F37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C1D917-7D2B-4B01-8A82-D14C03073FDD}" type="parTrans" cxnId="{0725F86F-1076-4A96-8795-6CE0BBA15AA0}">
      <dgm:prSet/>
      <dgm:spPr/>
      <dgm:t>
        <a:bodyPr/>
        <a:lstStyle/>
        <a:p>
          <a:endParaRPr lang="en-US"/>
        </a:p>
      </dgm:t>
    </dgm:pt>
    <dgm:pt modelId="{576D28AC-A891-4A28-946A-69F86983BA79}" type="sibTrans" cxnId="{0725F86F-1076-4A96-8795-6CE0BBA15AA0}">
      <dgm:prSet/>
      <dgm:spPr/>
      <dgm:t>
        <a:bodyPr/>
        <a:lstStyle/>
        <a:p>
          <a:endParaRPr lang="en-US"/>
        </a:p>
      </dgm:t>
    </dgm:pt>
    <dgm:pt modelId="{629F046C-5009-4719-893C-076D2261FFD3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F0E416-2195-49D6-A6AA-92F36A077813}" type="parTrans" cxnId="{062D989D-CF45-46E4-82B0-CCCD29418A95}">
      <dgm:prSet/>
      <dgm:spPr/>
      <dgm:t>
        <a:bodyPr/>
        <a:lstStyle/>
        <a:p>
          <a:endParaRPr lang="en-US"/>
        </a:p>
      </dgm:t>
    </dgm:pt>
    <dgm:pt modelId="{38DB74D8-660A-465A-BFA2-E9726CF638C8}" type="sibTrans" cxnId="{062D989D-CF45-46E4-82B0-CCCD29418A95}">
      <dgm:prSet/>
      <dgm:spPr/>
      <dgm:t>
        <a:bodyPr/>
        <a:lstStyle/>
        <a:p>
          <a:endParaRPr lang="en-US"/>
        </a:p>
      </dgm:t>
    </dgm:pt>
    <dgm:pt modelId="{444606E1-049D-4740-8543-84C837BA51B2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Requirements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36212D-5B7E-4C63-B1C3-98AA0D177D13}" type="parTrans" cxnId="{FD79148A-833B-46DF-B8F6-4EC2D3ABA8F6}">
      <dgm:prSet/>
      <dgm:spPr/>
      <dgm:t>
        <a:bodyPr/>
        <a:lstStyle/>
        <a:p>
          <a:endParaRPr lang="en-US"/>
        </a:p>
      </dgm:t>
    </dgm:pt>
    <dgm:pt modelId="{F8CA84DB-D161-4AED-8709-C48ADC7218FA}" type="sibTrans" cxnId="{FD79148A-833B-46DF-B8F6-4EC2D3ABA8F6}">
      <dgm:prSet/>
      <dgm:spPr/>
      <dgm:t>
        <a:bodyPr/>
        <a:lstStyle/>
        <a:p>
          <a:endParaRPr lang="en-US"/>
        </a:p>
      </dgm:t>
    </dgm:pt>
    <dgm:pt modelId="{7FED3469-21F6-4BCB-B851-A2382AD53D88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System Architecture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E8AD49-8F3E-48A9-AAF6-846C4A87F72F}" type="parTrans" cxnId="{57E0E60B-0C7B-4FDC-9E32-EBD2626E411D}">
      <dgm:prSet/>
      <dgm:spPr/>
      <dgm:t>
        <a:bodyPr/>
        <a:lstStyle/>
        <a:p>
          <a:endParaRPr lang="en-US"/>
        </a:p>
      </dgm:t>
    </dgm:pt>
    <dgm:pt modelId="{B582858F-5A51-4066-A82B-03A94BB41158}" type="sibTrans" cxnId="{57E0E60B-0C7B-4FDC-9E32-EBD2626E411D}">
      <dgm:prSet/>
      <dgm:spPr/>
      <dgm:t>
        <a:bodyPr/>
        <a:lstStyle/>
        <a:p>
          <a:endParaRPr lang="en-US"/>
        </a:p>
      </dgm:t>
    </dgm:pt>
    <dgm:pt modelId="{E2283DF9-0F21-4BA0-A7A8-169DF8F5D2B1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Project Flow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F45E39-840D-4B7F-AB35-515486E22513}" type="parTrans" cxnId="{1735C00E-76D6-4BB1-A05E-4063D725C337}">
      <dgm:prSet/>
      <dgm:spPr/>
      <dgm:t>
        <a:bodyPr/>
        <a:lstStyle/>
        <a:p>
          <a:endParaRPr lang="en-US"/>
        </a:p>
      </dgm:t>
    </dgm:pt>
    <dgm:pt modelId="{D904C942-3090-4370-A718-2BB1CCE8AA6E}" type="sibTrans" cxnId="{1735C00E-76D6-4BB1-A05E-4063D725C337}">
      <dgm:prSet/>
      <dgm:spPr/>
      <dgm:t>
        <a:bodyPr/>
        <a:lstStyle/>
        <a:p>
          <a:endParaRPr lang="en-US"/>
        </a:p>
      </dgm:t>
    </dgm:pt>
    <dgm:pt modelId="{406A9E3D-194D-450B-BD92-1901BEFFD36B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1A70E9-B8A7-4644-A943-73F8BC9DB193}" type="parTrans" cxnId="{EE9A9C07-077F-4489-94AE-6CA55A330450}">
      <dgm:prSet/>
      <dgm:spPr/>
      <dgm:t>
        <a:bodyPr/>
        <a:lstStyle/>
        <a:p>
          <a:endParaRPr lang="en-US"/>
        </a:p>
      </dgm:t>
    </dgm:pt>
    <dgm:pt modelId="{C64BFBCA-2301-4F2A-BCF2-40903031DF79}" type="sibTrans" cxnId="{EE9A9C07-077F-4489-94AE-6CA55A330450}">
      <dgm:prSet/>
      <dgm:spPr/>
      <dgm:t>
        <a:bodyPr/>
        <a:lstStyle/>
        <a:p>
          <a:endParaRPr lang="en-US"/>
        </a:p>
      </dgm:t>
    </dgm:pt>
    <dgm:pt modelId="{008721EF-5C17-4491-B4F9-848697C78B7E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E792CA-64D0-42CA-AE14-0D60272390C9}" type="parTrans" cxnId="{6A10158A-4160-424C-A1DE-9C3AE1842ED2}">
      <dgm:prSet/>
      <dgm:spPr/>
      <dgm:t>
        <a:bodyPr/>
        <a:lstStyle/>
        <a:p>
          <a:endParaRPr lang="en-US"/>
        </a:p>
      </dgm:t>
    </dgm:pt>
    <dgm:pt modelId="{2307C31E-9265-430B-B2DE-290E9DF31E0D}" type="sibTrans" cxnId="{6A10158A-4160-424C-A1DE-9C3AE1842ED2}">
      <dgm:prSet/>
      <dgm:spPr/>
      <dgm:t>
        <a:bodyPr/>
        <a:lstStyle/>
        <a:p>
          <a:endParaRPr lang="en-US"/>
        </a:p>
      </dgm:t>
    </dgm:pt>
    <dgm:pt modelId="{BC2C9679-DB74-4CCA-8521-BA5987FDFE51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API integration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2C497C-8297-431E-883F-69D2BD69B146}" type="parTrans" cxnId="{918438DB-2C80-4496-BA3C-FF40085B9079}">
      <dgm:prSet/>
      <dgm:spPr/>
      <dgm:t>
        <a:bodyPr/>
        <a:lstStyle/>
        <a:p>
          <a:endParaRPr lang="en-US"/>
        </a:p>
      </dgm:t>
    </dgm:pt>
    <dgm:pt modelId="{F3A890B4-9D97-4832-813E-CDD006F951E7}" type="sibTrans" cxnId="{918438DB-2C80-4496-BA3C-FF40085B9079}">
      <dgm:prSet/>
      <dgm:spPr/>
      <dgm:t>
        <a:bodyPr/>
        <a:lstStyle/>
        <a:p>
          <a:endParaRPr lang="en-US"/>
        </a:p>
      </dgm:t>
    </dgm:pt>
    <dgm:pt modelId="{344279A3-1695-4207-91B7-207C01494801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Core Concepts Used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82F2CC-562D-46D9-9493-F85F2D21D7B4}" type="parTrans" cxnId="{9F8325CE-016F-43DB-84D1-DEC0526527C6}">
      <dgm:prSet/>
      <dgm:spPr/>
      <dgm:t>
        <a:bodyPr/>
        <a:lstStyle/>
        <a:p>
          <a:endParaRPr lang="en-US"/>
        </a:p>
      </dgm:t>
    </dgm:pt>
    <dgm:pt modelId="{5FCACE24-DF7B-468E-9EE8-2FA6CDDD254E}" type="sibTrans" cxnId="{9F8325CE-016F-43DB-84D1-DEC0526527C6}">
      <dgm:prSet/>
      <dgm:spPr/>
      <dgm:t>
        <a:bodyPr/>
        <a:lstStyle/>
        <a:p>
          <a:endParaRPr lang="en-US"/>
        </a:p>
      </dgm:t>
    </dgm:pt>
    <dgm:pt modelId="{D92E5D7B-36F2-460F-B824-5BED325CABA2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Classes and Methods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4F6E35-9075-4522-A098-8E993513FACF}" type="parTrans" cxnId="{AF2ED555-ABAE-4FA5-8ADB-1EEA6D5DFE2C}">
      <dgm:prSet/>
      <dgm:spPr/>
      <dgm:t>
        <a:bodyPr/>
        <a:lstStyle/>
        <a:p>
          <a:endParaRPr lang="en-US"/>
        </a:p>
      </dgm:t>
    </dgm:pt>
    <dgm:pt modelId="{6C8C0806-8CAD-4788-BA7D-4BC9BC3E24EB}" type="sibTrans" cxnId="{AF2ED555-ABAE-4FA5-8ADB-1EEA6D5DFE2C}">
      <dgm:prSet/>
      <dgm:spPr/>
      <dgm:t>
        <a:bodyPr/>
        <a:lstStyle/>
        <a:p>
          <a:endParaRPr lang="en-US"/>
        </a:p>
      </dgm:t>
    </dgm:pt>
    <dgm:pt modelId="{CF4EB5E4-E9AA-450E-B0EB-134E8E62B7F1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Design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02B274-96D7-41F8-95FA-3A9522F87FCA}" type="parTrans" cxnId="{1440FD64-49A4-4DD3-9B61-0B3300195F53}">
      <dgm:prSet/>
      <dgm:spPr/>
      <dgm:t>
        <a:bodyPr/>
        <a:lstStyle/>
        <a:p>
          <a:endParaRPr lang="en-US"/>
        </a:p>
      </dgm:t>
    </dgm:pt>
    <dgm:pt modelId="{3BA3A7AD-A39D-422D-B0E0-1AB33A28768B}" type="sibTrans" cxnId="{1440FD64-49A4-4DD3-9B61-0B3300195F53}">
      <dgm:prSet/>
      <dgm:spPr/>
      <dgm:t>
        <a:bodyPr/>
        <a:lstStyle/>
        <a:p>
          <a:endParaRPr lang="en-US"/>
        </a:p>
      </dgm:t>
    </dgm:pt>
    <dgm:pt modelId="{93D8D06F-E565-4AAA-AE62-CD71C5375ABE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CLI Menu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7F3FE6-D585-445F-8E1F-CB6D076F80AE}" type="parTrans" cxnId="{84EB7420-0950-4FD1-8F5A-5353E06FA877}">
      <dgm:prSet/>
      <dgm:spPr/>
      <dgm:t>
        <a:bodyPr/>
        <a:lstStyle/>
        <a:p>
          <a:endParaRPr lang="en-US"/>
        </a:p>
      </dgm:t>
    </dgm:pt>
    <dgm:pt modelId="{4AB64D6A-941B-485C-B890-B0B2665AF7CF}" type="sibTrans" cxnId="{84EB7420-0950-4FD1-8F5A-5353E06FA877}">
      <dgm:prSet/>
      <dgm:spPr/>
      <dgm:t>
        <a:bodyPr/>
        <a:lstStyle/>
        <a:p>
          <a:endParaRPr lang="en-US"/>
        </a:p>
      </dgm:t>
    </dgm:pt>
    <dgm:pt modelId="{97EA25E3-7DBA-4F21-B257-9F652976940A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Key Features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F1373D-F286-4C33-8D9B-D3CC8FFA42E9}" type="parTrans" cxnId="{62470AEC-94B5-474E-93D1-87F66DE44BD4}">
      <dgm:prSet/>
      <dgm:spPr/>
      <dgm:t>
        <a:bodyPr/>
        <a:lstStyle/>
        <a:p>
          <a:endParaRPr lang="en-US"/>
        </a:p>
      </dgm:t>
    </dgm:pt>
    <dgm:pt modelId="{3B1A5F4E-7DD9-4FAC-B277-D375F01A35EE}" type="sibTrans" cxnId="{62470AEC-94B5-474E-93D1-87F66DE44BD4}">
      <dgm:prSet/>
      <dgm:spPr/>
      <dgm:t>
        <a:bodyPr/>
        <a:lstStyle/>
        <a:p>
          <a:endParaRPr lang="en-US"/>
        </a:p>
      </dgm:t>
    </dgm:pt>
    <dgm:pt modelId="{CC9BA7B3-4409-4EC3-BCB6-823FEAD8D7F2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Future Enhancements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FF32E5-BA83-48C6-934C-76ED95FD9246}" type="parTrans" cxnId="{AE96F213-92C9-4B48-8FC9-CE1E9F2F7234}">
      <dgm:prSet/>
      <dgm:spPr/>
      <dgm:t>
        <a:bodyPr/>
        <a:lstStyle/>
        <a:p>
          <a:endParaRPr lang="en-US"/>
        </a:p>
      </dgm:t>
    </dgm:pt>
    <dgm:pt modelId="{8B0DABED-83C1-4FE5-BE5E-D264C3BABF56}" type="sibTrans" cxnId="{AE96F213-92C9-4B48-8FC9-CE1E9F2F7234}">
      <dgm:prSet/>
      <dgm:spPr/>
      <dgm:t>
        <a:bodyPr/>
        <a:lstStyle/>
        <a:p>
          <a:endParaRPr lang="en-US"/>
        </a:p>
      </dgm:t>
    </dgm:pt>
    <dgm:pt modelId="{A63E41B8-A942-4698-8D2D-7AEED9D1F5B3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D1AE07-3A30-48C6-902A-20154311C2BC}" type="parTrans" cxnId="{7BEE4617-6DCD-4D8D-B868-CC337761F47F}">
      <dgm:prSet/>
      <dgm:spPr/>
      <dgm:t>
        <a:bodyPr/>
        <a:lstStyle/>
        <a:p>
          <a:endParaRPr lang="en-US"/>
        </a:p>
      </dgm:t>
    </dgm:pt>
    <dgm:pt modelId="{29E14A81-7752-4F83-A8FB-BFE767117E0D}" type="sibTrans" cxnId="{7BEE4617-6DCD-4D8D-B868-CC337761F47F}">
      <dgm:prSet/>
      <dgm:spPr/>
      <dgm:t>
        <a:bodyPr/>
        <a:lstStyle/>
        <a:p>
          <a:endParaRPr lang="en-US"/>
        </a:p>
      </dgm:t>
    </dgm:pt>
    <dgm:pt modelId="{EF38A9C1-5B4C-4CD1-AC52-76FDA815A04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Abstract</a:t>
          </a:r>
        </a:p>
      </dgm:t>
    </dgm:pt>
    <dgm:pt modelId="{D0AFC207-D2FC-4CB7-AB39-28F742F87DF9}" type="parTrans" cxnId="{19ED6118-696E-4236-8D52-10F50248A590}">
      <dgm:prSet/>
      <dgm:spPr/>
      <dgm:t>
        <a:bodyPr/>
        <a:lstStyle/>
        <a:p>
          <a:endParaRPr lang="en-IN"/>
        </a:p>
      </dgm:t>
    </dgm:pt>
    <dgm:pt modelId="{3AFCE5E2-E21D-4874-9BB6-7FDF2F768965}" type="sibTrans" cxnId="{19ED6118-696E-4236-8D52-10F50248A590}">
      <dgm:prSet/>
      <dgm:spPr/>
      <dgm:t>
        <a:bodyPr/>
        <a:lstStyle/>
        <a:p>
          <a:endParaRPr lang="en-IN"/>
        </a:p>
      </dgm:t>
    </dgm:pt>
    <dgm:pt modelId="{594CC23A-01DE-4083-A862-A5D6399E494B}" type="pres">
      <dgm:prSet presAssocID="{A90EEC38-3E40-425F-8D02-2C38B90EE0E8}" presName="diagram" presStyleCnt="0">
        <dgm:presLayoutVars>
          <dgm:dir/>
          <dgm:resizeHandles val="exact"/>
        </dgm:presLayoutVars>
      </dgm:prSet>
      <dgm:spPr/>
    </dgm:pt>
    <dgm:pt modelId="{12B86D6B-09D9-4E35-B3E0-C2479146C1CB}" type="pres">
      <dgm:prSet presAssocID="{011FD2DA-F8B4-4EAE-AFF8-8B5CED10B6EC}" presName="node" presStyleLbl="node1" presStyleIdx="0" presStyleCnt="17">
        <dgm:presLayoutVars>
          <dgm:bulletEnabled val="1"/>
        </dgm:presLayoutVars>
      </dgm:prSet>
      <dgm:spPr/>
    </dgm:pt>
    <dgm:pt modelId="{F304E793-1EEF-4ECF-9BDA-434E09418F1D}" type="pres">
      <dgm:prSet presAssocID="{30680EC3-468E-466C-8872-02D59F54256A}" presName="sibTrans" presStyleCnt="0"/>
      <dgm:spPr/>
    </dgm:pt>
    <dgm:pt modelId="{59B5B603-C3BE-4EE2-8738-6196257284F2}" type="pres">
      <dgm:prSet presAssocID="{EF38A9C1-5B4C-4CD1-AC52-76FDA815A042}" presName="node" presStyleLbl="node1" presStyleIdx="1" presStyleCnt="17">
        <dgm:presLayoutVars>
          <dgm:bulletEnabled val="1"/>
        </dgm:presLayoutVars>
      </dgm:prSet>
      <dgm:spPr/>
    </dgm:pt>
    <dgm:pt modelId="{01BDCC13-A81A-42D9-AD04-742A0B31118C}" type="pres">
      <dgm:prSet presAssocID="{3AFCE5E2-E21D-4874-9BB6-7FDF2F768965}" presName="sibTrans" presStyleCnt="0"/>
      <dgm:spPr/>
    </dgm:pt>
    <dgm:pt modelId="{D51FE7C9-FEEA-4327-B92D-00943753AB9B}" type="pres">
      <dgm:prSet presAssocID="{BD0993D8-9CC2-4289-8F28-87A800FE5F37}" presName="node" presStyleLbl="node1" presStyleIdx="2" presStyleCnt="17">
        <dgm:presLayoutVars>
          <dgm:bulletEnabled val="1"/>
        </dgm:presLayoutVars>
      </dgm:prSet>
      <dgm:spPr/>
    </dgm:pt>
    <dgm:pt modelId="{1885144B-ACFB-48DA-88E7-9D34E32E2A7B}" type="pres">
      <dgm:prSet presAssocID="{576D28AC-A891-4A28-946A-69F86983BA79}" presName="sibTrans" presStyleCnt="0"/>
      <dgm:spPr/>
    </dgm:pt>
    <dgm:pt modelId="{8E4C5C61-C89F-443D-83E3-BCF1A91BD905}" type="pres">
      <dgm:prSet presAssocID="{629F046C-5009-4719-893C-076D2261FFD3}" presName="node" presStyleLbl="node1" presStyleIdx="3" presStyleCnt="17">
        <dgm:presLayoutVars>
          <dgm:bulletEnabled val="1"/>
        </dgm:presLayoutVars>
      </dgm:prSet>
      <dgm:spPr/>
    </dgm:pt>
    <dgm:pt modelId="{31076DCF-B4B0-47CC-AEE1-5F343ED1827A}" type="pres">
      <dgm:prSet presAssocID="{38DB74D8-660A-465A-BFA2-E9726CF638C8}" presName="sibTrans" presStyleCnt="0"/>
      <dgm:spPr/>
    </dgm:pt>
    <dgm:pt modelId="{94F3E201-8DD3-44C7-ACEB-18CDCA7C7381}" type="pres">
      <dgm:prSet presAssocID="{444606E1-049D-4740-8543-84C837BA51B2}" presName="node" presStyleLbl="node1" presStyleIdx="4" presStyleCnt="17">
        <dgm:presLayoutVars>
          <dgm:bulletEnabled val="1"/>
        </dgm:presLayoutVars>
      </dgm:prSet>
      <dgm:spPr/>
    </dgm:pt>
    <dgm:pt modelId="{E37E65F4-8348-4634-83DF-8D34B00F9CE4}" type="pres">
      <dgm:prSet presAssocID="{F8CA84DB-D161-4AED-8709-C48ADC7218FA}" presName="sibTrans" presStyleCnt="0"/>
      <dgm:spPr/>
    </dgm:pt>
    <dgm:pt modelId="{57A9F5F5-B95E-4484-9CC2-6629AD91104B}" type="pres">
      <dgm:prSet presAssocID="{7FED3469-21F6-4BCB-B851-A2382AD53D88}" presName="node" presStyleLbl="node1" presStyleIdx="5" presStyleCnt="17">
        <dgm:presLayoutVars>
          <dgm:bulletEnabled val="1"/>
        </dgm:presLayoutVars>
      </dgm:prSet>
      <dgm:spPr/>
    </dgm:pt>
    <dgm:pt modelId="{4D59D747-4692-4162-8DA6-67BAE4A512D7}" type="pres">
      <dgm:prSet presAssocID="{B582858F-5A51-4066-A82B-03A94BB41158}" presName="sibTrans" presStyleCnt="0"/>
      <dgm:spPr/>
    </dgm:pt>
    <dgm:pt modelId="{1572EC4E-25F6-45F4-BFFF-09325E0A7E0B}" type="pres">
      <dgm:prSet presAssocID="{E2283DF9-0F21-4BA0-A7A8-169DF8F5D2B1}" presName="node" presStyleLbl="node1" presStyleIdx="6" presStyleCnt="17">
        <dgm:presLayoutVars>
          <dgm:bulletEnabled val="1"/>
        </dgm:presLayoutVars>
      </dgm:prSet>
      <dgm:spPr/>
    </dgm:pt>
    <dgm:pt modelId="{82C2E71A-5B84-4E77-BFEF-0FB368EC0B30}" type="pres">
      <dgm:prSet presAssocID="{D904C942-3090-4370-A718-2BB1CCE8AA6E}" presName="sibTrans" presStyleCnt="0"/>
      <dgm:spPr/>
    </dgm:pt>
    <dgm:pt modelId="{FF28E4CE-E104-45EC-8F3A-27FBFB608DFA}" type="pres">
      <dgm:prSet presAssocID="{406A9E3D-194D-450B-BD92-1901BEFFD36B}" presName="node" presStyleLbl="node1" presStyleIdx="7" presStyleCnt="17">
        <dgm:presLayoutVars>
          <dgm:bulletEnabled val="1"/>
        </dgm:presLayoutVars>
      </dgm:prSet>
      <dgm:spPr/>
    </dgm:pt>
    <dgm:pt modelId="{AC22766E-BADA-48DE-91FE-188FC8CBF226}" type="pres">
      <dgm:prSet presAssocID="{C64BFBCA-2301-4F2A-BCF2-40903031DF79}" presName="sibTrans" presStyleCnt="0"/>
      <dgm:spPr/>
    </dgm:pt>
    <dgm:pt modelId="{115F9BDF-73C0-41DD-AC21-507D1C8A03C0}" type="pres">
      <dgm:prSet presAssocID="{008721EF-5C17-4491-B4F9-848697C78B7E}" presName="node" presStyleLbl="node1" presStyleIdx="8" presStyleCnt="17">
        <dgm:presLayoutVars>
          <dgm:bulletEnabled val="1"/>
        </dgm:presLayoutVars>
      </dgm:prSet>
      <dgm:spPr/>
    </dgm:pt>
    <dgm:pt modelId="{7CCF120F-9EF7-497D-8DBE-302AB603E843}" type="pres">
      <dgm:prSet presAssocID="{2307C31E-9265-430B-B2DE-290E9DF31E0D}" presName="sibTrans" presStyleCnt="0"/>
      <dgm:spPr/>
    </dgm:pt>
    <dgm:pt modelId="{BBC5295A-9D2A-4D59-A871-7DD110CB54BC}" type="pres">
      <dgm:prSet presAssocID="{BC2C9679-DB74-4CCA-8521-BA5987FDFE51}" presName="node" presStyleLbl="node1" presStyleIdx="9" presStyleCnt="17">
        <dgm:presLayoutVars>
          <dgm:bulletEnabled val="1"/>
        </dgm:presLayoutVars>
      </dgm:prSet>
      <dgm:spPr/>
    </dgm:pt>
    <dgm:pt modelId="{254E46B3-9A87-48A9-ABD7-6FC98D258E4B}" type="pres">
      <dgm:prSet presAssocID="{F3A890B4-9D97-4832-813E-CDD006F951E7}" presName="sibTrans" presStyleCnt="0"/>
      <dgm:spPr/>
    </dgm:pt>
    <dgm:pt modelId="{7947C654-3DBD-40BB-A5CF-9DD33C90A3C2}" type="pres">
      <dgm:prSet presAssocID="{344279A3-1695-4207-91B7-207C01494801}" presName="node" presStyleLbl="node1" presStyleIdx="10" presStyleCnt="17">
        <dgm:presLayoutVars>
          <dgm:bulletEnabled val="1"/>
        </dgm:presLayoutVars>
      </dgm:prSet>
      <dgm:spPr/>
    </dgm:pt>
    <dgm:pt modelId="{7FF377F6-204C-4AA5-9EA1-B41BD6B3D64F}" type="pres">
      <dgm:prSet presAssocID="{5FCACE24-DF7B-468E-9EE8-2FA6CDDD254E}" presName="sibTrans" presStyleCnt="0"/>
      <dgm:spPr/>
    </dgm:pt>
    <dgm:pt modelId="{7E2AB25B-B303-4478-8FF1-98002021085B}" type="pres">
      <dgm:prSet presAssocID="{D92E5D7B-36F2-460F-B824-5BED325CABA2}" presName="node" presStyleLbl="node1" presStyleIdx="11" presStyleCnt="17">
        <dgm:presLayoutVars>
          <dgm:bulletEnabled val="1"/>
        </dgm:presLayoutVars>
      </dgm:prSet>
      <dgm:spPr/>
    </dgm:pt>
    <dgm:pt modelId="{CCC0E2A1-1D60-4902-A6F5-3317619E05C7}" type="pres">
      <dgm:prSet presAssocID="{6C8C0806-8CAD-4788-BA7D-4BC9BC3E24EB}" presName="sibTrans" presStyleCnt="0"/>
      <dgm:spPr/>
    </dgm:pt>
    <dgm:pt modelId="{024E198B-90B9-453B-84A8-BA159C2F0E04}" type="pres">
      <dgm:prSet presAssocID="{CF4EB5E4-E9AA-450E-B0EB-134E8E62B7F1}" presName="node" presStyleLbl="node1" presStyleIdx="12" presStyleCnt="17">
        <dgm:presLayoutVars>
          <dgm:bulletEnabled val="1"/>
        </dgm:presLayoutVars>
      </dgm:prSet>
      <dgm:spPr/>
    </dgm:pt>
    <dgm:pt modelId="{93580A2B-8CE6-4554-8CE8-4D5AC815FF0E}" type="pres">
      <dgm:prSet presAssocID="{3BA3A7AD-A39D-422D-B0E0-1AB33A28768B}" presName="sibTrans" presStyleCnt="0"/>
      <dgm:spPr/>
    </dgm:pt>
    <dgm:pt modelId="{74B0A621-B3CB-421B-B4A2-F6F8AFAEE878}" type="pres">
      <dgm:prSet presAssocID="{93D8D06F-E565-4AAA-AE62-CD71C5375ABE}" presName="node" presStyleLbl="node1" presStyleIdx="13" presStyleCnt="17">
        <dgm:presLayoutVars>
          <dgm:bulletEnabled val="1"/>
        </dgm:presLayoutVars>
      </dgm:prSet>
      <dgm:spPr/>
    </dgm:pt>
    <dgm:pt modelId="{6FA2DD38-0AAF-4FD6-8081-05956E83EDEB}" type="pres">
      <dgm:prSet presAssocID="{4AB64D6A-941B-485C-B890-B0B2665AF7CF}" presName="sibTrans" presStyleCnt="0"/>
      <dgm:spPr/>
    </dgm:pt>
    <dgm:pt modelId="{A1287708-5092-4134-9914-26E96A708390}" type="pres">
      <dgm:prSet presAssocID="{97EA25E3-7DBA-4F21-B257-9F652976940A}" presName="node" presStyleLbl="node1" presStyleIdx="14" presStyleCnt="17">
        <dgm:presLayoutVars>
          <dgm:bulletEnabled val="1"/>
        </dgm:presLayoutVars>
      </dgm:prSet>
      <dgm:spPr/>
    </dgm:pt>
    <dgm:pt modelId="{FFA36874-6EAD-4D62-9E88-FC13208EF317}" type="pres">
      <dgm:prSet presAssocID="{3B1A5F4E-7DD9-4FAC-B277-D375F01A35EE}" presName="sibTrans" presStyleCnt="0"/>
      <dgm:spPr/>
    </dgm:pt>
    <dgm:pt modelId="{1B658BFF-E79B-4ED4-8572-7CB493A74ECD}" type="pres">
      <dgm:prSet presAssocID="{CC9BA7B3-4409-4EC3-BCB6-823FEAD8D7F2}" presName="node" presStyleLbl="node1" presStyleIdx="15" presStyleCnt="17">
        <dgm:presLayoutVars>
          <dgm:bulletEnabled val="1"/>
        </dgm:presLayoutVars>
      </dgm:prSet>
      <dgm:spPr/>
    </dgm:pt>
    <dgm:pt modelId="{F1345BE2-A73B-43CE-8815-8740CB31107A}" type="pres">
      <dgm:prSet presAssocID="{8B0DABED-83C1-4FE5-BE5E-D264C3BABF56}" presName="sibTrans" presStyleCnt="0"/>
      <dgm:spPr/>
    </dgm:pt>
    <dgm:pt modelId="{1748A0B2-458D-451C-9A44-E467DE32B303}" type="pres">
      <dgm:prSet presAssocID="{A63E41B8-A942-4698-8D2D-7AEED9D1F5B3}" presName="node" presStyleLbl="node1" presStyleIdx="16" presStyleCnt="17">
        <dgm:presLayoutVars>
          <dgm:bulletEnabled val="1"/>
        </dgm:presLayoutVars>
      </dgm:prSet>
      <dgm:spPr/>
    </dgm:pt>
  </dgm:ptLst>
  <dgm:cxnLst>
    <dgm:cxn modelId="{EE9A9C07-077F-4489-94AE-6CA55A330450}" srcId="{A90EEC38-3E40-425F-8D02-2C38B90EE0E8}" destId="{406A9E3D-194D-450B-BD92-1901BEFFD36B}" srcOrd="7" destOrd="0" parTransId="{3C1A70E9-B8A7-4644-A943-73F8BC9DB193}" sibTransId="{C64BFBCA-2301-4F2A-BCF2-40903031DF79}"/>
    <dgm:cxn modelId="{57E0E60B-0C7B-4FDC-9E32-EBD2626E411D}" srcId="{A90EEC38-3E40-425F-8D02-2C38B90EE0E8}" destId="{7FED3469-21F6-4BCB-B851-A2382AD53D88}" srcOrd="5" destOrd="0" parTransId="{D0E8AD49-8F3E-48A9-AAF6-846C4A87F72F}" sibTransId="{B582858F-5A51-4066-A82B-03A94BB41158}"/>
    <dgm:cxn modelId="{1735C00E-76D6-4BB1-A05E-4063D725C337}" srcId="{A90EEC38-3E40-425F-8D02-2C38B90EE0E8}" destId="{E2283DF9-0F21-4BA0-A7A8-169DF8F5D2B1}" srcOrd="6" destOrd="0" parTransId="{81F45E39-840D-4B7F-AB35-515486E22513}" sibTransId="{D904C942-3090-4370-A718-2BB1CCE8AA6E}"/>
    <dgm:cxn modelId="{AE96F213-92C9-4B48-8FC9-CE1E9F2F7234}" srcId="{A90EEC38-3E40-425F-8D02-2C38B90EE0E8}" destId="{CC9BA7B3-4409-4EC3-BCB6-823FEAD8D7F2}" srcOrd="15" destOrd="0" parTransId="{A7FF32E5-BA83-48C6-934C-76ED95FD9246}" sibTransId="{8B0DABED-83C1-4FE5-BE5E-D264C3BABF56}"/>
    <dgm:cxn modelId="{7BEE4617-6DCD-4D8D-B868-CC337761F47F}" srcId="{A90EEC38-3E40-425F-8D02-2C38B90EE0E8}" destId="{A63E41B8-A942-4698-8D2D-7AEED9D1F5B3}" srcOrd="16" destOrd="0" parTransId="{09D1AE07-3A30-48C6-902A-20154311C2BC}" sibTransId="{29E14A81-7752-4F83-A8FB-BFE767117E0D}"/>
    <dgm:cxn modelId="{19ED6118-696E-4236-8D52-10F50248A590}" srcId="{A90EEC38-3E40-425F-8D02-2C38B90EE0E8}" destId="{EF38A9C1-5B4C-4CD1-AC52-76FDA815A042}" srcOrd="1" destOrd="0" parTransId="{D0AFC207-D2FC-4CB7-AB39-28F742F87DF9}" sibTransId="{3AFCE5E2-E21D-4874-9BB6-7FDF2F768965}"/>
    <dgm:cxn modelId="{84EB7420-0950-4FD1-8F5A-5353E06FA877}" srcId="{A90EEC38-3E40-425F-8D02-2C38B90EE0E8}" destId="{93D8D06F-E565-4AAA-AE62-CD71C5375ABE}" srcOrd="13" destOrd="0" parTransId="{2C7F3FE6-D585-445F-8E1F-CB6D076F80AE}" sibTransId="{4AB64D6A-941B-485C-B890-B0B2665AF7CF}"/>
    <dgm:cxn modelId="{4B58643A-9ED5-4ACC-A65A-AB2D37EE69D1}" type="presOf" srcId="{97EA25E3-7DBA-4F21-B257-9F652976940A}" destId="{A1287708-5092-4134-9914-26E96A708390}" srcOrd="0" destOrd="0" presId="urn:microsoft.com/office/officeart/2005/8/layout/default"/>
    <dgm:cxn modelId="{A1A06061-6E5B-4369-9F37-2DCD2CEE031F}" type="presOf" srcId="{CC9BA7B3-4409-4EC3-BCB6-823FEAD8D7F2}" destId="{1B658BFF-E79B-4ED4-8572-7CB493A74ECD}" srcOrd="0" destOrd="0" presId="urn:microsoft.com/office/officeart/2005/8/layout/default"/>
    <dgm:cxn modelId="{1440FD64-49A4-4DD3-9B61-0B3300195F53}" srcId="{A90EEC38-3E40-425F-8D02-2C38B90EE0E8}" destId="{CF4EB5E4-E9AA-450E-B0EB-134E8E62B7F1}" srcOrd="12" destOrd="0" parTransId="{7202B274-96D7-41F8-95FA-3A9522F87FCA}" sibTransId="{3BA3A7AD-A39D-422D-B0E0-1AB33A28768B}"/>
    <dgm:cxn modelId="{A2756F45-6AA0-4D4C-8559-6D652BA5BE12}" type="presOf" srcId="{CF4EB5E4-E9AA-450E-B0EB-134E8E62B7F1}" destId="{024E198B-90B9-453B-84A8-BA159C2F0E04}" srcOrd="0" destOrd="0" presId="urn:microsoft.com/office/officeart/2005/8/layout/default"/>
    <dgm:cxn modelId="{CABAE84A-8DA2-43F0-9724-845D7223490B}" type="presOf" srcId="{629F046C-5009-4719-893C-076D2261FFD3}" destId="{8E4C5C61-C89F-443D-83E3-BCF1A91BD905}" srcOrd="0" destOrd="0" presId="urn:microsoft.com/office/officeart/2005/8/layout/default"/>
    <dgm:cxn modelId="{06BB9A6E-76F4-4F46-AF75-F3E58C575EAF}" srcId="{A90EEC38-3E40-425F-8D02-2C38B90EE0E8}" destId="{011FD2DA-F8B4-4EAE-AFF8-8B5CED10B6EC}" srcOrd="0" destOrd="0" parTransId="{B906AD09-192A-42B2-A0CD-90994606C384}" sibTransId="{30680EC3-468E-466C-8872-02D59F54256A}"/>
    <dgm:cxn modelId="{0725F86F-1076-4A96-8795-6CE0BBA15AA0}" srcId="{A90EEC38-3E40-425F-8D02-2C38B90EE0E8}" destId="{BD0993D8-9CC2-4289-8F28-87A800FE5F37}" srcOrd="2" destOrd="0" parTransId="{76C1D917-7D2B-4B01-8A82-D14C03073FDD}" sibTransId="{576D28AC-A891-4A28-946A-69F86983BA79}"/>
    <dgm:cxn modelId="{726A4555-A896-4DA3-AED4-681F4EC6F035}" type="presOf" srcId="{444606E1-049D-4740-8543-84C837BA51B2}" destId="{94F3E201-8DD3-44C7-ACEB-18CDCA7C7381}" srcOrd="0" destOrd="0" presId="urn:microsoft.com/office/officeart/2005/8/layout/default"/>
    <dgm:cxn modelId="{AF2ED555-ABAE-4FA5-8ADB-1EEA6D5DFE2C}" srcId="{A90EEC38-3E40-425F-8D02-2C38B90EE0E8}" destId="{D92E5D7B-36F2-460F-B824-5BED325CABA2}" srcOrd="11" destOrd="0" parTransId="{1C4F6E35-9075-4522-A098-8E993513FACF}" sibTransId="{6C8C0806-8CAD-4788-BA7D-4BC9BC3E24EB}"/>
    <dgm:cxn modelId="{9AFF1F57-32A6-40EC-93F7-C62CBF7C12DB}" type="presOf" srcId="{406A9E3D-194D-450B-BD92-1901BEFFD36B}" destId="{FF28E4CE-E104-45EC-8F3A-27FBFB608DFA}" srcOrd="0" destOrd="0" presId="urn:microsoft.com/office/officeart/2005/8/layout/default"/>
    <dgm:cxn modelId="{7B6DC485-5AA2-4EB6-B5C4-C7464E5986B4}" type="presOf" srcId="{EF38A9C1-5B4C-4CD1-AC52-76FDA815A042}" destId="{59B5B603-C3BE-4EE2-8738-6196257284F2}" srcOrd="0" destOrd="0" presId="urn:microsoft.com/office/officeart/2005/8/layout/default"/>
    <dgm:cxn modelId="{FD79148A-833B-46DF-B8F6-4EC2D3ABA8F6}" srcId="{A90EEC38-3E40-425F-8D02-2C38B90EE0E8}" destId="{444606E1-049D-4740-8543-84C837BA51B2}" srcOrd="4" destOrd="0" parTransId="{2D36212D-5B7E-4C63-B1C3-98AA0D177D13}" sibTransId="{F8CA84DB-D161-4AED-8709-C48ADC7218FA}"/>
    <dgm:cxn modelId="{6A10158A-4160-424C-A1DE-9C3AE1842ED2}" srcId="{A90EEC38-3E40-425F-8D02-2C38B90EE0E8}" destId="{008721EF-5C17-4491-B4F9-848697C78B7E}" srcOrd="8" destOrd="0" parTransId="{99E792CA-64D0-42CA-AE14-0D60272390C9}" sibTransId="{2307C31E-9265-430B-B2DE-290E9DF31E0D}"/>
    <dgm:cxn modelId="{8D817B92-87CE-476B-AAEB-05B112CBBEF0}" type="presOf" srcId="{E2283DF9-0F21-4BA0-A7A8-169DF8F5D2B1}" destId="{1572EC4E-25F6-45F4-BFFF-09325E0A7E0B}" srcOrd="0" destOrd="0" presId="urn:microsoft.com/office/officeart/2005/8/layout/default"/>
    <dgm:cxn modelId="{E7DCEF98-6B5E-4EAD-A245-EFCA5B6A3BF7}" type="presOf" srcId="{344279A3-1695-4207-91B7-207C01494801}" destId="{7947C654-3DBD-40BB-A5CF-9DD33C90A3C2}" srcOrd="0" destOrd="0" presId="urn:microsoft.com/office/officeart/2005/8/layout/default"/>
    <dgm:cxn modelId="{062D989D-CF45-46E4-82B0-CCCD29418A95}" srcId="{A90EEC38-3E40-425F-8D02-2C38B90EE0E8}" destId="{629F046C-5009-4719-893C-076D2261FFD3}" srcOrd="3" destOrd="0" parTransId="{9BF0E416-2195-49D6-A6AA-92F36A077813}" sibTransId="{38DB74D8-660A-465A-BFA2-E9726CF638C8}"/>
    <dgm:cxn modelId="{6B22F7A3-6085-495D-A59D-7AFDB475371E}" type="presOf" srcId="{93D8D06F-E565-4AAA-AE62-CD71C5375ABE}" destId="{74B0A621-B3CB-421B-B4A2-F6F8AFAEE878}" srcOrd="0" destOrd="0" presId="urn:microsoft.com/office/officeart/2005/8/layout/default"/>
    <dgm:cxn modelId="{58E450AA-1EAF-477B-84BD-D7351EC5B81A}" type="presOf" srcId="{BC2C9679-DB74-4CCA-8521-BA5987FDFE51}" destId="{BBC5295A-9D2A-4D59-A871-7DD110CB54BC}" srcOrd="0" destOrd="0" presId="urn:microsoft.com/office/officeart/2005/8/layout/default"/>
    <dgm:cxn modelId="{6D5B1AB1-BD3D-4939-9514-AB895396E382}" type="presOf" srcId="{BD0993D8-9CC2-4289-8F28-87A800FE5F37}" destId="{D51FE7C9-FEEA-4327-B92D-00943753AB9B}" srcOrd="0" destOrd="0" presId="urn:microsoft.com/office/officeart/2005/8/layout/default"/>
    <dgm:cxn modelId="{1C0F9BC1-F35E-4EB8-B190-B9659807099D}" type="presOf" srcId="{A90EEC38-3E40-425F-8D02-2C38B90EE0E8}" destId="{594CC23A-01DE-4083-A862-A5D6399E494B}" srcOrd="0" destOrd="0" presId="urn:microsoft.com/office/officeart/2005/8/layout/default"/>
    <dgm:cxn modelId="{0E1C61C7-D15A-4011-BDAF-37A2BA66C71A}" type="presOf" srcId="{7FED3469-21F6-4BCB-B851-A2382AD53D88}" destId="{57A9F5F5-B95E-4484-9CC2-6629AD91104B}" srcOrd="0" destOrd="0" presId="urn:microsoft.com/office/officeart/2005/8/layout/default"/>
    <dgm:cxn modelId="{D8DC5FCC-4943-4A35-BFD4-662171B9D3EA}" type="presOf" srcId="{008721EF-5C17-4491-B4F9-848697C78B7E}" destId="{115F9BDF-73C0-41DD-AC21-507D1C8A03C0}" srcOrd="0" destOrd="0" presId="urn:microsoft.com/office/officeart/2005/8/layout/default"/>
    <dgm:cxn modelId="{9F8325CE-016F-43DB-84D1-DEC0526527C6}" srcId="{A90EEC38-3E40-425F-8D02-2C38B90EE0E8}" destId="{344279A3-1695-4207-91B7-207C01494801}" srcOrd="10" destOrd="0" parTransId="{3B82F2CC-562D-46D9-9493-F85F2D21D7B4}" sibTransId="{5FCACE24-DF7B-468E-9EE8-2FA6CDDD254E}"/>
    <dgm:cxn modelId="{918438DB-2C80-4496-BA3C-FF40085B9079}" srcId="{A90EEC38-3E40-425F-8D02-2C38B90EE0E8}" destId="{BC2C9679-DB74-4CCA-8521-BA5987FDFE51}" srcOrd="9" destOrd="0" parTransId="{4E2C497C-8297-431E-883F-69D2BD69B146}" sibTransId="{F3A890B4-9D97-4832-813E-CDD006F951E7}"/>
    <dgm:cxn modelId="{A5F3A5DB-9BAF-4C15-9C9F-42A8ECA3A963}" type="presOf" srcId="{A63E41B8-A942-4698-8D2D-7AEED9D1F5B3}" destId="{1748A0B2-458D-451C-9A44-E467DE32B303}" srcOrd="0" destOrd="0" presId="urn:microsoft.com/office/officeart/2005/8/layout/default"/>
    <dgm:cxn modelId="{E654A9DD-47D6-4AC3-B096-49062BC15E2B}" type="presOf" srcId="{D92E5D7B-36F2-460F-B824-5BED325CABA2}" destId="{7E2AB25B-B303-4478-8FF1-98002021085B}" srcOrd="0" destOrd="0" presId="urn:microsoft.com/office/officeart/2005/8/layout/default"/>
    <dgm:cxn modelId="{62470AEC-94B5-474E-93D1-87F66DE44BD4}" srcId="{A90EEC38-3E40-425F-8D02-2C38B90EE0E8}" destId="{97EA25E3-7DBA-4F21-B257-9F652976940A}" srcOrd="14" destOrd="0" parTransId="{63F1373D-F286-4C33-8D9B-D3CC8FFA42E9}" sibTransId="{3B1A5F4E-7DD9-4FAC-B277-D375F01A35EE}"/>
    <dgm:cxn modelId="{B53EFFFB-6104-4526-98D2-DC1BA7B98235}" type="presOf" srcId="{011FD2DA-F8B4-4EAE-AFF8-8B5CED10B6EC}" destId="{12B86D6B-09D9-4E35-B3E0-C2479146C1CB}" srcOrd="0" destOrd="0" presId="urn:microsoft.com/office/officeart/2005/8/layout/default"/>
    <dgm:cxn modelId="{78CAF37E-CD8C-482F-A1E8-298BBC0D903D}" type="presParOf" srcId="{594CC23A-01DE-4083-A862-A5D6399E494B}" destId="{12B86D6B-09D9-4E35-B3E0-C2479146C1CB}" srcOrd="0" destOrd="0" presId="urn:microsoft.com/office/officeart/2005/8/layout/default"/>
    <dgm:cxn modelId="{B1B3B515-BD94-42DF-94C7-D8779C80E4AB}" type="presParOf" srcId="{594CC23A-01DE-4083-A862-A5D6399E494B}" destId="{F304E793-1EEF-4ECF-9BDA-434E09418F1D}" srcOrd="1" destOrd="0" presId="urn:microsoft.com/office/officeart/2005/8/layout/default"/>
    <dgm:cxn modelId="{2F02483B-2380-4F27-A163-E002367F1433}" type="presParOf" srcId="{594CC23A-01DE-4083-A862-A5D6399E494B}" destId="{59B5B603-C3BE-4EE2-8738-6196257284F2}" srcOrd="2" destOrd="0" presId="urn:microsoft.com/office/officeart/2005/8/layout/default"/>
    <dgm:cxn modelId="{4DB626D4-D9FB-495F-98C8-E93A3D6E0BDE}" type="presParOf" srcId="{594CC23A-01DE-4083-A862-A5D6399E494B}" destId="{01BDCC13-A81A-42D9-AD04-742A0B31118C}" srcOrd="3" destOrd="0" presId="urn:microsoft.com/office/officeart/2005/8/layout/default"/>
    <dgm:cxn modelId="{5C72934D-607A-4E17-AB57-5868442EED30}" type="presParOf" srcId="{594CC23A-01DE-4083-A862-A5D6399E494B}" destId="{D51FE7C9-FEEA-4327-B92D-00943753AB9B}" srcOrd="4" destOrd="0" presId="urn:microsoft.com/office/officeart/2005/8/layout/default"/>
    <dgm:cxn modelId="{6F95BDE3-3665-461F-915C-5FBE79F89BA1}" type="presParOf" srcId="{594CC23A-01DE-4083-A862-A5D6399E494B}" destId="{1885144B-ACFB-48DA-88E7-9D34E32E2A7B}" srcOrd="5" destOrd="0" presId="urn:microsoft.com/office/officeart/2005/8/layout/default"/>
    <dgm:cxn modelId="{93E0DC5E-BD00-46BB-B706-E7F5CA1A3831}" type="presParOf" srcId="{594CC23A-01DE-4083-A862-A5D6399E494B}" destId="{8E4C5C61-C89F-443D-83E3-BCF1A91BD905}" srcOrd="6" destOrd="0" presId="urn:microsoft.com/office/officeart/2005/8/layout/default"/>
    <dgm:cxn modelId="{906AFE13-1614-4E8F-B756-C6B7AA82F0B6}" type="presParOf" srcId="{594CC23A-01DE-4083-A862-A5D6399E494B}" destId="{31076DCF-B4B0-47CC-AEE1-5F343ED1827A}" srcOrd="7" destOrd="0" presId="urn:microsoft.com/office/officeart/2005/8/layout/default"/>
    <dgm:cxn modelId="{65213C1B-C542-4186-87C4-2935F3B0B3A6}" type="presParOf" srcId="{594CC23A-01DE-4083-A862-A5D6399E494B}" destId="{94F3E201-8DD3-44C7-ACEB-18CDCA7C7381}" srcOrd="8" destOrd="0" presId="urn:microsoft.com/office/officeart/2005/8/layout/default"/>
    <dgm:cxn modelId="{A2C9ECF7-773C-4E75-AAB7-7247BE76BA9E}" type="presParOf" srcId="{594CC23A-01DE-4083-A862-A5D6399E494B}" destId="{E37E65F4-8348-4634-83DF-8D34B00F9CE4}" srcOrd="9" destOrd="0" presId="urn:microsoft.com/office/officeart/2005/8/layout/default"/>
    <dgm:cxn modelId="{C3E890F2-D0CB-416C-944D-E9CD69E1E570}" type="presParOf" srcId="{594CC23A-01DE-4083-A862-A5D6399E494B}" destId="{57A9F5F5-B95E-4484-9CC2-6629AD91104B}" srcOrd="10" destOrd="0" presId="urn:microsoft.com/office/officeart/2005/8/layout/default"/>
    <dgm:cxn modelId="{16684931-E319-4845-9F41-5EA5A7FE8EA9}" type="presParOf" srcId="{594CC23A-01DE-4083-A862-A5D6399E494B}" destId="{4D59D747-4692-4162-8DA6-67BAE4A512D7}" srcOrd="11" destOrd="0" presId="urn:microsoft.com/office/officeart/2005/8/layout/default"/>
    <dgm:cxn modelId="{4DDB9E48-E750-4DFA-9DA8-0D0F8494AFF5}" type="presParOf" srcId="{594CC23A-01DE-4083-A862-A5D6399E494B}" destId="{1572EC4E-25F6-45F4-BFFF-09325E0A7E0B}" srcOrd="12" destOrd="0" presId="urn:microsoft.com/office/officeart/2005/8/layout/default"/>
    <dgm:cxn modelId="{2D60CD5F-5E6B-4A9C-A0E8-73544708EDC6}" type="presParOf" srcId="{594CC23A-01DE-4083-A862-A5D6399E494B}" destId="{82C2E71A-5B84-4E77-BFEF-0FB368EC0B30}" srcOrd="13" destOrd="0" presId="urn:microsoft.com/office/officeart/2005/8/layout/default"/>
    <dgm:cxn modelId="{B6EBD040-DC3E-4791-9328-869B4EA04BC0}" type="presParOf" srcId="{594CC23A-01DE-4083-A862-A5D6399E494B}" destId="{FF28E4CE-E104-45EC-8F3A-27FBFB608DFA}" srcOrd="14" destOrd="0" presId="urn:microsoft.com/office/officeart/2005/8/layout/default"/>
    <dgm:cxn modelId="{7AF78F1D-E1E6-4AFC-8A07-FCEC695FAEC9}" type="presParOf" srcId="{594CC23A-01DE-4083-A862-A5D6399E494B}" destId="{AC22766E-BADA-48DE-91FE-188FC8CBF226}" srcOrd="15" destOrd="0" presId="urn:microsoft.com/office/officeart/2005/8/layout/default"/>
    <dgm:cxn modelId="{C3F8D6A5-DE12-41A4-8E95-349020A7937D}" type="presParOf" srcId="{594CC23A-01DE-4083-A862-A5D6399E494B}" destId="{115F9BDF-73C0-41DD-AC21-507D1C8A03C0}" srcOrd="16" destOrd="0" presId="urn:microsoft.com/office/officeart/2005/8/layout/default"/>
    <dgm:cxn modelId="{AD53745C-7B4D-4A53-9AED-011FD6E157D4}" type="presParOf" srcId="{594CC23A-01DE-4083-A862-A5D6399E494B}" destId="{7CCF120F-9EF7-497D-8DBE-302AB603E843}" srcOrd="17" destOrd="0" presId="urn:microsoft.com/office/officeart/2005/8/layout/default"/>
    <dgm:cxn modelId="{DEEC04E9-9163-424C-A634-148ED874694D}" type="presParOf" srcId="{594CC23A-01DE-4083-A862-A5D6399E494B}" destId="{BBC5295A-9D2A-4D59-A871-7DD110CB54BC}" srcOrd="18" destOrd="0" presId="urn:microsoft.com/office/officeart/2005/8/layout/default"/>
    <dgm:cxn modelId="{45B8440C-AF9E-4EEC-9551-8AEEF7A96343}" type="presParOf" srcId="{594CC23A-01DE-4083-A862-A5D6399E494B}" destId="{254E46B3-9A87-48A9-ABD7-6FC98D258E4B}" srcOrd="19" destOrd="0" presId="urn:microsoft.com/office/officeart/2005/8/layout/default"/>
    <dgm:cxn modelId="{A4E405EB-F7B6-4B0D-9BDA-CCD989869E85}" type="presParOf" srcId="{594CC23A-01DE-4083-A862-A5D6399E494B}" destId="{7947C654-3DBD-40BB-A5CF-9DD33C90A3C2}" srcOrd="20" destOrd="0" presId="urn:microsoft.com/office/officeart/2005/8/layout/default"/>
    <dgm:cxn modelId="{B6B7947C-4A51-46A1-B4C5-6ECF177BC0FD}" type="presParOf" srcId="{594CC23A-01DE-4083-A862-A5D6399E494B}" destId="{7FF377F6-204C-4AA5-9EA1-B41BD6B3D64F}" srcOrd="21" destOrd="0" presId="urn:microsoft.com/office/officeart/2005/8/layout/default"/>
    <dgm:cxn modelId="{8EBE3FB6-2407-476D-81F1-1B18997DD968}" type="presParOf" srcId="{594CC23A-01DE-4083-A862-A5D6399E494B}" destId="{7E2AB25B-B303-4478-8FF1-98002021085B}" srcOrd="22" destOrd="0" presId="urn:microsoft.com/office/officeart/2005/8/layout/default"/>
    <dgm:cxn modelId="{B1E945AE-2C66-49BF-B8E7-BC9570905FC9}" type="presParOf" srcId="{594CC23A-01DE-4083-A862-A5D6399E494B}" destId="{CCC0E2A1-1D60-4902-A6F5-3317619E05C7}" srcOrd="23" destOrd="0" presId="urn:microsoft.com/office/officeart/2005/8/layout/default"/>
    <dgm:cxn modelId="{8F86A27E-8951-4617-8675-1D11FDE8AA1B}" type="presParOf" srcId="{594CC23A-01DE-4083-A862-A5D6399E494B}" destId="{024E198B-90B9-453B-84A8-BA159C2F0E04}" srcOrd="24" destOrd="0" presId="urn:microsoft.com/office/officeart/2005/8/layout/default"/>
    <dgm:cxn modelId="{9FCE2EEC-D70C-423B-9AC0-3DA79BE3F808}" type="presParOf" srcId="{594CC23A-01DE-4083-A862-A5D6399E494B}" destId="{93580A2B-8CE6-4554-8CE8-4D5AC815FF0E}" srcOrd="25" destOrd="0" presId="urn:microsoft.com/office/officeart/2005/8/layout/default"/>
    <dgm:cxn modelId="{11E77A00-D81C-4495-8216-5E8637DDF8CB}" type="presParOf" srcId="{594CC23A-01DE-4083-A862-A5D6399E494B}" destId="{74B0A621-B3CB-421B-B4A2-F6F8AFAEE878}" srcOrd="26" destOrd="0" presId="urn:microsoft.com/office/officeart/2005/8/layout/default"/>
    <dgm:cxn modelId="{28548C1F-A236-44E8-BD98-7FE57420302B}" type="presParOf" srcId="{594CC23A-01DE-4083-A862-A5D6399E494B}" destId="{6FA2DD38-0AAF-4FD6-8081-05956E83EDEB}" srcOrd="27" destOrd="0" presId="urn:microsoft.com/office/officeart/2005/8/layout/default"/>
    <dgm:cxn modelId="{D07E25EC-9ADF-4D61-82D3-3490128182D5}" type="presParOf" srcId="{594CC23A-01DE-4083-A862-A5D6399E494B}" destId="{A1287708-5092-4134-9914-26E96A708390}" srcOrd="28" destOrd="0" presId="urn:microsoft.com/office/officeart/2005/8/layout/default"/>
    <dgm:cxn modelId="{6C8B536A-59F0-423A-AB74-4631C8D21A9A}" type="presParOf" srcId="{594CC23A-01DE-4083-A862-A5D6399E494B}" destId="{FFA36874-6EAD-4D62-9E88-FC13208EF317}" srcOrd="29" destOrd="0" presId="urn:microsoft.com/office/officeart/2005/8/layout/default"/>
    <dgm:cxn modelId="{DAB635CF-B8F4-4A68-AA62-CBDA8E066EB4}" type="presParOf" srcId="{594CC23A-01DE-4083-A862-A5D6399E494B}" destId="{1B658BFF-E79B-4ED4-8572-7CB493A74ECD}" srcOrd="30" destOrd="0" presId="urn:microsoft.com/office/officeart/2005/8/layout/default"/>
    <dgm:cxn modelId="{79D66673-1B87-4B7A-9170-67F535FB94D6}" type="presParOf" srcId="{594CC23A-01DE-4083-A862-A5D6399E494B}" destId="{F1345BE2-A73B-43CE-8815-8740CB31107A}" srcOrd="31" destOrd="0" presId="urn:microsoft.com/office/officeart/2005/8/layout/default"/>
    <dgm:cxn modelId="{F5BFF90C-F0AA-4778-8585-329197AD7E3C}" type="presParOf" srcId="{594CC23A-01DE-4083-A862-A5D6399E494B}" destId="{1748A0B2-458D-451C-9A44-E467DE32B303}" srcOrd="3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60DBCF-6A56-4C1D-8401-F89069F9287E}" type="doc">
      <dgm:prSet loTypeId="urn:microsoft.com/office/officeart/2005/8/layout/vProcess5" loCatId="process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D4D1F406-6292-4EAF-ACC4-092C5941E441}">
      <dgm:prSet/>
      <dgm:spPr>
        <a:solidFill>
          <a:srgbClr val="00B050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Book Class → Represents books in the system.</a:t>
          </a:r>
        </a:p>
      </dgm:t>
    </dgm:pt>
    <dgm:pt modelId="{12F857E0-D4E4-4BCA-8B34-00759726A838}" type="parTrans" cxnId="{E8D3152B-10F1-4482-BDEA-E3D6D781E255}">
      <dgm:prSet/>
      <dgm:spPr/>
      <dgm:t>
        <a:bodyPr/>
        <a:lstStyle/>
        <a:p>
          <a:endParaRPr lang="en-US"/>
        </a:p>
      </dgm:t>
    </dgm:pt>
    <dgm:pt modelId="{EF7A093B-A6CC-475E-A45F-F1CADB572DD3}" type="sibTrans" cxnId="{E8D3152B-10F1-4482-BDEA-E3D6D781E255}">
      <dgm:prSet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065E4EC6-1574-4909-A6D2-7D6AFAB8F155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BaseMember Class → Abstract parent class.</a:t>
          </a:r>
        </a:p>
      </dgm:t>
    </dgm:pt>
    <dgm:pt modelId="{E99B3D23-CED7-417F-8DC6-6E72E0F30AC0}" type="parTrans" cxnId="{B511FF61-B796-48BE-8373-04D93B1980B4}">
      <dgm:prSet/>
      <dgm:spPr/>
      <dgm:t>
        <a:bodyPr/>
        <a:lstStyle/>
        <a:p>
          <a:endParaRPr lang="en-US"/>
        </a:p>
      </dgm:t>
    </dgm:pt>
    <dgm:pt modelId="{F44EF64F-F614-499F-BEED-9ABA61CCF15C}" type="sibTrans" cxnId="{B511FF61-B796-48BE-8373-04D93B1980B4}">
      <dgm:prSet/>
      <dgm:spPr>
        <a:solidFill>
          <a:schemeClr val="accent2">
            <a:lumMod val="40000"/>
            <a:lumOff val="6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9F376DD5-427F-46DE-8322-96931FA5D35D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StudentMember /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FacultyMember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→ Inherit from BaseMember.</a:t>
          </a:r>
        </a:p>
      </dgm:t>
    </dgm:pt>
    <dgm:pt modelId="{2DAD2534-22FF-4957-9459-0A53A709405F}" type="parTrans" cxnId="{390E1315-9D42-464C-8117-5D45F5FD7475}">
      <dgm:prSet/>
      <dgm:spPr/>
      <dgm:t>
        <a:bodyPr/>
        <a:lstStyle/>
        <a:p>
          <a:endParaRPr lang="en-US"/>
        </a:p>
      </dgm:t>
    </dgm:pt>
    <dgm:pt modelId="{22882AD8-0D64-4E7B-AA5D-E9EE82CAD85C}" type="sibTrans" cxnId="{390E1315-9D42-464C-8117-5D45F5FD7475}">
      <dgm:prSet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C406DCA7-00CD-49DF-8F16-CA853370891B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LibraryPortal → Manages books and members (composition relationship).</a:t>
          </a:r>
        </a:p>
      </dgm:t>
    </dgm:pt>
    <dgm:pt modelId="{0ABD7FF1-3E10-4E90-B9AC-383B75B0BCBB}" type="parTrans" cxnId="{5C6CEE08-888A-474C-A62F-17F399379AEA}">
      <dgm:prSet/>
      <dgm:spPr/>
      <dgm:t>
        <a:bodyPr/>
        <a:lstStyle/>
        <a:p>
          <a:endParaRPr lang="en-US"/>
        </a:p>
      </dgm:t>
    </dgm:pt>
    <dgm:pt modelId="{2F465861-464F-44B3-894B-AFFB604EAAB6}" type="sibTrans" cxnId="{5C6CEE08-888A-474C-A62F-17F399379AEA}">
      <dgm:prSet/>
      <dgm:spPr/>
      <dgm:t>
        <a:bodyPr/>
        <a:lstStyle/>
        <a:p>
          <a:endParaRPr lang="en-US"/>
        </a:p>
      </dgm:t>
    </dgm:pt>
    <dgm:pt modelId="{58B85C2A-182B-4D69-A52D-A3785F011767}" type="pres">
      <dgm:prSet presAssocID="{3E60DBCF-6A56-4C1D-8401-F89069F9287E}" presName="outerComposite" presStyleCnt="0">
        <dgm:presLayoutVars>
          <dgm:chMax val="5"/>
          <dgm:dir/>
          <dgm:resizeHandles val="exact"/>
        </dgm:presLayoutVars>
      </dgm:prSet>
      <dgm:spPr/>
    </dgm:pt>
    <dgm:pt modelId="{015B8973-4A5B-4B21-8137-37C9C0A5D19D}" type="pres">
      <dgm:prSet presAssocID="{3E60DBCF-6A56-4C1D-8401-F89069F9287E}" presName="dummyMaxCanvas" presStyleCnt="0">
        <dgm:presLayoutVars/>
      </dgm:prSet>
      <dgm:spPr/>
    </dgm:pt>
    <dgm:pt modelId="{0CBD59F9-C52B-4991-B8D7-85B258628110}" type="pres">
      <dgm:prSet presAssocID="{3E60DBCF-6A56-4C1D-8401-F89069F9287E}" presName="FourNodes_1" presStyleLbl="node1" presStyleIdx="0" presStyleCnt="4">
        <dgm:presLayoutVars>
          <dgm:bulletEnabled val="1"/>
        </dgm:presLayoutVars>
      </dgm:prSet>
      <dgm:spPr/>
    </dgm:pt>
    <dgm:pt modelId="{42F3DB98-801B-4EC5-8BAA-FB6ECC2F7969}" type="pres">
      <dgm:prSet presAssocID="{3E60DBCF-6A56-4C1D-8401-F89069F9287E}" presName="FourNodes_2" presStyleLbl="node1" presStyleIdx="1" presStyleCnt="4">
        <dgm:presLayoutVars>
          <dgm:bulletEnabled val="1"/>
        </dgm:presLayoutVars>
      </dgm:prSet>
      <dgm:spPr/>
    </dgm:pt>
    <dgm:pt modelId="{34C00BC6-3488-47C7-8BAB-D0D260FFF764}" type="pres">
      <dgm:prSet presAssocID="{3E60DBCF-6A56-4C1D-8401-F89069F9287E}" presName="FourNodes_3" presStyleLbl="node1" presStyleIdx="2" presStyleCnt="4">
        <dgm:presLayoutVars>
          <dgm:bulletEnabled val="1"/>
        </dgm:presLayoutVars>
      </dgm:prSet>
      <dgm:spPr/>
    </dgm:pt>
    <dgm:pt modelId="{678BDDAB-9C69-4513-9556-FFF78F379C6C}" type="pres">
      <dgm:prSet presAssocID="{3E60DBCF-6A56-4C1D-8401-F89069F9287E}" presName="FourNodes_4" presStyleLbl="node1" presStyleIdx="3" presStyleCnt="4">
        <dgm:presLayoutVars>
          <dgm:bulletEnabled val="1"/>
        </dgm:presLayoutVars>
      </dgm:prSet>
      <dgm:spPr/>
    </dgm:pt>
    <dgm:pt modelId="{A7C37CD6-9CC5-41ED-A125-E5A23A70BD71}" type="pres">
      <dgm:prSet presAssocID="{3E60DBCF-6A56-4C1D-8401-F89069F9287E}" presName="FourConn_1-2" presStyleLbl="fgAccFollowNode1" presStyleIdx="0" presStyleCnt="3">
        <dgm:presLayoutVars>
          <dgm:bulletEnabled val="1"/>
        </dgm:presLayoutVars>
      </dgm:prSet>
      <dgm:spPr/>
    </dgm:pt>
    <dgm:pt modelId="{00262995-D5DF-447D-B685-19CE4A47E5A7}" type="pres">
      <dgm:prSet presAssocID="{3E60DBCF-6A56-4C1D-8401-F89069F9287E}" presName="FourConn_2-3" presStyleLbl="fgAccFollowNode1" presStyleIdx="1" presStyleCnt="3">
        <dgm:presLayoutVars>
          <dgm:bulletEnabled val="1"/>
        </dgm:presLayoutVars>
      </dgm:prSet>
      <dgm:spPr/>
    </dgm:pt>
    <dgm:pt modelId="{AC345E17-EFF9-4DFF-93DC-22B05A74082B}" type="pres">
      <dgm:prSet presAssocID="{3E60DBCF-6A56-4C1D-8401-F89069F9287E}" presName="FourConn_3-4" presStyleLbl="fgAccFollowNode1" presStyleIdx="2" presStyleCnt="3">
        <dgm:presLayoutVars>
          <dgm:bulletEnabled val="1"/>
        </dgm:presLayoutVars>
      </dgm:prSet>
      <dgm:spPr/>
    </dgm:pt>
    <dgm:pt modelId="{5AABC52D-86FD-4B26-908D-E943A8C7EC03}" type="pres">
      <dgm:prSet presAssocID="{3E60DBCF-6A56-4C1D-8401-F89069F9287E}" presName="FourNodes_1_text" presStyleLbl="node1" presStyleIdx="3" presStyleCnt="4">
        <dgm:presLayoutVars>
          <dgm:bulletEnabled val="1"/>
        </dgm:presLayoutVars>
      </dgm:prSet>
      <dgm:spPr/>
    </dgm:pt>
    <dgm:pt modelId="{E3AE508E-6F80-4862-842F-C5AA80A63694}" type="pres">
      <dgm:prSet presAssocID="{3E60DBCF-6A56-4C1D-8401-F89069F9287E}" presName="FourNodes_2_text" presStyleLbl="node1" presStyleIdx="3" presStyleCnt="4">
        <dgm:presLayoutVars>
          <dgm:bulletEnabled val="1"/>
        </dgm:presLayoutVars>
      </dgm:prSet>
      <dgm:spPr/>
    </dgm:pt>
    <dgm:pt modelId="{40544002-720C-4A23-BED9-0C83AC167969}" type="pres">
      <dgm:prSet presAssocID="{3E60DBCF-6A56-4C1D-8401-F89069F9287E}" presName="FourNodes_3_text" presStyleLbl="node1" presStyleIdx="3" presStyleCnt="4">
        <dgm:presLayoutVars>
          <dgm:bulletEnabled val="1"/>
        </dgm:presLayoutVars>
      </dgm:prSet>
      <dgm:spPr/>
    </dgm:pt>
    <dgm:pt modelId="{67F4ABDA-3C5B-4991-B313-1231554B2A3E}" type="pres">
      <dgm:prSet presAssocID="{3E60DBCF-6A56-4C1D-8401-F89069F9287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F9A4204-896A-4D48-906E-F3D7932A2CA2}" type="presOf" srcId="{D4D1F406-6292-4EAF-ACC4-092C5941E441}" destId="{5AABC52D-86FD-4B26-908D-E943A8C7EC03}" srcOrd="1" destOrd="0" presId="urn:microsoft.com/office/officeart/2005/8/layout/vProcess5"/>
    <dgm:cxn modelId="{5C6CEE08-888A-474C-A62F-17F399379AEA}" srcId="{3E60DBCF-6A56-4C1D-8401-F89069F9287E}" destId="{C406DCA7-00CD-49DF-8F16-CA853370891B}" srcOrd="3" destOrd="0" parTransId="{0ABD7FF1-3E10-4E90-B9AC-383B75B0BCBB}" sibTransId="{2F465861-464F-44B3-894B-AFFB604EAAB6}"/>
    <dgm:cxn modelId="{B7C83F0A-CE91-44A2-943B-A6106EA6F531}" type="presOf" srcId="{3E60DBCF-6A56-4C1D-8401-F89069F9287E}" destId="{58B85C2A-182B-4D69-A52D-A3785F011767}" srcOrd="0" destOrd="0" presId="urn:microsoft.com/office/officeart/2005/8/layout/vProcess5"/>
    <dgm:cxn modelId="{DE01710B-AB53-43C8-A3B9-AA9656FFE6BF}" type="presOf" srcId="{9F376DD5-427F-46DE-8322-96931FA5D35D}" destId="{34C00BC6-3488-47C7-8BAB-D0D260FFF764}" srcOrd="0" destOrd="0" presId="urn:microsoft.com/office/officeart/2005/8/layout/vProcess5"/>
    <dgm:cxn modelId="{390E1315-9D42-464C-8117-5D45F5FD7475}" srcId="{3E60DBCF-6A56-4C1D-8401-F89069F9287E}" destId="{9F376DD5-427F-46DE-8322-96931FA5D35D}" srcOrd="2" destOrd="0" parTransId="{2DAD2534-22FF-4957-9459-0A53A709405F}" sibTransId="{22882AD8-0D64-4E7B-AA5D-E9EE82CAD85C}"/>
    <dgm:cxn modelId="{E8D3152B-10F1-4482-BDEA-E3D6D781E255}" srcId="{3E60DBCF-6A56-4C1D-8401-F89069F9287E}" destId="{D4D1F406-6292-4EAF-ACC4-092C5941E441}" srcOrd="0" destOrd="0" parTransId="{12F857E0-D4E4-4BCA-8B34-00759726A838}" sibTransId="{EF7A093B-A6CC-475E-A45F-F1CADB572DD3}"/>
    <dgm:cxn modelId="{985E9A3B-C269-4FD7-B18D-396B1D74F584}" type="presOf" srcId="{9F376DD5-427F-46DE-8322-96931FA5D35D}" destId="{40544002-720C-4A23-BED9-0C83AC167969}" srcOrd="1" destOrd="0" presId="urn:microsoft.com/office/officeart/2005/8/layout/vProcess5"/>
    <dgm:cxn modelId="{B511FF61-B796-48BE-8373-04D93B1980B4}" srcId="{3E60DBCF-6A56-4C1D-8401-F89069F9287E}" destId="{065E4EC6-1574-4909-A6D2-7D6AFAB8F155}" srcOrd="1" destOrd="0" parTransId="{E99B3D23-CED7-417F-8DC6-6E72E0F30AC0}" sibTransId="{F44EF64F-F614-499F-BEED-9ABA61CCF15C}"/>
    <dgm:cxn modelId="{285CD168-41F8-4569-9B92-300C3B2E1466}" type="presOf" srcId="{F44EF64F-F614-499F-BEED-9ABA61CCF15C}" destId="{00262995-D5DF-447D-B685-19CE4A47E5A7}" srcOrd="0" destOrd="0" presId="urn:microsoft.com/office/officeart/2005/8/layout/vProcess5"/>
    <dgm:cxn modelId="{CC64AA6A-7E44-43FA-82E1-578B8E1C3855}" type="presOf" srcId="{065E4EC6-1574-4909-A6D2-7D6AFAB8F155}" destId="{E3AE508E-6F80-4862-842F-C5AA80A63694}" srcOrd="1" destOrd="0" presId="urn:microsoft.com/office/officeart/2005/8/layout/vProcess5"/>
    <dgm:cxn modelId="{D1EA10BB-88EC-4F70-B95F-06D9ACE192D6}" type="presOf" srcId="{D4D1F406-6292-4EAF-ACC4-092C5941E441}" destId="{0CBD59F9-C52B-4991-B8D7-85B258628110}" srcOrd="0" destOrd="0" presId="urn:microsoft.com/office/officeart/2005/8/layout/vProcess5"/>
    <dgm:cxn modelId="{D62479C7-E72C-46B8-82E8-4EFE50A72E06}" type="presOf" srcId="{C406DCA7-00CD-49DF-8F16-CA853370891B}" destId="{67F4ABDA-3C5B-4991-B313-1231554B2A3E}" srcOrd="1" destOrd="0" presId="urn:microsoft.com/office/officeart/2005/8/layout/vProcess5"/>
    <dgm:cxn modelId="{5EFCD8E9-5CEC-45DF-9FD1-DCAC07747BCB}" type="presOf" srcId="{C406DCA7-00CD-49DF-8F16-CA853370891B}" destId="{678BDDAB-9C69-4513-9556-FFF78F379C6C}" srcOrd="0" destOrd="0" presId="urn:microsoft.com/office/officeart/2005/8/layout/vProcess5"/>
    <dgm:cxn modelId="{E43030F2-B8F2-48DC-B2BF-70BA4C785BA5}" type="presOf" srcId="{22882AD8-0D64-4E7B-AA5D-E9EE82CAD85C}" destId="{AC345E17-EFF9-4DFF-93DC-22B05A74082B}" srcOrd="0" destOrd="0" presId="urn:microsoft.com/office/officeart/2005/8/layout/vProcess5"/>
    <dgm:cxn modelId="{9AB8A4F9-55E2-4DBA-AA63-4945F080FE6F}" type="presOf" srcId="{EF7A093B-A6CC-475E-A45F-F1CADB572DD3}" destId="{A7C37CD6-9CC5-41ED-A125-E5A23A70BD71}" srcOrd="0" destOrd="0" presId="urn:microsoft.com/office/officeart/2005/8/layout/vProcess5"/>
    <dgm:cxn modelId="{E20D13FE-B35B-4EC1-A8F7-B2EFBB42040C}" type="presOf" srcId="{065E4EC6-1574-4909-A6D2-7D6AFAB8F155}" destId="{42F3DB98-801B-4EC5-8BAA-FB6ECC2F7969}" srcOrd="0" destOrd="0" presId="urn:microsoft.com/office/officeart/2005/8/layout/vProcess5"/>
    <dgm:cxn modelId="{142B2D7A-C17E-4E9A-ABAD-7A7F3E2635C1}" type="presParOf" srcId="{58B85C2A-182B-4D69-A52D-A3785F011767}" destId="{015B8973-4A5B-4B21-8137-37C9C0A5D19D}" srcOrd="0" destOrd="0" presId="urn:microsoft.com/office/officeart/2005/8/layout/vProcess5"/>
    <dgm:cxn modelId="{725BFC94-FF86-4248-9CDE-4BF79FB9D5DA}" type="presParOf" srcId="{58B85C2A-182B-4D69-A52D-A3785F011767}" destId="{0CBD59F9-C52B-4991-B8D7-85B258628110}" srcOrd="1" destOrd="0" presId="urn:microsoft.com/office/officeart/2005/8/layout/vProcess5"/>
    <dgm:cxn modelId="{63F95F91-675B-4813-AABD-EB48D3AF5DAB}" type="presParOf" srcId="{58B85C2A-182B-4D69-A52D-A3785F011767}" destId="{42F3DB98-801B-4EC5-8BAA-FB6ECC2F7969}" srcOrd="2" destOrd="0" presId="urn:microsoft.com/office/officeart/2005/8/layout/vProcess5"/>
    <dgm:cxn modelId="{E8FDE49A-329A-4F2D-B123-552A5464E20D}" type="presParOf" srcId="{58B85C2A-182B-4D69-A52D-A3785F011767}" destId="{34C00BC6-3488-47C7-8BAB-D0D260FFF764}" srcOrd="3" destOrd="0" presId="urn:microsoft.com/office/officeart/2005/8/layout/vProcess5"/>
    <dgm:cxn modelId="{8C609977-AE8C-47F5-B9D2-A3261C170664}" type="presParOf" srcId="{58B85C2A-182B-4D69-A52D-A3785F011767}" destId="{678BDDAB-9C69-4513-9556-FFF78F379C6C}" srcOrd="4" destOrd="0" presId="urn:microsoft.com/office/officeart/2005/8/layout/vProcess5"/>
    <dgm:cxn modelId="{FB75E1A6-0643-4453-B348-7684D5328E29}" type="presParOf" srcId="{58B85C2A-182B-4D69-A52D-A3785F011767}" destId="{A7C37CD6-9CC5-41ED-A125-E5A23A70BD71}" srcOrd="5" destOrd="0" presId="urn:microsoft.com/office/officeart/2005/8/layout/vProcess5"/>
    <dgm:cxn modelId="{DF47E6AD-A181-4B85-B4EF-2CC095A8B5B4}" type="presParOf" srcId="{58B85C2A-182B-4D69-A52D-A3785F011767}" destId="{00262995-D5DF-447D-B685-19CE4A47E5A7}" srcOrd="6" destOrd="0" presId="urn:microsoft.com/office/officeart/2005/8/layout/vProcess5"/>
    <dgm:cxn modelId="{41F4DF02-04A8-4765-A0AE-6B6C8C299B61}" type="presParOf" srcId="{58B85C2A-182B-4D69-A52D-A3785F011767}" destId="{AC345E17-EFF9-4DFF-93DC-22B05A74082B}" srcOrd="7" destOrd="0" presId="urn:microsoft.com/office/officeart/2005/8/layout/vProcess5"/>
    <dgm:cxn modelId="{2EC9DF93-BDED-406C-827A-695FA5EC0F30}" type="presParOf" srcId="{58B85C2A-182B-4D69-A52D-A3785F011767}" destId="{5AABC52D-86FD-4B26-908D-E943A8C7EC03}" srcOrd="8" destOrd="0" presId="urn:microsoft.com/office/officeart/2005/8/layout/vProcess5"/>
    <dgm:cxn modelId="{80EF6B1F-AEDB-4752-9B1F-659A4350895C}" type="presParOf" srcId="{58B85C2A-182B-4D69-A52D-A3785F011767}" destId="{E3AE508E-6F80-4862-842F-C5AA80A63694}" srcOrd="9" destOrd="0" presId="urn:microsoft.com/office/officeart/2005/8/layout/vProcess5"/>
    <dgm:cxn modelId="{A0917248-51DE-4F17-B29B-1762AD4DAC3F}" type="presParOf" srcId="{58B85C2A-182B-4D69-A52D-A3785F011767}" destId="{40544002-720C-4A23-BED9-0C83AC167969}" srcOrd="10" destOrd="0" presId="urn:microsoft.com/office/officeart/2005/8/layout/vProcess5"/>
    <dgm:cxn modelId="{551ADDE7-BCFD-4141-9AB9-D4B6CBE5E8F3}" type="presParOf" srcId="{58B85C2A-182B-4D69-A52D-A3785F011767}" destId="{67F4ABDA-3C5B-4991-B313-1231554B2A3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7EF2E8-0F31-49B6-90C6-4E6A9A358EF8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4B3781-CBF0-4B94-8722-FB37C514BD30}">
      <dgm:prSet custT="1"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Insert Book → Add a new book with ID, title, author, and ISBN.</a:t>
          </a:r>
        </a:p>
      </dgm:t>
    </dgm:pt>
    <dgm:pt modelId="{BAE743CA-3F28-4371-8F80-7249C002B3B3}" type="parTrans" cxnId="{B7195E89-F169-4A97-88D3-2378CC516E46}">
      <dgm:prSet/>
      <dgm:spPr/>
      <dgm:t>
        <a:bodyPr/>
        <a:lstStyle/>
        <a:p>
          <a:endParaRPr lang="en-US"/>
        </a:p>
      </dgm:t>
    </dgm:pt>
    <dgm:pt modelId="{A299CFE4-75F9-478D-8CE5-70384637FFE5}" type="sibTrans" cxnId="{B7195E89-F169-4A97-88D3-2378CC516E46}">
      <dgm:prSet phldrT="1" phldr="0"/>
      <dgm:spPr>
        <a:solidFill>
          <a:schemeClr val="accent1"/>
        </a:solidFill>
      </dgm:spPr>
      <dgm:t>
        <a:bodyPr/>
        <a:lstStyle/>
        <a:p>
          <a:r>
            <a:rPr lang="en-US"/>
            <a:t>1</a:t>
          </a:r>
          <a:endParaRPr lang="en-US" dirty="0"/>
        </a:p>
      </dgm:t>
    </dgm:pt>
    <dgm:pt modelId="{84FE8A9A-AD87-4639-B31F-46A91B47D7C8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Discard Book → Remove a book from the catalog (only if not borrowed).</a:t>
          </a:r>
        </a:p>
      </dgm:t>
    </dgm:pt>
    <dgm:pt modelId="{F8BEA5A0-39E3-4774-892B-ADB88798353E}" type="parTrans" cxnId="{40E0AF12-754D-4F51-B104-E2759CB425CF}">
      <dgm:prSet/>
      <dgm:spPr/>
      <dgm:t>
        <a:bodyPr/>
        <a:lstStyle/>
        <a:p>
          <a:endParaRPr lang="en-US"/>
        </a:p>
      </dgm:t>
    </dgm:pt>
    <dgm:pt modelId="{ECA6EC7C-C37D-4D35-9616-01D5CB7080AF}" type="sibTrans" cxnId="{40E0AF12-754D-4F51-B104-E2759CB425C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FCC998F-059C-481D-A051-3C038BA5425A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Enroll Member → Register a new student or faculty member.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089306-8D95-4148-9702-F8A1232E2F0C}" type="parTrans" cxnId="{7F9DC540-0B13-4709-929D-15A6FDA5AEA8}">
      <dgm:prSet/>
      <dgm:spPr/>
      <dgm:t>
        <a:bodyPr/>
        <a:lstStyle/>
        <a:p>
          <a:endParaRPr lang="en-US"/>
        </a:p>
      </dgm:t>
    </dgm:pt>
    <dgm:pt modelId="{FB5EFC4E-A3D8-42F7-937B-2A61E23AA92A}" type="sibTrans" cxnId="{7F9DC540-0B13-4709-929D-15A6FDA5AEA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55B6AC8-A8D1-4CE2-BD20-843D4B510126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Borrow Book → Issue a book to a member and set the due date.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0A7669-A8DC-4525-AF07-E6F9C257AE80}" type="parTrans" cxnId="{A7F8E09B-3866-40C2-A172-36884E146D2D}">
      <dgm:prSet/>
      <dgm:spPr/>
      <dgm:t>
        <a:bodyPr/>
        <a:lstStyle/>
        <a:p>
          <a:endParaRPr lang="en-US"/>
        </a:p>
      </dgm:t>
    </dgm:pt>
    <dgm:pt modelId="{E3EF20FB-BDEA-4ACF-929E-1251EA500E06}" type="sibTrans" cxnId="{A7F8E09B-3866-40C2-A172-36884E146D2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9A9821C-0227-4574-AABB-5BA0AF3E9C33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Return Book → Return a borrowed book and calculate fine if overdue.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63E7BF-3202-4655-9E32-BF27E358FD92}" type="parTrans" cxnId="{D75F25AD-FE59-462E-ACA2-50027328D010}">
      <dgm:prSet/>
      <dgm:spPr/>
      <dgm:t>
        <a:bodyPr/>
        <a:lstStyle/>
        <a:p>
          <a:endParaRPr lang="en-US"/>
        </a:p>
      </dgm:t>
    </dgm:pt>
    <dgm:pt modelId="{22A42104-AF73-4BDB-BC1B-09E49A99C500}" type="sibTrans" cxnId="{D75F25AD-FE59-462E-ACA2-50027328D01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3BC17840-034E-4521-B5AF-AE6B283E1497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View All Books → Display the list of all books with availability status.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A1617D-E47F-415A-8369-C24585AA3B67}" type="parTrans" cxnId="{40EA1665-5E0E-4BEB-8A13-4A10D3C51948}">
      <dgm:prSet/>
      <dgm:spPr/>
      <dgm:t>
        <a:bodyPr/>
        <a:lstStyle/>
        <a:p>
          <a:endParaRPr lang="en-US"/>
        </a:p>
      </dgm:t>
    </dgm:pt>
    <dgm:pt modelId="{1370375A-4F82-472A-B913-022A5B43B3A2}" type="sibTrans" cxnId="{40EA1665-5E0E-4BEB-8A13-4A10D3C51948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3D955AC3-2101-4BF4-A716-DE30329CA6AF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View All Members → Display all registered members with their borrowed books.</a:t>
          </a:r>
        </a:p>
      </dgm:t>
    </dgm:pt>
    <dgm:pt modelId="{08C86630-E0D5-4D48-94C9-1D6630BE2F57}" type="parTrans" cxnId="{E41A88F6-72BD-45ED-A097-1F7ACFDDA5B2}">
      <dgm:prSet/>
      <dgm:spPr/>
      <dgm:t>
        <a:bodyPr/>
        <a:lstStyle/>
        <a:p>
          <a:endParaRPr lang="en-US"/>
        </a:p>
      </dgm:t>
    </dgm:pt>
    <dgm:pt modelId="{4C1747CA-CAF8-46CE-901D-8F8BE5FC6451}" type="sibTrans" cxnId="{E41A88F6-72BD-45ED-A097-1F7ACFDDA5B2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F3BCBF75-B44F-4F97-A03D-E76357A65B79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Exit → Close the application.</a:t>
          </a:r>
        </a:p>
      </dgm:t>
    </dgm:pt>
    <dgm:pt modelId="{15B1BC6B-8EFC-47B8-8AC1-DD5C22A98122}" type="parTrans" cxnId="{9F76B3B3-D9A7-4E6A-A04F-6264562484B0}">
      <dgm:prSet/>
      <dgm:spPr/>
      <dgm:t>
        <a:bodyPr/>
        <a:lstStyle/>
        <a:p>
          <a:endParaRPr lang="en-US"/>
        </a:p>
      </dgm:t>
    </dgm:pt>
    <dgm:pt modelId="{777E14C0-7AE3-4618-8B8E-5E33B2A997E5}" type="sibTrans" cxnId="{9F76B3B3-D9A7-4E6A-A04F-6264562484B0}">
      <dgm:prSet phldrT="8" phldr="0"/>
      <dgm:spPr/>
      <dgm:t>
        <a:bodyPr/>
        <a:lstStyle/>
        <a:p>
          <a:r>
            <a:rPr lang="en-US"/>
            <a:t>8</a:t>
          </a:r>
        </a:p>
      </dgm:t>
    </dgm:pt>
    <dgm:pt modelId="{1B10BFD4-788F-4B50-AF1B-0CD8A9044E14}" type="pres">
      <dgm:prSet presAssocID="{977EF2E8-0F31-49B6-90C6-4E6A9A358EF8}" presName="linearFlow" presStyleCnt="0">
        <dgm:presLayoutVars>
          <dgm:dir/>
          <dgm:animLvl val="lvl"/>
          <dgm:resizeHandles val="exact"/>
        </dgm:presLayoutVars>
      </dgm:prSet>
      <dgm:spPr/>
    </dgm:pt>
    <dgm:pt modelId="{498A6083-6549-491C-A578-46E57CC5C719}" type="pres">
      <dgm:prSet presAssocID="{E34B3781-CBF0-4B94-8722-FB37C514BD30}" presName="compositeNode" presStyleCnt="0"/>
      <dgm:spPr/>
    </dgm:pt>
    <dgm:pt modelId="{924F941A-3E73-44C8-9EC3-BE8365C31AD9}" type="pres">
      <dgm:prSet presAssocID="{E34B3781-CBF0-4B94-8722-FB37C514BD3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7078DB6-8444-4C30-9C62-EF4294C719A7}" type="pres">
      <dgm:prSet presAssocID="{E34B3781-CBF0-4B94-8722-FB37C514BD30}" presName="parSh" presStyleCnt="0"/>
      <dgm:spPr/>
    </dgm:pt>
    <dgm:pt modelId="{1A8CA17E-F2E7-40C4-A34C-E6F218D338F4}" type="pres">
      <dgm:prSet presAssocID="{E34B3781-CBF0-4B94-8722-FB37C514BD30}" presName="lineNode" presStyleLbl="alignAccFollowNode1" presStyleIdx="0" presStyleCnt="24"/>
      <dgm:spPr/>
    </dgm:pt>
    <dgm:pt modelId="{8846C38A-78A9-4EB0-83CF-2F3D42704A64}" type="pres">
      <dgm:prSet presAssocID="{E34B3781-CBF0-4B94-8722-FB37C514BD30}" presName="lineArrowNode" presStyleLbl="alignAccFollowNode1" presStyleIdx="1" presStyleCnt="24"/>
      <dgm:spPr/>
    </dgm:pt>
    <dgm:pt modelId="{9E7BD1A2-8DE5-4B18-8C31-400C2A7B9E46}" type="pres">
      <dgm:prSet presAssocID="{A299CFE4-75F9-478D-8CE5-70384637FFE5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530B71CA-2F0E-4C8B-B683-AE3C1F283703}" type="pres">
      <dgm:prSet presAssocID="{A299CFE4-75F9-478D-8CE5-70384637FFE5}" presName="spacerBetweenCircleAndCallout" presStyleCnt="0">
        <dgm:presLayoutVars/>
      </dgm:prSet>
      <dgm:spPr/>
    </dgm:pt>
    <dgm:pt modelId="{A6F714B6-223C-47F8-A860-B6D6D5FF701A}" type="pres">
      <dgm:prSet presAssocID="{E34B3781-CBF0-4B94-8722-FB37C514BD30}" presName="nodeText" presStyleLbl="alignAccFollowNode1" presStyleIdx="2" presStyleCnt="24">
        <dgm:presLayoutVars>
          <dgm:bulletEnabled val="1"/>
        </dgm:presLayoutVars>
      </dgm:prSet>
      <dgm:spPr/>
    </dgm:pt>
    <dgm:pt modelId="{4B4B35EF-88D6-49C0-9AA3-AF2536400F8D}" type="pres">
      <dgm:prSet presAssocID="{A299CFE4-75F9-478D-8CE5-70384637FFE5}" presName="sibTransComposite" presStyleCnt="0"/>
      <dgm:spPr/>
    </dgm:pt>
    <dgm:pt modelId="{A7F32712-6A50-470E-9315-B24AEAC93B20}" type="pres">
      <dgm:prSet presAssocID="{84FE8A9A-AD87-4639-B31F-46A91B47D7C8}" presName="compositeNode" presStyleCnt="0"/>
      <dgm:spPr/>
    </dgm:pt>
    <dgm:pt modelId="{11EB750A-9600-445F-B0A8-E75C7B4328FA}" type="pres">
      <dgm:prSet presAssocID="{84FE8A9A-AD87-4639-B31F-46A91B47D7C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F4F7476-6874-4FF6-88AF-69855DAA2736}" type="pres">
      <dgm:prSet presAssocID="{84FE8A9A-AD87-4639-B31F-46A91B47D7C8}" presName="parSh" presStyleCnt="0"/>
      <dgm:spPr/>
    </dgm:pt>
    <dgm:pt modelId="{DC85FA43-90EB-4F68-863E-6076867A8D23}" type="pres">
      <dgm:prSet presAssocID="{84FE8A9A-AD87-4639-B31F-46A91B47D7C8}" presName="lineNode" presStyleLbl="alignAccFollowNode1" presStyleIdx="3" presStyleCnt="24"/>
      <dgm:spPr/>
    </dgm:pt>
    <dgm:pt modelId="{1CD3C3FB-1452-4BBB-8A04-DC3D24D8CBE2}" type="pres">
      <dgm:prSet presAssocID="{84FE8A9A-AD87-4639-B31F-46A91B47D7C8}" presName="lineArrowNode" presStyleLbl="alignAccFollowNode1" presStyleIdx="4" presStyleCnt="24"/>
      <dgm:spPr/>
    </dgm:pt>
    <dgm:pt modelId="{E7F6151D-4AF0-4DFD-82E8-44E1310B2A39}" type="pres">
      <dgm:prSet presAssocID="{ECA6EC7C-C37D-4D35-9616-01D5CB7080AF}" presName="sibTransNodeCircle" presStyleLbl="alignNode1" presStyleIdx="1" presStyleCnt="8">
        <dgm:presLayoutVars>
          <dgm:chMax val="0"/>
          <dgm:bulletEnabled/>
        </dgm:presLayoutVars>
      </dgm:prSet>
      <dgm:spPr/>
    </dgm:pt>
    <dgm:pt modelId="{A2A4895E-3D0D-44C4-9E57-BFE78AFCD092}" type="pres">
      <dgm:prSet presAssocID="{ECA6EC7C-C37D-4D35-9616-01D5CB7080AF}" presName="spacerBetweenCircleAndCallout" presStyleCnt="0">
        <dgm:presLayoutVars/>
      </dgm:prSet>
      <dgm:spPr/>
    </dgm:pt>
    <dgm:pt modelId="{0E26C745-8B31-4447-A0F4-CB0423F93DBA}" type="pres">
      <dgm:prSet presAssocID="{84FE8A9A-AD87-4639-B31F-46A91B47D7C8}" presName="nodeText" presStyleLbl="alignAccFollowNode1" presStyleIdx="5" presStyleCnt="24" custLinFactNeighborX="-1252" custLinFactNeighborY="-982">
        <dgm:presLayoutVars>
          <dgm:bulletEnabled val="1"/>
        </dgm:presLayoutVars>
      </dgm:prSet>
      <dgm:spPr/>
    </dgm:pt>
    <dgm:pt modelId="{14D60F55-5064-46F0-A5D5-481D3D335169}" type="pres">
      <dgm:prSet presAssocID="{ECA6EC7C-C37D-4D35-9616-01D5CB7080AF}" presName="sibTransComposite" presStyleCnt="0"/>
      <dgm:spPr/>
    </dgm:pt>
    <dgm:pt modelId="{044C1B33-3C84-48C9-95E5-A6CF868AEE02}" type="pres">
      <dgm:prSet presAssocID="{CFCC998F-059C-481D-A051-3C038BA5425A}" presName="compositeNode" presStyleCnt="0"/>
      <dgm:spPr/>
    </dgm:pt>
    <dgm:pt modelId="{EF823873-268C-4BE9-91BC-9985ECCFC755}" type="pres">
      <dgm:prSet presAssocID="{CFCC998F-059C-481D-A051-3C038BA5425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A9E6952-274D-4DF1-8DBB-90C2285F09C0}" type="pres">
      <dgm:prSet presAssocID="{CFCC998F-059C-481D-A051-3C038BA5425A}" presName="parSh" presStyleCnt="0"/>
      <dgm:spPr/>
    </dgm:pt>
    <dgm:pt modelId="{9F82C150-DB79-4ABD-A18E-22484312E7D0}" type="pres">
      <dgm:prSet presAssocID="{CFCC998F-059C-481D-A051-3C038BA5425A}" presName="lineNode" presStyleLbl="alignAccFollowNode1" presStyleIdx="6" presStyleCnt="24"/>
      <dgm:spPr/>
    </dgm:pt>
    <dgm:pt modelId="{18589A6C-D0B9-4EAE-A4C2-6F24916A2A89}" type="pres">
      <dgm:prSet presAssocID="{CFCC998F-059C-481D-A051-3C038BA5425A}" presName="lineArrowNode" presStyleLbl="alignAccFollowNode1" presStyleIdx="7" presStyleCnt="24"/>
      <dgm:spPr/>
    </dgm:pt>
    <dgm:pt modelId="{EBB2BC89-7E59-404A-9CD6-6002DAE6E511}" type="pres">
      <dgm:prSet presAssocID="{FB5EFC4E-A3D8-42F7-937B-2A61E23AA92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40F38572-EAAF-47BB-BEE4-A0A41C4F0F86}" type="pres">
      <dgm:prSet presAssocID="{FB5EFC4E-A3D8-42F7-937B-2A61E23AA92A}" presName="spacerBetweenCircleAndCallout" presStyleCnt="0">
        <dgm:presLayoutVars/>
      </dgm:prSet>
      <dgm:spPr/>
    </dgm:pt>
    <dgm:pt modelId="{7B2F3CAD-0D9B-4C1C-B08D-F4763C965DCF}" type="pres">
      <dgm:prSet presAssocID="{CFCC998F-059C-481D-A051-3C038BA5425A}" presName="nodeText" presStyleLbl="alignAccFollowNode1" presStyleIdx="8" presStyleCnt="24" custScaleY="100000">
        <dgm:presLayoutVars>
          <dgm:bulletEnabled val="1"/>
        </dgm:presLayoutVars>
      </dgm:prSet>
      <dgm:spPr/>
    </dgm:pt>
    <dgm:pt modelId="{87FCF32A-CB83-4AA1-85DE-1807434F1FF7}" type="pres">
      <dgm:prSet presAssocID="{FB5EFC4E-A3D8-42F7-937B-2A61E23AA92A}" presName="sibTransComposite" presStyleCnt="0"/>
      <dgm:spPr/>
    </dgm:pt>
    <dgm:pt modelId="{8C5E83D8-3CB3-4852-B6F3-CC675CA4B19B}" type="pres">
      <dgm:prSet presAssocID="{855B6AC8-A8D1-4CE2-BD20-843D4B510126}" presName="compositeNode" presStyleCnt="0"/>
      <dgm:spPr/>
    </dgm:pt>
    <dgm:pt modelId="{1D5E0F01-A24B-437F-BC41-A8D666074D1A}" type="pres">
      <dgm:prSet presAssocID="{855B6AC8-A8D1-4CE2-BD20-843D4B51012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DBE2260-4449-4DDE-BE39-B754926A6B04}" type="pres">
      <dgm:prSet presAssocID="{855B6AC8-A8D1-4CE2-BD20-843D4B510126}" presName="parSh" presStyleCnt="0"/>
      <dgm:spPr/>
    </dgm:pt>
    <dgm:pt modelId="{F313ED8E-B2B3-4D82-9DF3-A66086FB5E6E}" type="pres">
      <dgm:prSet presAssocID="{855B6AC8-A8D1-4CE2-BD20-843D4B510126}" presName="lineNode" presStyleLbl="alignAccFollowNode1" presStyleIdx="9" presStyleCnt="24"/>
      <dgm:spPr/>
    </dgm:pt>
    <dgm:pt modelId="{B56392CD-57C9-43E0-93F2-9E00659AC781}" type="pres">
      <dgm:prSet presAssocID="{855B6AC8-A8D1-4CE2-BD20-843D4B510126}" presName="lineArrowNode" presStyleLbl="alignAccFollowNode1" presStyleIdx="10" presStyleCnt="24"/>
      <dgm:spPr/>
    </dgm:pt>
    <dgm:pt modelId="{BB56BDF9-0126-465C-AD52-410379C9B38E}" type="pres">
      <dgm:prSet presAssocID="{E3EF20FB-BDEA-4ACF-929E-1251EA500E06}" presName="sibTransNodeCircle" presStyleLbl="alignNode1" presStyleIdx="3" presStyleCnt="8">
        <dgm:presLayoutVars>
          <dgm:chMax val="0"/>
          <dgm:bulletEnabled/>
        </dgm:presLayoutVars>
      </dgm:prSet>
      <dgm:spPr/>
    </dgm:pt>
    <dgm:pt modelId="{7C5DF891-CD70-4CC6-9EEE-17C7DDB093BC}" type="pres">
      <dgm:prSet presAssocID="{E3EF20FB-BDEA-4ACF-929E-1251EA500E06}" presName="spacerBetweenCircleAndCallout" presStyleCnt="0">
        <dgm:presLayoutVars/>
      </dgm:prSet>
      <dgm:spPr/>
    </dgm:pt>
    <dgm:pt modelId="{D9AC04EA-F800-44B9-8A54-10A9013F308D}" type="pres">
      <dgm:prSet presAssocID="{855B6AC8-A8D1-4CE2-BD20-843D4B510126}" presName="nodeText" presStyleLbl="alignAccFollowNode1" presStyleIdx="11" presStyleCnt="24" custScaleY="100000" custLinFactNeighborX="2017" custLinFactNeighborY="2215">
        <dgm:presLayoutVars>
          <dgm:bulletEnabled val="1"/>
        </dgm:presLayoutVars>
      </dgm:prSet>
      <dgm:spPr/>
    </dgm:pt>
    <dgm:pt modelId="{C948F57D-53B2-4206-9636-28D896774455}" type="pres">
      <dgm:prSet presAssocID="{E3EF20FB-BDEA-4ACF-929E-1251EA500E06}" presName="sibTransComposite" presStyleCnt="0"/>
      <dgm:spPr/>
    </dgm:pt>
    <dgm:pt modelId="{4FA79895-9D14-44EF-B84B-CAE085BBB9D5}" type="pres">
      <dgm:prSet presAssocID="{E9A9821C-0227-4574-AABB-5BA0AF3E9C33}" presName="compositeNode" presStyleCnt="0"/>
      <dgm:spPr/>
    </dgm:pt>
    <dgm:pt modelId="{D1F56989-9CE3-47CE-B753-B1EE8FF31943}" type="pres">
      <dgm:prSet presAssocID="{E9A9821C-0227-4574-AABB-5BA0AF3E9C3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9BB9FA8-2487-4A18-B3AF-C0AF18101146}" type="pres">
      <dgm:prSet presAssocID="{E9A9821C-0227-4574-AABB-5BA0AF3E9C33}" presName="parSh" presStyleCnt="0"/>
      <dgm:spPr/>
    </dgm:pt>
    <dgm:pt modelId="{80BD528A-7DBF-4C8F-910B-B347CB261626}" type="pres">
      <dgm:prSet presAssocID="{E9A9821C-0227-4574-AABB-5BA0AF3E9C33}" presName="lineNode" presStyleLbl="alignAccFollowNode1" presStyleIdx="12" presStyleCnt="24"/>
      <dgm:spPr/>
    </dgm:pt>
    <dgm:pt modelId="{37D4B378-D135-4F71-B012-39382E4D247E}" type="pres">
      <dgm:prSet presAssocID="{E9A9821C-0227-4574-AABB-5BA0AF3E9C33}" presName="lineArrowNode" presStyleLbl="alignAccFollowNode1" presStyleIdx="13" presStyleCnt="24"/>
      <dgm:spPr/>
    </dgm:pt>
    <dgm:pt modelId="{CD05A386-AEF4-42BD-8A16-2E04A2ED8C32}" type="pres">
      <dgm:prSet presAssocID="{22A42104-AF73-4BDB-BC1B-09E49A99C50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BD91037-C39E-4DF5-ABDF-67E580C5B463}" type="pres">
      <dgm:prSet presAssocID="{22A42104-AF73-4BDB-BC1B-09E49A99C500}" presName="spacerBetweenCircleAndCallout" presStyleCnt="0">
        <dgm:presLayoutVars/>
      </dgm:prSet>
      <dgm:spPr/>
    </dgm:pt>
    <dgm:pt modelId="{BFBB3AF0-9B4B-4F33-93D3-DF0EA7559EB1}" type="pres">
      <dgm:prSet presAssocID="{E9A9821C-0227-4574-AABB-5BA0AF3E9C33}" presName="nodeText" presStyleLbl="alignAccFollowNode1" presStyleIdx="14" presStyleCnt="24">
        <dgm:presLayoutVars>
          <dgm:bulletEnabled val="1"/>
        </dgm:presLayoutVars>
      </dgm:prSet>
      <dgm:spPr/>
    </dgm:pt>
    <dgm:pt modelId="{87F41A23-64C8-4162-9A32-FEE0A55EF8DB}" type="pres">
      <dgm:prSet presAssocID="{22A42104-AF73-4BDB-BC1B-09E49A99C500}" presName="sibTransComposite" presStyleCnt="0"/>
      <dgm:spPr/>
    </dgm:pt>
    <dgm:pt modelId="{D6DCC4F8-9DBE-4464-BBAC-DECBBEF18957}" type="pres">
      <dgm:prSet presAssocID="{3BC17840-034E-4521-B5AF-AE6B283E1497}" presName="compositeNode" presStyleCnt="0"/>
      <dgm:spPr/>
    </dgm:pt>
    <dgm:pt modelId="{77143DCB-AAE9-48C9-A647-E2CB070C25A1}" type="pres">
      <dgm:prSet presAssocID="{3BC17840-034E-4521-B5AF-AE6B283E149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65EF0AD-C8EA-4EDB-BE43-8C32616C62E9}" type="pres">
      <dgm:prSet presAssocID="{3BC17840-034E-4521-B5AF-AE6B283E1497}" presName="parSh" presStyleCnt="0"/>
      <dgm:spPr/>
    </dgm:pt>
    <dgm:pt modelId="{A3EDB125-EA90-46E8-899A-A99A5C98F277}" type="pres">
      <dgm:prSet presAssocID="{3BC17840-034E-4521-B5AF-AE6B283E1497}" presName="lineNode" presStyleLbl="alignAccFollowNode1" presStyleIdx="15" presStyleCnt="24"/>
      <dgm:spPr/>
    </dgm:pt>
    <dgm:pt modelId="{62CE964B-1A5C-4A1B-AE4F-CBA95A7CA6DB}" type="pres">
      <dgm:prSet presAssocID="{3BC17840-034E-4521-B5AF-AE6B283E1497}" presName="lineArrowNode" presStyleLbl="alignAccFollowNode1" presStyleIdx="16" presStyleCnt="24"/>
      <dgm:spPr/>
    </dgm:pt>
    <dgm:pt modelId="{6555F8ED-B67C-46E2-9055-3D37F5973BAE}" type="pres">
      <dgm:prSet presAssocID="{1370375A-4F82-472A-B913-022A5B43B3A2}" presName="sibTransNodeCircle" presStyleLbl="alignNode1" presStyleIdx="5" presStyleCnt="8">
        <dgm:presLayoutVars>
          <dgm:chMax val="0"/>
          <dgm:bulletEnabled/>
        </dgm:presLayoutVars>
      </dgm:prSet>
      <dgm:spPr/>
    </dgm:pt>
    <dgm:pt modelId="{E5C9765B-DD49-4B3A-AA23-89FC79CB1AC5}" type="pres">
      <dgm:prSet presAssocID="{1370375A-4F82-472A-B913-022A5B43B3A2}" presName="spacerBetweenCircleAndCallout" presStyleCnt="0">
        <dgm:presLayoutVars/>
      </dgm:prSet>
      <dgm:spPr/>
    </dgm:pt>
    <dgm:pt modelId="{41D7352E-7E19-4019-B9B8-B40D94C9959C}" type="pres">
      <dgm:prSet presAssocID="{3BC17840-034E-4521-B5AF-AE6B283E1497}" presName="nodeText" presStyleLbl="alignAccFollowNode1" presStyleIdx="17" presStyleCnt="24">
        <dgm:presLayoutVars>
          <dgm:bulletEnabled val="1"/>
        </dgm:presLayoutVars>
      </dgm:prSet>
      <dgm:spPr/>
    </dgm:pt>
    <dgm:pt modelId="{FE6945DE-1269-4414-8F1F-4C8AA857D736}" type="pres">
      <dgm:prSet presAssocID="{1370375A-4F82-472A-B913-022A5B43B3A2}" presName="sibTransComposite" presStyleCnt="0"/>
      <dgm:spPr/>
    </dgm:pt>
    <dgm:pt modelId="{AAB2B1B7-F512-45FD-824A-5ABA54DBEBAA}" type="pres">
      <dgm:prSet presAssocID="{3D955AC3-2101-4BF4-A716-DE30329CA6AF}" presName="compositeNode" presStyleCnt="0"/>
      <dgm:spPr/>
    </dgm:pt>
    <dgm:pt modelId="{61C6A084-C11D-4207-957D-CBAC74194BB3}" type="pres">
      <dgm:prSet presAssocID="{3D955AC3-2101-4BF4-A716-DE30329CA6A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A24AD62-B0A2-4A51-B5B9-4ECA335746FF}" type="pres">
      <dgm:prSet presAssocID="{3D955AC3-2101-4BF4-A716-DE30329CA6AF}" presName="parSh" presStyleCnt="0"/>
      <dgm:spPr/>
    </dgm:pt>
    <dgm:pt modelId="{D18D8586-6B93-4D70-8CC3-DAD779204482}" type="pres">
      <dgm:prSet presAssocID="{3D955AC3-2101-4BF4-A716-DE30329CA6AF}" presName="lineNode" presStyleLbl="alignAccFollowNode1" presStyleIdx="18" presStyleCnt="24"/>
      <dgm:spPr/>
    </dgm:pt>
    <dgm:pt modelId="{2D9C1DA1-DF8A-4B3C-915C-8594D05B7E87}" type="pres">
      <dgm:prSet presAssocID="{3D955AC3-2101-4BF4-A716-DE30329CA6AF}" presName="lineArrowNode" presStyleLbl="alignAccFollowNode1" presStyleIdx="19" presStyleCnt="24"/>
      <dgm:spPr/>
    </dgm:pt>
    <dgm:pt modelId="{68CDD619-3640-4442-A40F-49B8B0CFB149}" type="pres">
      <dgm:prSet presAssocID="{4C1747CA-CAF8-46CE-901D-8F8BE5FC6451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4DE90AB7-9CF2-466D-BDA9-05CFA4600104}" type="pres">
      <dgm:prSet presAssocID="{4C1747CA-CAF8-46CE-901D-8F8BE5FC6451}" presName="spacerBetweenCircleAndCallout" presStyleCnt="0">
        <dgm:presLayoutVars/>
      </dgm:prSet>
      <dgm:spPr/>
    </dgm:pt>
    <dgm:pt modelId="{31C93380-A92D-4CD8-94A5-4EEF045BD45E}" type="pres">
      <dgm:prSet presAssocID="{3D955AC3-2101-4BF4-A716-DE30329CA6AF}" presName="nodeText" presStyleLbl="alignAccFollowNode1" presStyleIdx="20" presStyleCnt="24">
        <dgm:presLayoutVars>
          <dgm:bulletEnabled val="1"/>
        </dgm:presLayoutVars>
      </dgm:prSet>
      <dgm:spPr/>
    </dgm:pt>
    <dgm:pt modelId="{325FA01D-02E0-4EE9-B086-49B667F4BE6A}" type="pres">
      <dgm:prSet presAssocID="{4C1747CA-CAF8-46CE-901D-8F8BE5FC6451}" presName="sibTransComposite" presStyleCnt="0"/>
      <dgm:spPr/>
    </dgm:pt>
    <dgm:pt modelId="{54D43E43-F1F1-406F-A0E7-CAC90EB2BBED}" type="pres">
      <dgm:prSet presAssocID="{F3BCBF75-B44F-4F97-A03D-E76357A65B79}" presName="compositeNode" presStyleCnt="0"/>
      <dgm:spPr/>
    </dgm:pt>
    <dgm:pt modelId="{CAA986F4-B645-4BD6-99B4-A6281ACA821C}" type="pres">
      <dgm:prSet presAssocID="{F3BCBF75-B44F-4F97-A03D-E76357A65B7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2256760-9A28-4AF9-ABDB-DE35201D51BE}" type="pres">
      <dgm:prSet presAssocID="{F3BCBF75-B44F-4F97-A03D-E76357A65B79}" presName="parSh" presStyleCnt="0"/>
      <dgm:spPr/>
    </dgm:pt>
    <dgm:pt modelId="{7A1C77D3-6585-4FEE-A0FA-9F7DE3C92A4C}" type="pres">
      <dgm:prSet presAssocID="{F3BCBF75-B44F-4F97-A03D-E76357A65B79}" presName="lineNode" presStyleLbl="alignAccFollowNode1" presStyleIdx="21" presStyleCnt="24"/>
      <dgm:spPr/>
    </dgm:pt>
    <dgm:pt modelId="{62FA5C75-AC03-402D-84B9-2D04D471C26A}" type="pres">
      <dgm:prSet presAssocID="{F3BCBF75-B44F-4F97-A03D-E76357A65B79}" presName="lineArrowNode" presStyleLbl="alignAccFollowNode1" presStyleIdx="22" presStyleCnt="24"/>
      <dgm:spPr/>
    </dgm:pt>
    <dgm:pt modelId="{D7CA6A11-C81E-4EAA-AD91-C780457299DB}" type="pres">
      <dgm:prSet presAssocID="{777E14C0-7AE3-4618-8B8E-5E33B2A997E5}" presName="sibTransNodeCircle" presStyleLbl="alignNode1" presStyleIdx="7" presStyleCnt="8">
        <dgm:presLayoutVars>
          <dgm:chMax val="0"/>
          <dgm:bulletEnabled/>
        </dgm:presLayoutVars>
      </dgm:prSet>
      <dgm:spPr/>
    </dgm:pt>
    <dgm:pt modelId="{23C159F8-D1F9-410E-899A-66BA7BFB210D}" type="pres">
      <dgm:prSet presAssocID="{777E14C0-7AE3-4618-8B8E-5E33B2A997E5}" presName="spacerBetweenCircleAndCallout" presStyleCnt="0">
        <dgm:presLayoutVars/>
      </dgm:prSet>
      <dgm:spPr/>
    </dgm:pt>
    <dgm:pt modelId="{E2B03F13-F599-4590-8F94-5D00B93F0A83}" type="pres">
      <dgm:prSet presAssocID="{F3BCBF75-B44F-4F97-A03D-E76357A65B79}" presName="nodeText" presStyleLbl="alignAccFollowNode1" presStyleIdx="23" presStyleCnt="24">
        <dgm:presLayoutVars>
          <dgm:bulletEnabled val="1"/>
        </dgm:presLayoutVars>
      </dgm:prSet>
      <dgm:spPr/>
    </dgm:pt>
  </dgm:ptLst>
  <dgm:cxnLst>
    <dgm:cxn modelId="{40E0AF12-754D-4F51-B104-E2759CB425CF}" srcId="{977EF2E8-0F31-49B6-90C6-4E6A9A358EF8}" destId="{84FE8A9A-AD87-4639-B31F-46A91B47D7C8}" srcOrd="1" destOrd="0" parTransId="{F8BEA5A0-39E3-4774-892B-ADB88798353E}" sibTransId="{ECA6EC7C-C37D-4D35-9616-01D5CB7080AF}"/>
    <dgm:cxn modelId="{9333C218-FB94-450C-83FB-D3764F5AE9F0}" type="presOf" srcId="{ECA6EC7C-C37D-4D35-9616-01D5CB7080AF}" destId="{E7F6151D-4AF0-4DFD-82E8-44E1310B2A39}" srcOrd="0" destOrd="0" presId="urn:microsoft.com/office/officeart/2016/7/layout/LinearArrowProcessNumbered"/>
    <dgm:cxn modelId="{71638B34-A74E-4005-A83C-0726D087DA8B}" type="presOf" srcId="{3D955AC3-2101-4BF4-A716-DE30329CA6AF}" destId="{31C93380-A92D-4CD8-94A5-4EEF045BD45E}" srcOrd="0" destOrd="0" presId="urn:microsoft.com/office/officeart/2016/7/layout/LinearArrowProcessNumbered"/>
    <dgm:cxn modelId="{7F9DC540-0B13-4709-929D-15A6FDA5AEA8}" srcId="{977EF2E8-0F31-49B6-90C6-4E6A9A358EF8}" destId="{CFCC998F-059C-481D-A051-3C038BA5425A}" srcOrd="2" destOrd="0" parTransId="{BA089306-8D95-4148-9702-F8A1232E2F0C}" sibTransId="{FB5EFC4E-A3D8-42F7-937B-2A61E23AA92A}"/>
    <dgm:cxn modelId="{40EA1665-5E0E-4BEB-8A13-4A10D3C51948}" srcId="{977EF2E8-0F31-49B6-90C6-4E6A9A358EF8}" destId="{3BC17840-034E-4521-B5AF-AE6B283E1497}" srcOrd="5" destOrd="0" parTransId="{25A1617D-E47F-415A-8369-C24585AA3B67}" sibTransId="{1370375A-4F82-472A-B913-022A5B43B3A2}"/>
    <dgm:cxn modelId="{91A0D673-4C7D-41A0-A1C4-BBE1ECA82374}" type="presOf" srcId="{84FE8A9A-AD87-4639-B31F-46A91B47D7C8}" destId="{0E26C745-8B31-4447-A0F4-CB0423F93DBA}" srcOrd="0" destOrd="0" presId="urn:microsoft.com/office/officeart/2016/7/layout/LinearArrowProcessNumbered"/>
    <dgm:cxn modelId="{7E4B4E5A-8307-4C06-805B-2309D3E32DC1}" type="presOf" srcId="{E3EF20FB-BDEA-4ACF-929E-1251EA500E06}" destId="{BB56BDF9-0126-465C-AD52-410379C9B38E}" srcOrd="0" destOrd="0" presId="urn:microsoft.com/office/officeart/2016/7/layout/LinearArrowProcessNumbered"/>
    <dgm:cxn modelId="{B7195E89-F169-4A97-88D3-2378CC516E46}" srcId="{977EF2E8-0F31-49B6-90C6-4E6A9A358EF8}" destId="{E34B3781-CBF0-4B94-8722-FB37C514BD30}" srcOrd="0" destOrd="0" parTransId="{BAE743CA-3F28-4371-8F80-7249C002B3B3}" sibTransId="{A299CFE4-75F9-478D-8CE5-70384637FFE5}"/>
    <dgm:cxn modelId="{55A55590-E03D-408E-B307-C2218BC182E1}" type="presOf" srcId="{E34B3781-CBF0-4B94-8722-FB37C514BD30}" destId="{A6F714B6-223C-47F8-A860-B6D6D5FF701A}" srcOrd="0" destOrd="0" presId="urn:microsoft.com/office/officeart/2016/7/layout/LinearArrowProcessNumbered"/>
    <dgm:cxn modelId="{1C58CD99-8D24-4322-A9B0-63F11810A55E}" type="presOf" srcId="{A299CFE4-75F9-478D-8CE5-70384637FFE5}" destId="{9E7BD1A2-8DE5-4B18-8C31-400C2A7B9E46}" srcOrd="0" destOrd="0" presId="urn:microsoft.com/office/officeart/2016/7/layout/LinearArrowProcessNumbered"/>
    <dgm:cxn modelId="{A7F8E09B-3866-40C2-A172-36884E146D2D}" srcId="{977EF2E8-0F31-49B6-90C6-4E6A9A358EF8}" destId="{855B6AC8-A8D1-4CE2-BD20-843D4B510126}" srcOrd="3" destOrd="0" parTransId="{930A7669-A8DC-4525-AF07-E6F9C257AE80}" sibTransId="{E3EF20FB-BDEA-4ACF-929E-1251EA500E06}"/>
    <dgm:cxn modelId="{E864F5A0-5CE7-49AD-8C99-DC1DE0B94BF9}" type="presOf" srcId="{E9A9821C-0227-4574-AABB-5BA0AF3E9C33}" destId="{BFBB3AF0-9B4B-4F33-93D3-DF0EA7559EB1}" srcOrd="0" destOrd="0" presId="urn:microsoft.com/office/officeart/2016/7/layout/LinearArrowProcessNumbered"/>
    <dgm:cxn modelId="{CE6702A1-8A41-4453-96E9-F64BC684F60B}" type="presOf" srcId="{F3BCBF75-B44F-4F97-A03D-E76357A65B79}" destId="{E2B03F13-F599-4590-8F94-5D00B93F0A83}" srcOrd="0" destOrd="0" presId="urn:microsoft.com/office/officeart/2016/7/layout/LinearArrowProcessNumbered"/>
    <dgm:cxn modelId="{E79595A4-4DAA-44AE-B6CC-6891143426A4}" type="presOf" srcId="{CFCC998F-059C-481D-A051-3C038BA5425A}" destId="{7B2F3CAD-0D9B-4C1C-B08D-F4763C965DCF}" srcOrd="0" destOrd="0" presId="urn:microsoft.com/office/officeart/2016/7/layout/LinearArrowProcessNumbered"/>
    <dgm:cxn modelId="{6FFCEBAA-CA1F-4E32-9E6C-E3E9C518E891}" type="presOf" srcId="{4C1747CA-CAF8-46CE-901D-8F8BE5FC6451}" destId="{68CDD619-3640-4442-A40F-49B8B0CFB149}" srcOrd="0" destOrd="0" presId="urn:microsoft.com/office/officeart/2016/7/layout/LinearArrowProcessNumbered"/>
    <dgm:cxn modelId="{D75F25AD-FE59-462E-ACA2-50027328D010}" srcId="{977EF2E8-0F31-49B6-90C6-4E6A9A358EF8}" destId="{E9A9821C-0227-4574-AABB-5BA0AF3E9C33}" srcOrd="4" destOrd="0" parTransId="{CB63E7BF-3202-4655-9E32-BF27E358FD92}" sibTransId="{22A42104-AF73-4BDB-BC1B-09E49A99C500}"/>
    <dgm:cxn modelId="{9F76B3B3-D9A7-4E6A-A04F-6264562484B0}" srcId="{977EF2E8-0F31-49B6-90C6-4E6A9A358EF8}" destId="{F3BCBF75-B44F-4F97-A03D-E76357A65B79}" srcOrd="7" destOrd="0" parTransId="{15B1BC6B-8EFC-47B8-8AC1-DD5C22A98122}" sibTransId="{777E14C0-7AE3-4618-8B8E-5E33B2A997E5}"/>
    <dgm:cxn modelId="{B33316C1-29A0-450E-9054-5F777AD5A08A}" type="presOf" srcId="{977EF2E8-0F31-49B6-90C6-4E6A9A358EF8}" destId="{1B10BFD4-788F-4B50-AF1B-0CD8A9044E14}" srcOrd="0" destOrd="0" presId="urn:microsoft.com/office/officeart/2016/7/layout/LinearArrowProcessNumbered"/>
    <dgm:cxn modelId="{108DC5E3-77B1-4F5C-976E-F9CF0A4E8AA4}" type="presOf" srcId="{1370375A-4F82-472A-B913-022A5B43B3A2}" destId="{6555F8ED-B67C-46E2-9055-3D37F5973BAE}" srcOrd="0" destOrd="0" presId="urn:microsoft.com/office/officeart/2016/7/layout/LinearArrowProcessNumbered"/>
    <dgm:cxn modelId="{678350EB-FF20-41EB-A49C-FD2A7D535FE5}" type="presOf" srcId="{3BC17840-034E-4521-B5AF-AE6B283E1497}" destId="{41D7352E-7E19-4019-B9B8-B40D94C9959C}" srcOrd="0" destOrd="0" presId="urn:microsoft.com/office/officeart/2016/7/layout/LinearArrowProcessNumbered"/>
    <dgm:cxn modelId="{E31CD2F3-273D-45DA-8E2E-976C8FA52920}" type="presOf" srcId="{FB5EFC4E-A3D8-42F7-937B-2A61E23AA92A}" destId="{EBB2BC89-7E59-404A-9CD6-6002DAE6E511}" srcOrd="0" destOrd="0" presId="urn:microsoft.com/office/officeart/2016/7/layout/LinearArrowProcessNumbered"/>
    <dgm:cxn modelId="{E41A88F6-72BD-45ED-A097-1F7ACFDDA5B2}" srcId="{977EF2E8-0F31-49B6-90C6-4E6A9A358EF8}" destId="{3D955AC3-2101-4BF4-A716-DE30329CA6AF}" srcOrd="6" destOrd="0" parTransId="{08C86630-E0D5-4D48-94C9-1D6630BE2F57}" sibTransId="{4C1747CA-CAF8-46CE-901D-8F8BE5FC6451}"/>
    <dgm:cxn modelId="{75F8B0F7-CBF9-4192-B94B-9F09D3CCDBC6}" type="presOf" srcId="{22A42104-AF73-4BDB-BC1B-09E49A99C500}" destId="{CD05A386-AEF4-42BD-8A16-2E04A2ED8C32}" srcOrd="0" destOrd="0" presId="urn:microsoft.com/office/officeart/2016/7/layout/LinearArrowProcessNumbered"/>
    <dgm:cxn modelId="{9965F9FD-8744-4E42-A4D2-273C4C9E0103}" type="presOf" srcId="{777E14C0-7AE3-4618-8B8E-5E33B2A997E5}" destId="{D7CA6A11-C81E-4EAA-AD91-C780457299DB}" srcOrd="0" destOrd="0" presId="urn:microsoft.com/office/officeart/2016/7/layout/LinearArrowProcessNumbered"/>
    <dgm:cxn modelId="{952BC6FE-6A9D-4ED9-A5DF-8065254A55AA}" type="presOf" srcId="{855B6AC8-A8D1-4CE2-BD20-843D4B510126}" destId="{D9AC04EA-F800-44B9-8A54-10A9013F308D}" srcOrd="0" destOrd="0" presId="urn:microsoft.com/office/officeart/2016/7/layout/LinearArrowProcessNumbered"/>
    <dgm:cxn modelId="{43C7AF90-2129-4421-96F7-FAE31A8A1F61}" type="presParOf" srcId="{1B10BFD4-788F-4B50-AF1B-0CD8A9044E14}" destId="{498A6083-6549-491C-A578-46E57CC5C719}" srcOrd="0" destOrd="0" presId="urn:microsoft.com/office/officeart/2016/7/layout/LinearArrowProcessNumbered"/>
    <dgm:cxn modelId="{BAF5C159-A17C-4DF7-AB0C-2FFB0BC543E2}" type="presParOf" srcId="{498A6083-6549-491C-A578-46E57CC5C719}" destId="{924F941A-3E73-44C8-9EC3-BE8365C31AD9}" srcOrd="0" destOrd="0" presId="urn:microsoft.com/office/officeart/2016/7/layout/LinearArrowProcessNumbered"/>
    <dgm:cxn modelId="{0C56665F-18C8-42C7-AFB0-AD7E9822D974}" type="presParOf" srcId="{498A6083-6549-491C-A578-46E57CC5C719}" destId="{47078DB6-8444-4C30-9C62-EF4294C719A7}" srcOrd="1" destOrd="0" presId="urn:microsoft.com/office/officeart/2016/7/layout/LinearArrowProcessNumbered"/>
    <dgm:cxn modelId="{DF1471B5-73C5-4A0D-9DB2-B0CC4E851B8B}" type="presParOf" srcId="{47078DB6-8444-4C30-9C62-EF4294C719A7}" destId="{1A8CA17E-F2E7-40C4-A34C-E6F218D338F4}" srcOrd="0" destOrd="0" presId="urn:microsoft.com/office/officeart/2016/7/layout/LinearArrowProcessNumbered"/>
    <dgm:cxn modelId="{284343D9-3628-48A5-B996-5826BBA5D378}" type="presParOf" srcId="{47078DB6-8444-4C30-9C62-EF4294C719A7}" destId="{8846C38A-78A9-4EB0-83CF-2F3D42704A64}" srcOrd="1" destOrd="0" presId="urn:microsoft.com/office/officeart/2016/7/layout/LinearArrowProcessNumbered"/>
    <dgm:cxn modelId="{139850D4-63E2-4BD9-89AD-9CF47DDA0AF1}" type="presParOf" srcId="{47078DB6-8444-4C30-9C62-EF4294C719A7}" destId="{9E7BD1A2-8DE5-4B18-8C31-400C2A7B9E46}" srcOrd="2" destOrd="0" presId="urn:microsoft.com/office/officeart/2016/7/layout/LinearArrowProcessNumbered"/>
    <dgm:cxn modelId="{DFC0E471-9E1E-456E-9E1D-BEB10DD63426}" type="presParOf" srcId="{47078DB6-8444-4C30-9C62-EF4294C719A7}" destId="{530B71CA-2F0E-4C8B-B683-AE3C1F283703}" srcOrd="3" destOrd="0" presId="urn:microsoft.com/office/officeart/2016/7/layout/LinearArrowProcessNumbered"/>
    <dgm:cxn modelId="{B3A9B21D-6205-4ACB-AAAF-18E4B0D99BF6}" type="presParOf" srcId="{498A6083-6549-491C-A578-46E57CC5C719}" destId="{A6F714B6-223C-47F8-A860-B6D6D5FF701A}" srcOrd="2" destOrd="0" presId="urn:microsoft.com/office/officeart/2016/7/layout/LinearArrowProcessNumbered"/>
    <dgm:cxn modelId="{D7B647F3-2BF3-4CDF-9A28-3B2D2E53B255}" type="presParOf" srcId="{1B10BFD4-788F-4B50-AF1B-0CD8A9044E14}" destId="{4B4B35EF-88D6-49C0-9AA3-AF2536400F8D}" srcOrd="1" destOrd="0" presId="urn:microsoft.com/office/officeart/2016/7/layout/LinearArrowProcessNumbered"/>
    <dgm:cxn modelId="{CA7FFC7A-3CBA-4A8C-B7BD-09E544B45F27}" type="presParOf" srcId="{1B10BFD4-788F-4B50-AF1B-0CD8A9044E14}" destId="{A7F32712-6A50-470E-9315-B24AEAC93B20}" srcOrd="2" destOrd="0" presId="urn:microsoft.com/office/officeart/2016/7/layout/LinearArrowProcessNumbered"/>
    <dgm:cxn modelId="{E8E1D3FB-214B-458F-A5E3-B7EE8FE834B1}" type="presParOf" srcId="{A7F32712-6A50-470E-9315-B24AEAC93B20}" destId="{11EB750A-9600-445F-B0A8-E75C7B4328FA}" srcOrd="0" destOrd="0" presId="urn:microsoft.com/office/officeart/2016/7/layout/LinearArrowProcessNumbered"/>
    <dgm:cxn modelId="{E8758B09-1576-4428-9C54-EF306AE63244}" type="presParOf" srcId="{A7F32712-6A50-470E-9315-B24AEAC93B20}" destId="{6F4F7476-6874-4FF6-88AF-69855DAA2736}" srcOrd="1" destOrd="0" presId="urn:microsoft.com/office/officeart/2016/7/layout/LinearArrowProcessNumbered"/>
    <dgm:cxn modelId="{94229477-9AF1-4854-82D3-F31E826717FE}" type="presParOf" srcId="{6F4F7476-6874-4FF6-88AF-69855DAA2736}" destId="{DC85FA43-90EB-4F68-863E-6076867A8D23}" srcOrd="0" destOrd="0" presId="urn:microsoft.com/office/officeart/2016/7/layout/LinearArrowProcessNumbered"/>
    <dgm:cxn modelId="{C0F31D2A-18E5-4D06-9AFA-536B3494E4C9}" type="presParOf" srcId="{6F4F7476-6874-4FF6-88AF-69855DAA2736}" destId="{1CD3C3FB-1452-4BBB-8A04-DC3D24D8CBE2}" srcOrd="1" destOrd="0" presId="urn:microsoft.com/office/officeart/2016/7/layout/LinearArrowProcessNumbered"/>
    <dgm:cxn modelId="{74672ADA-59FC-449A-B2F9-4A6874988B87}" type="presParOf" srcId="{6F4F7476-6874-4FF6-88AF-69855DAA2736}" destId="{E7F6151D-4AF0-4DFD-82E8-44E1310B2A39}" srcOrd="2" destOrd="0" presId="urn:microsoft.com/office/officeart/2016/7/layout/LinearArrowProcessNumbered"/>
    <dgm:cxn modelId="{A186FC4F-62A6-4E6D-8A04-F4F253986C9F}" type="presParOf" srcId="{6F4F7476-6874-4FF6-88AF-69855DAA2736}" destId="{A2A4895E-3D0D-44C4-9E57-BFE78AFCD092}" srcOrd="3" destOrd="0" presId="urn:microsoft.com/office/officeart/2016/7/layout/LinearArrowProcessNumbered"/>
    <dgm:cxn modelId="{79B7904A-11DF-4E97-83F7-B4ED461ADD2B}" type="presParOf" srcId="{A7F32712-6A50-470E-9315-B24AEAC93B20}" destId="{0E26C745-8B31-4447-A0F4-CB0423F93DBA}" srcOrd="2" destOrd="0" presId="urn:microsoft.com/office/officeart/2016/7/layout/LinearArrowProcessNumbered"/>
    <dgm:cxn modelId="{2351872A-8B71-4661-9106-88236FA239BE}" type="presParOf" srcId="{1B10BFD4-788F-4B50-AF1B-0CD8A9044E14}" destId="{14D60F55-5064-46F0-A5D5-481D3D335169}" srcOrd="3" destOrd="0" presId="urn:microsoft.com/office/officeart/2016/7/layout/LinearArrowProcessNumbered"/>
    <dgm:cxn modelId="{3D0D4EDD-8EA4-42F3-B952-8359EF771500}" type="presParOf" srcId="{1B10BFD4-788F-4B50-AF1B-0CD8A9044E14}" destId="{044C1B33-3C84-48C9-95E5-A6CF868AEE02}" srcOrd="4" destOrd="0" presId="urn:microsoft.com/office/officeart/2016/7/layout/LinearArrowProcessNumbered"/>
    <dgm:cxn modelId="{A3A2E5B2-35DC-4695-8EB8-84BF130CD460}" type="presParOf" srcId="{044C1B33-3C84-48C9-95E5-A6CF868AEE02}" destId="{EF823873-268C-4BE9-91BC-9985ECCFC755}" srcOrd="0" destOrd="0" presId="urn:microsoft.com/office/officeart/2016/7/layout/LinearArrowProcessNumbered"/>
    <dgm:cxn modelId="{77903328-2BA8-4C98-A650-00BE9890FBF2}" type="presParOf" srcId="{044C1B33-3C84-48C9-95E5-A6CF868AEE02}" destId="{DA9E6952-274D-4DF1-8DBB-90C2285F09C0}" srcOrd="1" destOrd="0" presId="urn:microsoft.com/office/officeart/2016/7/layout/LinearArrowProcessNumbered"/>
    <dgm:cxn modelId="{A234F6D7-4DF3-4ACD-8EE8-D835DF8B85E8}" type="presParOf" srcId="{DA9E6952-274D-4DF1-8DBB-90C2285F09C0}" destId="{9F82C150-DB79-4ABD-A18E-22484312E7D0}" srcOrd="0" destOrd="0" presId="urn:microsoft.com/office/officeart/2016/7/layout/LinearArrowProcessNumbered"/>
    <dgm:cxn modelId="{6929B7FE-762E-4CB3-9B34-0A8A8244C212}" type="presParOf" srcId="{DA9E6952-274D-4DF1-8DBB-90C2285F09C0}" destId="{18589A6C-D0B9-4EAE-A4C2-6F24916A2A89}" srcOrd="1" destOrd="0" presId="urn:microsoft.com/office/officeart/2016/7/layout/LinearArrowProcessNumbered"/>
    <dgm:cxn modelId="{AA94FA87-ABF3-473A-986F-6CF1C7B49104}" type="presParOf" srcId="{DA9E6952-274D-4DF1-8DBB-90C2285F09C0}" destId="{EBB2BC89-7E59-404A-9CD6-6002DAE6E511}" srcOrd="2" destOrd="0" presId="urn:microsoft.com/office/officeart/2016/7/layout/LinearArrowProcessNumbered"/>
    <dgm:cxn modelId="{17D5334E-580E-43DC-8267-357C7FD08789}" type="presParOf" srcId="{DA9E6952-274D-4DF1-8DBB-90C2285F09C0}" destId="{40F38572-EAAF-47BB-BEE4-A0A41C4F0F86}" srcOrd="3" destOrd="0" presId="urn:microsoft.com/office/officeart/2016/7/layout/LinearArrowProcessNumbered"/>
    <dgm:cxn modelId="{EB08A768-CAE8-4A9A-BF43-B46F0D0A3BA3}" type="presParOf" srcId="{044C1B33-3C84-48C9-95E5-A6CF868AEE02}" destId="{7B2F3CAD-0D9B-4C1C-B08D-F4763C965DCF}" srcOrd="2" destOrd="0" presId="urn:microsoft.com/office/officeart/2016/7/layout/LinearArrowProcessNumbered"/>
    <dgm:cxn modelId="{D726B1FB-8D91-47B6-85F0-785DE87FCCEB}" type="presParOf" srcId="{1B10BFD4-788F-4B50-AF1B-0CD8A9044E14}" destId="{87FCF32A-CB83-4AA1-85DE-1807434F1FF7}" srcOrd="5" destOrd="0" presId="urn:microsoft.com/office/officeart/2016/7/layout/LinearArrowProcessNumbered"/>
    <dgm:cxn modelId="{52A9E4C7-7E48-41E0-B11E-8984CBCD2BC9}" type="presParOf" srcId="{1B10BFD4-788F-4B50-AF1B-0CD8A9044E14}" destId="{8C5E83D8-3CB3-4852-B6F3-CC675CA4B19B}" srcOrd="6" destOrd="0" presId="urn:microsoft.com/office/officeart/2016/7/layout/LinearArrowProcessNumbered"/>
    <dgm:cxn modelId="{241FF01D-9B98-4B72-834C-9D6934E2C9C1}" type="presParOf" srcId="{8C5E83D8-3CB3-4852-B6F3-CC675CA4B19B}" destId="{1D5E0F01-A24B-437F-BC41-A8D666074D1A}" srcOrd="0" destOrd="0" presId="urn:microsoft.com/office/officeart/2016/7/layout/LinearArrowProcessNumbered"/>
    <dgm:cxn modelId="{FE94BD88-EE59-4915-AC3D-D1AC5F1AC3AE}" type="presParOf" srcId="{8C5E83D8-3CB3-4852-B6F3-CC675CA4B19B}" destId="{1DBE2260-4449-4DDE-BE39-B754926A6B04}" srcOrd="1" destOrd="0" presId="urn:microsoft.com/office/officeart/2016/7/layout/LinearArrowProcessNumbered"/>
    <dgm:cxn modelId="{DBAC23A6-D2DB-4FA3-88D8-A344385816FB}" type="presParOf" srcId="{1DBE2260-4449-4DDE-BE39-B754926A6B04}" destId="{F313ED8E-B2B3-4D82-9DF3-A66086FB5E6E}" srcOrd="0" destOrd="0" presId="urn:microsoft.com/office/officeart/2016/7/layout/LinearArrowProcessNumbered"/>
    <dgm:cxn modelId="{0A3020F5-2855-4947-B5F2-C79B4404FAA8}" type="presParOf" srcId="{1DBE2260-4449-4DDE-BE39-B754926A6B04}" destId="{B56392CD-57C9-43E0-93F2-9E00659AC781}" srcOrd="1" destOrd="0" presId="urn:microsoft.com/office/officeart/2016/7/layout/LinearArrowProcessNumbered"/>
    <dgm:cxn modelId="{2800A2DB-32C7-489F-A068-138166FCED84}" type="presParOf" srcId="{1DBE2260-4449-4DDE-BE39-B754926A6B04}" destId="{BB56BDF9-0126-465C-AD52-410379C9B38E}" srcOrd="2" destOrd="0" presId="urn:microsoft.com/office/officeart/2016/7/layout/LinearArrowProcessNumbered"/>
    <dgm:cxn modelId="{E9009134-6A67-4471-820D-308FC8573AF6}" type="presParOf" srcId="{1DBE2260-4449-4DDE-BE39-B754926A6B04}" destId="{7C5DF891-CD70-4CC6-9EEE-17C7DDB093BC}" srcOrd="3" destOrd="0" presId="urn:microsoft.com/office/officeart/2016/7/layout/LinearArrowProcessNumbered"/>
    <dgm:cxn modelId="{65FAD702-3747-418B-A11A-4DF93DB6D566}" type="presParOf" srcId="{8C5E83D8-3CB3-4852-B6F3-CC675CA4B19B}" destId="{D9AC04EA-F800-44B9-8A54-10A9013F308D}" srcOrd="2" destOrd="0" presId="urn:microsoft.com/office/officeart/2016/7/layout/LinearArrowProcessNumbered"/>
    <dgm:cxn modelId="{1A6C1D16-C415-434F-BDDE-472CC16CD51C}" type="presParOf" srcId="{1B10BFD4-788F-4B50-AF1B-0CD8A9044E14}" destId="{C948F57D-53B2-4206-9636-28D896774455}" srcOrd="7" destOrd="0" presId="urn:microsoft.com/office/officeart/2016/7/layout/LinearArrowProcessNumbered"/>
    <dgm:cxn modelId="{EE4BEAFC-BCC3-4AAE-B73C-1BCDF57F7DBF}" type="presParOf" srcId="{1B10BFD4-788F-4B50-AF1B-0CD8A9044E14}" destId="{4FA79895-9D14-44EF-B84B-CAE085BBB9D5}" srcOrd="8" destOrd="0" presId="urn:microsoft.com/office/officeart/2016/7/layout/LinearArrowProcessNumbered"/>
    <dgm:cxn modelId="{55787D04-605E-43E4-845C-E7D7D756A19C}" type="presParOf" srcId="{4FA79895-9D14-44EF-B84B-CAE085BBB9D5}" destId="{D1F56989-9CE3-47CE-B753-B1EE8FF31943}" srcOrd="0" destOrd="0" presId="urn:microsoft.com/office/officeart/2016/7/layout/LinearArrowProcessNumbered"/>
    <dgm:cxn modelId="{580C485C-AD58-41B4-BB14-D9053AFDAC6C}" type="presParOf" srcId="{4FA79895-9D14-44EF-B84B-CAE085BBB9D5}" destId="{99BB9FA8-2487-4A18-B3AF-C0AF18101146}" srcOrd="1" destOrd="0" presId="urn:microsoft.com/office/officeart/2016/7/layout/LinearArrowProcessNumbered"/>
    <dgm:cxn modelId="{A81E71C2-0067-4569-AC71-E8CAD10E37A9}" type="presParOf" srcId="{99BB9FA8-2487-4A18-B3AF-C0AF18101146}" destId="{80BD528A-7DBF-4C8F-910B-B347CB261626}" srcOrd="0" destOrd="0" presId="urn:microsoft.com/office/officeart/2016/7/layout/LinearArrowProcessNumbered"/>
    <dgm:cxn modelId="{0C0D465E-759F-4C27-B60B-F9C9CCD22DA4}" type="presParOf" srcId="{99BB9FA8-2487-4A18-B3AF-C0AF18101146}" destId="{37D4B378-D135-4F71-B012-39382E4D247E}" srcOrd="1" destOrd="0" presId="urn:microsoft.com/office/officeart/2016/7/layout/LinearArrowProcessNumbered"/>
    <dgm:cxn modelId="{DA2AC4BC-7C98-4B35-A4E0-AFA6B78CCA6B}" type="presParOf" srcId="{99BB9FA8-2487-4A18-B3AF-C0AF18101146}" destId="{CD05A386-AEF4-42BD-8A16-2E04A2ED8C32}" srcOrd="2" destOrd="0" presId="urn:microsoft.com/office/officeart/2016/7/layout/LinearArrowProcessNumbered"/>
    <dgm:cxn modelId="{2C4E66A5-BB04-427C-B224-E9EA7CC53F59}" type="presParOf" srcId="{99BB9FA8-2487-4A18-B3AF-C0AF18101146}" destId="{0BD91037-C39E-4DF5-ABDF-67E580C5B463}" srcOrd="3" destOrd="0" presId="urn:microsoft.com/office/officeart/2016/7/layout/LinearArrowProcessNumbered"/>
    <dgm:cxn modelId="{5B8B5CF7-10D4-4D89-BA0F-8835C069E74D}" type="presParOf" srcId="{4FA79895-9D14-44EF-B84B-CAE085BBB9D5}" destId="{BFBB3AF0-9B4B-4F33-93D3-DF0EA7559EB1}" srcOrd="2" destOrd="0" presId="urn:microsoft.com/office/officeart/2016/7/layout/LinearArrowProcessNumbered"/>
    <dgm:cxn modelId="{ED0EE5B4-6316-48E8-9D4B-A5C7B5106374}" type="presParOf" srcId="{1B10BFD4-788F-4B50-AF1B-0CD8A9044E14}" destId="{87F41A23-64C8-4162-9A32-FEE0A55EF8DB}" srcOrd="9" destOrd="0" presId="urn:microsoft.com/office/officeart/2016/7/layout/LinearArrowProcessNumbered"/>
    <dgm:cxn modelId="{87776F08-AF20-4A1B-B08A-52B665ABFB4C}" type="presParOf" srcId="{1B10BFD4-788F-4B50-AF1B-0CD8A9044E14}" destId="{D6DCC4F8-9DBE-4464-BBAC-DECBBEF18957}" srcOrd="10" destOrd="0" presId="urn:microsoft.com/office/officeart/2016/7/layout/LinearArrowProcessNumbered"/>
    <dgm:cxn modelId="{E6FFC2AC-71D8-40D7-B48C-05F2B7827221}" type="presParOf" srcId="{D6DCC4F8-9DBE-4464-BBAC-DECBBEF18957}" destId="{77143DCB-AAE9-48C9-A647-E2CB070C25A1}" srcOrd="0" destOrd="0" presId="urn:microsoft.com/office/officeart/2016/7/layout/LinearArrowProcessNumbered"/>
    <dgm:cxn modelId="{9BD6EE28-8FF2-4352-A5DF-8AF31E3733BD}" type="presParOf" srcId="{D6DCC4F8-9DBE-4464-BBAC-DECBBEF18957}" destId="{F65EF0AD-C8EA-4EDB-BE43-8C32616C62E9}" srcOrd="1" destOrd="0" presId="urn:microsoft.com/office/officeart/2016/7/layout/LinearArrowProcessNumbered"/>
    <dgm:cxn modelId="{ABFDDAA9-C384-483B-8BF2-96ED7329FE81}" type="presParOf" srcId="{F65EF0AD-C8EA-4EDB-BE43-8C32616C62E9}" destId="{A3EDB125-EA90-46E8-899A-A99A5C98F277}" srcOrd="0" destOrd="0" presId="urn:microsoft.com/office/officeart/2016/7/layout/LinearArrowProcessNumbered"/>
    <dgm:cxn modelId="{A676EB9E-F036-49D6-A94F-24D5FF27F785}" type="presParOf" srcId="{F65EF0AD-C8EA-4EDB-BE43-8C32616C62E9}" destId="{62CE964B-1A5C-4A1B-AE4F-CBA95A7CA6DB}" srcOrd="1" destOrd="0" presId="urn:microsoft.com/office/officeart/2016/7/layout/LinearArrowProcessNumbered"/>
    <dgm:cxn modelId="{B7C68056-D1C9-40C5-BAEA-361616F95B30}" type="presParOf" srcId="{F65EF0AD-C8EA-4EDB-BE43-8C32616C62E9}" destId="{6555F8ED-B67C-46E2-9055-3D37F5973BAE}" srcOrd="2" destOrd="0" presId="urn:microsoft.com/office/officeart/2016/7/layout/LinearArrowProcessNumbered"/>
    <dgm:cxn modelId="{B1EE6F32-BBE8-4109-8F81-1C9C095F982E}" type="presParOf" srcId="{F65EF0AD-C8EA-4EDB-BE43-8C32616C62E9}" destId="{E5C9765B-DD49-4B3A-AA23-89FC79CB1AC5}" srcOrd="3" destOrd="0" presId="urn:microsoft.com/office/officeart/2016/7/layout/LinearArrowProcessNumbered"/>
    <dgm:cxn modelId="{932795A4-9C1C-45E9-A193-685DFEA90D2F}" type="presParOf" srcId="{D6DCC4F8-9DBE-4464-BBAC-DECBBEF18957}" destId="{41D7352E-7E19-4019-B9B8-B40D94C9959C}" srcOrd="2" destOrd="0" presId="urn:microsoft.com/office/officeart/2016/7/layout/LinearArrowProcessNumbered"/>
    <dgm:cxn modelId="{F56FA358-021D-4285-A17A-EDF8E94BECC4}" type="presParOf" srcId="{1B10BFD4-788F-4B50-AF1B-0CD8A9044E14}" destId="{FE6945DE-1269-4414-8F1F-4C8AA857D736}" srcOrd="11" destOrd="0" presId="urn:microsoft.com/office/officeart/2016/7/layout/LinearArrowProcessNumbered"/>
    <dgm:cxn modelId="{9E6AE175-FE41-4B17-9227-6611B20CC9E2}" type="presParOf" srcId="{1B10BFD4-788F-4B50-AF1B-0CD8A9044E14}" destId="{AAB2B1B7-F512-45FD-824A-5ABA54DBEBAA}" srcOrd="12" destOrd="0" presId="urn:microsoft.com/office/officeart/2016/7/layout/LinearArrowProcessNumbered"/>
    <dgm:cxn modelId="{14408557-21FF-466C-9432-1F9669DEC32C}" type="presParOf" srcId="{AAB2B1B7-F512-45FD-824A-5ABA54DBEBAA}" destId="{61C6A084-C11D-4207-957D-CBAC74194BB3}" srcOrd="0" destOrd="0" presId="urn:microsoft.com/office/officeart/2016/7/layout/LinearArrowProcessNumbered"/>
    <dgm:cxn modelId="{6B4A06B1-47AF-4ACA-8EA7-86AA9CB71F3A}" type="presParOf" srcId="{AAB2B1B7-F512-45FD-824A-5ABA54DBEBAA}" destId="{4A24AD62-B0A2-4A51-B5B9-4ECA335746FF}" srcOrd="1" destOrd="0" presId="urn:microsoft.com/office/officeart/2016/7/layout/LinearArrowProcessNumbered"/>
    <dgm:cxn modelId="{73FB34DF-2AD3-4522-AA4F-B77306249370}" type="presParOf" srcId="{4A24AD62-B0A2-4A51-B5B9-4ECA335746FF}" destId="{D18D8586-6B93-4D70-8CC3-DAD779204482}" srcOrd="0" destOrd="0" presId="urn:microsoft.com/office/officeart/2016/7/layout/LinearArrowProcessNumbered"/>
    <dgm:cxn modelId="{76DA76BF-8641-429A-B14C-9E07FFE685B7}" type="presParOf" srcId="{4A24AD62-B0A2-4A51-B5B9-4ECA335746FF}" destId="{2D9C1DA1-DF8A-4B3C-915C-8594D05B7E87}" srcOrd="1" destOrd="0" presId="urn:microsoft.com/office/officeart/2016/7/layout/LinearArrowProcessNumbered"/>
    <dgm:cxn modelId="{259B31C6-B771-4141-BC52-3AAF43BDD62E}" type="presParOf" srcId="{4A24AD62-B0A2-4A51-B5B9-4ECA335746FF}" destId="{68CDD619-3640-4442-A40F-49B8B0CFB149}" srcOrd="2" destOrd="0" presId="urn:microsoft.com/office/officeart/2016/7/layout/LinearArrowProcessNumbered"/>
    <dgm:cxn modelId="{D6950210-2553-4EEF-AE9F-423B188B3CD9}" type="presParOf" srcId="{4A24AD62-B0A2-4A51-B5B9-4ECA335746FF}" destId="{4DE90AB7-9CF2-466D-BDA9-05CFA4600104}" srcOrd="3" destOrd="0" presId="urn:microsoft.com/office/officeart/2016/7/layout/LinearArrowProcessNumbered"/>
    <dgm:cxn modelId="{F693FE3F-7F7B-46B0-8FC2-F46574C79F40}" type="presParOf" srcId="{AAB2B1B7-F512-45FD-824A-5ABA54DBEBAA}" destId="{31C93380-A92D-4CD8-94A5-4EEF045BD45E}" srcOrd="2" destOrd="0" presId="urn:microsoft.com/office/officeart/2016/7/layout/LinearArrowProcessNumbered"/>
    <dgm:cxn modelId="{9AD16175-783D-470B-BF82-882C08EF58AB}" type="presParOf" srcId="{1B10BFD4-788F-4B50-AF1B-0CD8A9044E14}" destId="{325FA01D-02E0-4EE9-B086-49B667F4BE6A}" srcOrd="13" destOrd="0" presId="urn:microsoft.com/office/officeart/2016/7/layout/LinearArrowProcessNumbered"/>
    <dgm:cxn modelId="{28CE51CE-7F3C-4867-B34E-2B63BE952A55}" type="presParOf" srcId="{1B10BFD4-788F-4B50-AF1B-0CD8A9044E14}" destId="{54D43E43-F1F1-406F-A0E7-CAC90EB2BBED}" srcOrd="14" destOrd="0" presId="urn:microsoft.com/office/officeart/2016/7/layout/LinearArrowProcessNumbered"/>
    <dgm:cxn modelId="{18C911C9-7557-423B-96CD-5E750A9704C5}" type="presParOf" srcId="{54D43E43-F1F1-406F-A0E7-CAC90EB2BBED}" destId="{CAA986F4-B645-4BD6-99B4-A6281ACA821C}" srcOrd="0" destOrd="0" presId="urn:microsoft.com/office/officeart/2016/7/layout/LinearArrowProcessNumbered"/>
    <dgm:cxn modelId="{D90845E0-1506-4A9F-83CF-DCBD0D8F1767}" type="presParOf" srcId="{54D43E43-F1F1-406F-A0E7-CAC90EB2BBED}" destId="{A2256760-9A28-4AF9-ABDB-DE35201D51BE}" srcOrd="1" destOrd="0" presId="urn:microsoft.com/office/officeart/2016/7/layout/LinearArrowProcessNumbered"/>
    <dgm:cxn modelId="{B0831BDF-241F-44CE-AE6A-699B97A9CB30}" type="presParOf" srcId="{A2256760-9A28-4AF9-ABDB-DE35201D51BE}" destId="{7A1C77D3-6585-4FEE-A0FA-9F7DE3C92A4C}" srcOrd="0" destOrd="0" presId="urn:microsoft.com/office/officeart/2016/7/layout/LinearArrowProcessNumbered"/>
    <dgm:cxn modelId="{8A9308BC-6AC5-4584-BE3F-C33A25EE09B2}" type="presParOf" srcId="{A2256760-9A28-4AF9-ABDB-DE35201D51BE}" destId="{62FA5C75-AC03-402D-84B9-2D04D471C26A}" srcOrd="1" destOrd="0" presId="urn:microsoft.com/office/officeart/2016/7/layout/LinearArrowProcessNumbered"/>
    <dgm:cxn modelId="{42FF66DD-0CF3-47F2-88DD-57F4CDD906EC}" type="presParOf" srcId="{A2256760-9A28-4AF9-ABDB-DE35201D51BE}" destId="{D7CA6A11-C81E-4EAA-AD91-C780457299DB}" srcOrd="2" destOrd="0" presId="urn:microsoft.com/office/officeart/2016/7/layout/LinearArrowProcessNumbered"/>
    <dgm:cxn modelId="{6A6E8469-DED9-4439-B004-31A904750148}" type="presParOf" srcId="{A2256760-9A28-4AF9-ABDB-DE35201D51BE}" destId="{23C159F8-D1F9-410E-899A-66BA7BFB210D}" srcOrd="3" destOrd="0" presId="urn:microsoft.com/office/officeart/2016/7/layout/LinearArrowProcessNumbered"/>
    <dgm:cxn modelId="{2B6C6274-EB9B-446A-8A0A-B39DEE25F530}" type="presParOf" srcId="{54D43E43-F1F1-406F-A0E7-CAC90EB2BBED}" destId="{E2B03F13-F599-4590-8F94-5D00B93F0A83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B407BB-7530-4EA1-A66A-4EF78B96A42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279EE65-CC16-4054-8F27-1ABDCB52CADE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Streamlined Library Operations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8847EA-2E05-495D-82CF-A98607AFDA6B}" type="parTrans" cxnId="{5F60E21B-24F8-40EB-A0C2-E599770B0A26}">
      <dgm:prSet/>
      <dgm:spPr/>
      <dgm:t>
        <a:bodyPr/>
        <a:lstStyle/>
        <a:p>
          <a:endParaRPr lang="en-US"/>
        </a:p>
      </dgm:t>
    </dgm:pt>
    <dgm:pt modelId="{AB7534F9-AB99-4FBA-A650-D22B5DAF23B2}" type="sibTrans" cxnId="{5F60E21B-24F8-40EB-A0C2-E599770B0A26}">
      <dgm:prSet/>
      <dgm:spPr/>
      <dgm:t>
        <a:bodyPr/>
        <a:lstStyle/>
        <a:p>
          <a:endParaRPr lang="en-US"/>
        </a:p>
      </dgm:t>
    </dgm:pt>
    <dgm:pt modelId="{5011B1FC-44EF-4894-9AC9-788653CDBAF9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Dual Implementation Options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2FA32-EC18-4B84-A174-1327F2FE5D1B}" type="parTrans" cxnId="{C2B2C308-C6D4-4FDB-BFC0-FB3C6989F01B}">
      <dgm:prSet/>
      <dgm:spPr/>
      <dgm:t>
        <a:bodyPr/>
        <a:lstStyle/>
        <a:p>
          <a:endParaRPr lang="en-US"/>
        </a:p>
      </dgm:t>
    </dgm:pt>
    <dgm:pt modelId="{F26380D7-4C64-4A6A-977D-49C12A604867}" type="sibTrans" cxnId="{C2B2C308-C6D4-4FDB-BFC0-FB3C6989F01B}">
      <dgm:prSet/>
      <dgm:spPr/>
      <dgm:t>
        <a:bodyPr/>
        <a:lstStyle/>
        <a:p>
          <a:endParaRPr lang="en-US"/>
        </a:p>
      </dgm:t>
    </dgm:pt>
    <dgm:pt modelId="{F08F4493-E1D0-4476-9213-2D97AC4F71A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Educational &amp; Developer-Friendly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976973-68A8-49F4-8FD6-2EF1C2573B76}" type="parTrans" cxnId="{78BF00B3-CAC4-4DB0-8BD9-B359D3EBAA13}">
      <dgm:prSet/>
      <dgm:spPr/>
      <dgm:t>
        <a:bodyPr/>
        <a:lstStyle/>
        <a:p>
          <a:endParaRPr lang="en-US"/>
        </a:p>
      </dgm:t>
    </dgm:pt>
    <dgm:pt modelId="{147E3092-6EA1-49D4-9661-F52E7A0958DB}" type="sibTrans" cxnId="{78BF00B3-CAC4-4DB0-8BD9-B359D3EBAA13}">
      <dgm:prSet/>
      <dgm:spPr/>
      <dgm:t>
        <a:bodyPr/>
        <a:lstStyle/>
        <a:p>
          <a:endParaRPr lang="en-US"/>
        </a:p>
      </dgm:t>
    </dgm:pt>
    <dgm:pt modelId="{2AA51B2F-7CA0-4531-8279-266579E70BE9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User-Friendly &amp; Interactive UI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371E4D-C789-43B3-88F2-30982F17FF3E}" type="parTrans" cxnId="{186750A4-6F68-447B-AA27-EA35C3E020A1}">
      <dgm:prSet/>
      <dgm:spPr/>
      <dgm:t>
        <a:bodyPr/>
        <a:lstStyle/>
        <a:p>
          <a:endParaRPr lang="en-US"/>
        </a:p>
      </dgm:t>
    </dgm:pt>
    <dgm:pt modelId="{D19E3A3D-B6B0-45AA-A63D-84CEAABE99A6}" type="sibTrans" cxnId="{186750A4-6F68-447B-AA27-EA35C3E020A1}">
      <dgm:prSet/>
      <dgm:spPr/>
      <dgm:t>
        <a:bodyPr/>
        <a:lstStyle/>
        <a:p>
          <a:endParaRPr lang="en-US"/>
        </a:p>
      </dgm:t>
    </dgm:pt>
    <dgm:pt modelId="{1EC397C9-1A90-4926-AB47-D79620CD6D3A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Offline Access &amp; Portability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868CCE-25D7-4C57-99FA-4A59DD2D2530}" type="parTrans" cxnId="{80AFA690-EB70-4D40-B9A2-72C62B9F16CB}">
      <dgm:prSet/>
      <dgm:spPr/>
      <dgm:t>
        <a:bodyPr/>
        <a:lstStyle/>
        <a:p>
          <a:endParaRPr lang="en-US"/>
        </a:p>
      </dgm:t>
    </dgm:pt>
    <dgm:pt modelId="{E1F1FE75-B2C6-4397-A30A-6F367AD23CB6}" type="sibTrans" cxnId="{80AFA690-EB70-4D40-B9A2-72C62B9F16CB}">
      <dgm:prSet/>
      <dgm:spPr/>
      <dgm:t>
        <a:bodyPr/>
        <a:lstStyle/>
        <a:p>
          <a:endParaRPr lang="en-US"/>
        </a:p>
      </dgm:t>
    </dgm:pt>
    <dgm:pt modelId="{4B3CD283-9367-4368-BB08-8A3A5B082D5D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Scalable &amp; Future-Ready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83B864-B8A3-4472-818D-08904EC01CDB}" type="parTrans" cxnId="{B5BDE911-2367-4D53-AF5F-042DD8DDD32C}">
      <dgm:prSet/>
      <dgm:spPr/>
      <dgm:t>
        <a:bodyPr/>
        <a:lstStyle/>
        <a:p>
          <a:endParaRPr lang="en-US"/>
        </a:p>
      </dgm:t>
    </dgm:pt>
    <dgm:pt modelId="{93576B0D-548E-45E3-83FA-6507A9FF5C90}" type="sibTrans" cxnId="{B5BDE911-2367-4D53-AF5F-042DD8DDD32C}">
      <dgm:prSet/>
      <dgm:spPr/>
      <dgm:t>
        <a:bodyPr/>
        <a:lstStyle/>
        <a:p>
          <a:endParaRPr lang="en-US"/>
        </a:p>
      </dgm:t>
    </dgm:pt>
    <dgm:pt modelId="{19171B4A-3471-4325-9B5E-BEF190020D57}" type="pres">
      <dgm:prSet presAssocID="{D4B407BB-7530-4EA1-A66A-4EF78B96A42D}" presName="linear" presStyleCnt="0">
        <dgm:presLayoutVars>
          <dgm:animLvl val="lvl"/>
          <dgm:resizeHandles val="exact"/>
        </dgm:presLayoutVars>
      </dgm:prSet>
      <dgm:spPr/>
    </dgm:pt>
    <dgm:pt modelId="{A68A9839-945F-4602-BB03-AA34F6034F88}" type="pres">
      <dgm:prSet presAssocID="{9279EE65-CC16-4054-8F27-1ABDCB52CAD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5C4BF62-3A17-4C3A-A5A9-C56502EA6E7A}" type="pres">
      <dgm:prSet presAssocID="{AB7534F9-AB99-4FBA-A650-D22B5DAF23B2}" presName="spacer" presStyleCnt="0"/>
      <dgm:spPr/>
    </dgm:pt>
    <dgm:pt modelId="{CD164D8A-8D7D-436B-BCAD-8B2B1719A90F}" type="pres">
      <dgm:prSet presAssocID="{5011B1FC-44EF-4894-9AC9-788653CDBAF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8AC4E9E-F12A-444C-9646-22D54451ADC6}" type="pres">
      <dgm:prSet presAssocID="{F26380D7-4C64-4A6A-977D-49C12A604867}" presName="spacer" presStyleCnt="0"/>
      <dgm:spPr/>
    </dgm:pt>
    <dgm:pt modelId="{68F008BD-7B93-4984-B8FA-42ACA573CB83}" type="pres">
      <dgm:prSet presAssocID="{F08F4493-E1D0-4476-9213-2D97AC4F71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57F518B-538A-49EF-97F9-32BD05A2F39F}" type="pres">
      <dgm:prSet presAssocID="{147E3092-6EA1-49D4-9661-F52E7A0958DB}" presName="spacer" presStyleCnt="0"/>
      <dgm:spPr/>
    </dgm:pt>
    <dgm:pt modelId="{9C4843A6-C9F5-479B-A955-AC4505330361}" type="pres">
      <dgm:prSet presAssocID="{2AA51B2F-7CA0-4531-8279-266579E70BE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AD55A63-5D9C-4F31-9AAE-F4A81EB532AB}" type="pres">
      <dgm:prSet presAssocID="{D19E3A3D-B6B0-45AA-A63D-84CEAABE99A6}" presName="spacer" presStyleCnt="0"/>
      <dgm:spPr/>
    </dgm:pt>
    <dgm:pt modelId="{827A46C1-C80E-4403-B910-88A8858DD917}" type="pres">
      <dgm:prSet presAssocID="{1EC397C9-1A90-4926-AB47-D79620CD6D3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931044B-7DD3-40A9-AF71-F8CED468D11C}" type="pres">
      <dgm:prSet presAssocID="{E1F1FE75-B2C6-4397-A30A-6F367AD23CB6}" presName="spacer" presStyleCnt="0"/>
      <dgm:spPr/>
    </dgm:pt>
    <dgm:pt modelId="{9593AE44-D818-41BC-B4EB-1EB2C110D746}" type="pres">
      <dgm:prSet presAssocID="{4B3CD283-9367-4368-BB08-8A3A5B082D5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2B2C308-C6D4-4FDB-BFC0-FB3C6989F01B}" srcId="{D4B407BB-7530-4EA1-A66A-4EF78B96A42D}" destId="{5011B1FC-44EF-4894-9AC9-788653CDBAF9}" srcOrd="1" destOrd="0" parTransId="{0FB2FA32-EC18-4B84-A174-1327F2FE5D1B}" sibTransId="{F26380D7-4C64-4A6A-977D-49C12A604867}"/>
    <dgm:cxn modelId="{B5BDE911-2367-4D53-AF5F-042DD8DDD32C}" srcId="{D4B407BB-7530-4EA1-A66A-4EF78B96A42D}" destId="{4B3CD283-9367-4368-BB08-8A3A5B082D5D}" srcOrd="5" destOrd="0" parTransId="{E783B864-B8A3-4472-818D-08904EC01CDB}" sibTransId="{93576B0D-548E-45E3-83FA-6507A9FF5C90}"/>
    <dgm:cxn modelId="{5F60E21B-24F8-40EB-A0C2-E599770B0A26}" srcId="{D4B407BB-7530-4EA1-A66A-4EF78B96A42D}" destId="{9279EE65-CC16-4054-8F27-1ABDCB52CADE}" srcOrd="0" destOrd="0" parTransId="{678847EA-2E05-495D-82CF-A98607AFDA6B}" sibTransId="{AB7534F9-AB99-4FBA-A650-D22B5DAF23B2}"/>
    <dgm:cxn modelId="{6745CB2A-EB85-4B45-A329-DBB8EA8C05CD}" type="presOf" srcId="{1EC397C9-1A90-4926-AB47-D79620CD6D3A}" destId="{827A46C1-C80E-4403-B910-88A8858DD917}" srcOrd="0" destOrd="0" presId="urn:microsoft.com/office/officeart/2005/8/layout/vList2"/>
    <dgm:cxn modelId="{3F844C5D-C9E8-4EC0-A6FF-6DE65C24A3C1}" type="presOf" srcId="{5011B1FC-44EF-4894-9AC9-788653CDBAF9}" destId="{CD164D8A-8D7D-436B-BCAD-8B2B1719A90F}" srcOrd="0" destOrd="0" presId="urn:microsoft.com/office/officeart/2005/8/layout/vList2"/>
    <dgm:cxn modelId="{00572D87-8FB4-42E7-8938-194BDA1A7504}" type="presOf" srcId="{F08F4493-E1D0-4476-9213-2D97AC4F71A3}" destId="{68F008BD-7B93-4984-B8FA-42ACA573CB83}" srcOrd="0" destOrd="0" presId="urn:microsoft.com/office/officeart/2005/8/layout/vList2"/>
    <dgm:cxn modelId="{80AFA690-EB70-4D40-B9A2-72C62B9F16CB}" srcId="{D4B407BB-7530-4EA1-A66A-4EF78B96A42D}" destId="{1EC397C9-1A90-4926-AB47-D79620CD6D3A}" srcOrd="4" destOrd="0" parTransId="{38868CCE-25D7-4C57-99FA-4A59DD2D2530}" sibTransId="{E1F1FE75-B2C6-4397-A30A-6F367AD23CB6}"/>
    <dgm:cxn modelId="{2D5907A4-3EB9-4C9C-833B-7BEBEFFB0A46}" type="presOf" srcId="{2AA51B2F-7CA0-4531-8279-266579E70BE9}" destId="{9C4843A6-C9F5-479B-A955-AC4505330361}" srcOrd="0" destOrd="0" presId="urn:microsoft.com/office/officeart/2005/8/layout/vList2"/>
    <dgm:cxn modelId="{186750A4-6F68-447B-AA27-EA35C3E020A1}" srcId="{D4B407BB-7530-4EA1-A66A-4EF78B96A42D}" destId="{2AA51B2F-7CA0-4531-8279-266579E70BE9}" srcOrd="3" destOrd="0" parTransId="{D1371E4D-C789-43B3-88F2-30982F17FF3E}" sibTransId="{D19E3A3D-B6B0-45AA-A63D-84CEAABE99A6}"/>
    <dgm:cxn modelId="{4F8408AF-C22B-4ACE-BEA5-91D9D1F267E6}" type="presOf" srcId="{D4B407BB-7530-4EA1-A66A-4EF78B96A42D}" destId="{19171B4A-3471-4325-9B5E-BEF190020D57}" srcOrd="0" destOrd="0" presId="urn:microsoft.com/office/officeart/2005/8/layout/vList2"/>
    <dgm:cxn modelId="{78BF00B3-CAC4-4DB0-8BD9-B359D3EBAA13}" srcId="{D4B407BB-7530-4EA1-A66A-4EF78B96A42D}" destId="{F08F4493-E1D0-4476-9213-2D97AC4F71A3}" srcOrd="2" destOrd="0" parTransId="{96976973-68A8-49F4-8FD6-2EF1C2573B76}" sibTransId="{147E3092-6EA1-49D4-9661-F52E7A0958DB}"/>
    <dgm:cxn modelId="{048BA0C2-A98F-4985-83AF-6CA140A0D253}" type="presOf" srcId="{4B3CD283-9367-4368-BB08-8A3A5B082D5D}" destId="{9593AE44-D818-41BC-B4EB-1EB2C110D746}" srcOrd="0" destOrd="0" presId="urn:microsoft.com/office/officeart/2005/8/layout/vList2"/>
    <dgm:cxn modelId="{2B33FCC7-1131-4AF8-BB6F-B33C26811EFD}" type="presOf" srcId="{9279EE65-CC16-4054-8F27-1ABDCB52CADE}" destId="{A68A9839-945F-4602-BB03-AA34F6034F88}" srcOrd="0" destOrd="0" presId="urn:microsoft.com/office/officeart/2005/8/layout/vList2"/>
    <dgm:cxn modelId="{7BB4728D-2240-4C5C-951D-0455888C9057}" type="presParOf" srcId="{19171B4A-3471-4325-9B5E-BEF190020D57}" destId="{A68A9839-945F-4602-BB03-AA34F6034F88}" srcOrd="0" destOrd="0" presId="urn:microsoft.com/office/officeart/2005/8/layout/vList2"/>
    <dgm:cxn modelId="{C865DC35-A97A-49AD-9942-1F86E1369E2D}" type="presParOf" srcId="{19171B4A-3471-4325-9B5E-BEF190020D57}" destId="{65C4BF62-3A17-4C3A-A5A9-C56502EA6E7A}" srcOrd="1" destOrd="0" presId="urn:microsoft.com/office/officeart/2005/8/layout/vList2"/>
    <dgm:cxn modelId="{0CB504A2-05D2-4C3D-925E-446C7AA9E278}" type="presParOf" srcId="{19171B4A-3471-4325-9B5E-BEF190020D57}" destId="{CD164D8A-8D7D-436B-BCAD-8B2B1719A90F}" srcOrd="2" destOrd="0" presId="urn:microsoft.com/office/officeart/2005/8/layout/vList2"/>
    <dgm:cxn modelId="{6C3972B9-20E3-4709-976E-4703AF6F933C}" type="presParOf" srcId="{19171B4A-3471-4325-9B5E-BEF190020D57}" destId="{A8AC4E9E-F12A-444C-9646-22D54451ADC6}" srcOrd="3" destOrd="0" presId="urn:microsoft.com/office/officeart/2005/8/layout/vList2"/>
    <dgm:cxn modelId="{ABE53FB7-A49D-4A19-94FA-E24CEF57AC27}" type="presParOf" srcId="{19171B4A-3471-4325-9B5E-BEF190020D57}" destId="{68F008BD-7B93-4984-B8FA-42ACA573CB83}" srcOrd="4" destOrd="0" presId="urn:microsoft.com/office/officeart/2005/8/layout/vList2"/>
    <dgm:cxn modelId="{E1563126-A0CC-4B0F-B02A-D7053014E2FF}" type="presParOf" srcId="{19171B4A-3471-4325-9B5E-BEF190020D57}" destId="{657F518B-538A-49EF-97F9-32BD05A2F39F}" srcOrd="5" destOrd="0" presId="urn:microsoft.com/office/officeart/2005/8/layout/vList2"/>
    <dgm:cxn modelId="{E683EAF8-8400-422D-A1B7-C7AFEA46108C}" type="presParOf" srcId="{19171B4A-3471-4325-9B5E-BEF190020D57}" destId="{9C4843A6-C9F5-479B-A955-AC4505330361}" srcOrd="6" destOrd="0" presId="urn:microsoft.com/office/officeart/2005/8/layout/vList2"/>
    <dgm:cxn modelId="{D1AF58F6-ABD1-4167-B8FE-6D1D2BF7531E}" type="presParOf" srcId="{19171B4A-3471-4325-9B5E-BEF190020D57}" destId="{2AD55A63-5D9C-4F31-9AAE-F4A81EB532AB}" srcOrd="7" destOrd="0" presId="urn:microsoft.com/office/officeart/2005/8/layout/vList2"/>
    <dgm:cxn modelId="{064A55AD-174F-40AC-80B6-57CEAE301AD2}" type="presParOf" srcId="{19171B4A-3471-4325-9B5E-BEF190020D57}" destId="{827A46C1-C80E-4403-B910-88A8858DD917}" srcOrd="8" destOrd="0" presId="urn:microsoft.com/office/officeart/2005/8/layout/vList2"/>
    <dgm:cxn modelId="{411C3607-E16D-449B-829F-380A7F0BF0EB}" type="presParOf" srcId="{19171B4A-3471-4325-9B5E-BEF190020D57}" destId="{C931044B-7DD3-40A9-AF71-F8CED468D11C}" srcOrd="9" destOrd="0" presId="urn:microsoft.com/office/officeart/2005/8/layout/vList2"/>
    <dgm:cxn modelId="{E669A122-FC70-4335-95A1-B084D4A09F2B}" type="presParOf" srcId="{19171B4A-3471-4325-9B5E-BEF190020D57}" destId="{9593AE44-D818-41BC-B4EB-1EB2C110D74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B72C70-A7EB-4512-90B8-61EB5307AAE8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70F4E31-136A-4782-8FB9-E307474AA444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User authentication (admin, librarian, members).</a:t>
          </a:r>
        </a:p>
      </dgm:t>
    </dgm:pt>
    <dgm:pt modelId="{D69ACAA2-A8F5-49CF-A1EF-6F76B9584978}" type="parTrans" cxnId="{7D853A3E-5599-48BA-AF1B-F9D30B923D61}">
      <dgm:prSet/>
      <dgm:spPr/>
      <dgm:t>
        <a:bodyPr/>
        <a:lstStyle/>
        <a:p>
          <a:endParaRPr lang="en-US"/>
        </a:p>
      </dgm:t>
    </dgm:pt>
    <dgm:pt modelId="{BE581530-959D-407B-ABA8-826A43FFEFD4}" type="sibTrans" cxnId="{7D853A3E-5599-48BA-AF1B-F9D30B923D61}">
      <dgm:prSet/>
      <dgm:spPr/>
      <dgm:t>
        <a:bodyPr/>
        <a:lstStyle/>
        <a:p>
          <a:endParaRPr lang="en-US"/>
        </a:p>
      </dgm:t>
    </dgm:pt>
    <dgm:pt modelId="{023D2E01-3918-43AB-AD82-5A40CDF8FDB4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Reports and analytics (overdue books, fines collected).</a:t>
          </a:r>
        </a:p>
      </dgm:t>
    </dgm:pt>
    <dgm:pt modelId="{169DF463-2226-41ED-BBAA-DD4921B8F12C}" type="parTrans" cxnId="{8D7B8392-1C68-4F24-800E-47372E0C066C}">
      <dgm:prSet/>
      <dgm:spPr/>
      <dgm:t>
        <a:bodyPr/>
        <a:lstStyle/>
        <a:p>
          <a:endParaRPr lang="en-US"/>
        </a:p>
      </dgm:t>
    </dgm:pt>
    <dgm:pt modelId="{3B962C8B-A3AA-4D95-8AD8-982A07F8644E}" type="sibTrans" cxnId="{8D7B8392-1C68-4F24-800E-47372E0C066C}">
      <dgm:prSet/>
      <dgm:spPr/>
      <dgm:t>
        <a:bodyPr/>
        <a:lstStyle/>
        <a:p>
          <a:endParaRPr lang="en-US"/>
        </a:p>
      </dgm:t>
    </dgm:pt>
    <dgm:pt modelId="{8C79653F-D9CC-45FC-AB0D-FF2F7B1CC0C5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Enhanced UI/UX with validations and error handling.</a:t>
          </a:r>
        </a:p>
      </dgm:t>
    </dgm:pt>
    <dgm:pt modelId="{C4A97964-2C4F-4535-B1D9-CD184E79E6BC}" type="parTrans" cxnId="{13ED9671-DC8F-4874-8781-D994E23D7BF8}">
      <dgm:prSet/>
      <dgm:spPr/>
      <dgm:t>
        <a:bodyPr/>
        <a:lstStyle/>
        <a:p>
          <a:endParaRPr lang="en-US"/>
        </a:p>
      </dgm:t>
    </dgm:pt>
    <dgm:pt modelId="{E08EF455-C6C3-4766-B3F1-C6FBD9F3E4AC}" type="sibTrans" cxnId="{13ED9671-DC8F-4874-8781-D994E23D7BF8}">
      <dgm:prSet/>
      <dgm:spPr/>
      <dgm:t>
        <a:bodyPr/>
        <a:lstStyle/>
        <a:p>
          <a:endParaRPr lang="en-US"/>
        </a:p>
      </dgm:t>
    </dgm:pt>
    <dgm:pt modelId="{3DCDFBC5-8538-41D0-B72A-ED47BD15BCB4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Deployment on Docker and Cloud hosting</a:t>
          </a:r>
        </a:p>
      </dgm:t>
    </dgm:pt>
    <dgm:pt modelId="{ECC3D580-C917-413D-9CC1-6D1C42D6B9D4}" type="parTrans" cxnId="{4052659F-D90C-4F8F-AA75-BF0E95C60A13}">
      <dgm:prSet/>
      <dgm:spPr/>
      <dgm:t>
        <a:bodyPr/>
        <a:lstStyle/>
        <a:p>
          <a:endParaRPr lang="en-US"/>
        </a:p>
      </dgm:t>
    </dgm:pt>
    <dgm:pt modelId="{521587D1-F453-45A1-A6C0-DCB36771983C}" type="sibTrans" cxnId="{4052659F-D90C-4F8F-AA75-BF0E95C60A13}">
      <dgm:prSet/>
      <dgm:spPr/>
      <dgm:t>
        <a:bodyPr/>
        <a:lstStyle/>
        <a:p>
          <a:endParaRPr lang="en-US"/>
        </a:p>
      </dgm:t>
    </dgm:pt>
    <dgm:pt modelId="{7031E4C5-16A9-4540-9B3A-7D5C8EE0599F}" type="pres">
      <dgm:prSet presAssocID="{48B72C70-A7EB-4512-90B8-61EB5307AAE8}" presName="matrix" presStyleCnt="0">
        <dgm:presLayoutVars>
          <dgm:chMax val="1"/>
          <dgm:dir/>
          <dgm:resizeHandles val="exact"/>
        </dgm:presLayoutVars>
      </dgm:prSet>
      <dgm:spPr/>
    </dgm:pt>
    <dgm:pt modelId="{D4E07EAB-9D2D-407D-A8B9-8F144E1ABF86}" type="pres">
      <dgm:prSet presAssocID="{48B72C70-A7EB-4512-90B8-61EB5307AAE8}" presName="diamond" presStyleLbl="bgShp" presStyleIdx="0" presStyleCnt="1"/>
      <dgm:spPr/>
    </dgm:pt>
    <dgm:pt modelId="{BCC69425-D3E5-4A85-A631-8064F4581500}" type="pres">
      <dgm:prSet presAssocID="{48B72C70-A7EB-4512-90B8-61EB5307AAE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204D1E8-531B-454C-89B3-25FC88E67847}" type="pres">
      <dgm:prSet presAssocID="{48B72C70-A7EB-4512-90B8-61EB5307AAE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BCAB9E2-617F-4EC8-AD7E-A8CE9F8B64EB}" type="pres">
      <dgm:prSet presAssocID="{48B72C70-A7EB-4512-90B8-61EB5307AAE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C26809B-BE69-4418-AA7A-DAA00F2BECC4}" type="pres">
      <dgm:prSet presAssocID="{48B72C70-A7EB-4512-90B8-61EB5307AAE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853A3E-5599-48BA-AF1B-F9D30B923D61}" srcId="{48B72C70-A7EB-4512-90B8-61EB5307AAE8}" destId="{A70F4E31-136A-4782-8FB9-E307474AA444}" srcOrd="0" destOrd="0" parTransId="{D69ACAA2-A8F5-49CF-A1EF-6F76B9584978}" sibTransId="{BE581530-959D-407B-ABA8-826A43FFEFD4}"/>
    <dgm:cxn modelId="{8E990245-404F-4C85-BFFB-783CD4CC9015}" type="presOf" srcId="{3DCDFBC5-8538-41D0-B72A-ED47BD15BCB4}" destId="{8C26809B-BE69-4418-AA7A-DAA00F2BECC4}" srcOrd="0" destOrd="0" presId="urn:microsoft.com/office/officeart/2005/8/layout/matrix3"/>
    <dgm:cxn modelId="{13ED9671-DC8F-4874-8781-D994E23D7BF8}" srcId="{48B72C70-A7EB-4512-90B8-61EB5307AAE8}" destId="{8C79653F-D9CC-45FC-AB0D-FF2F7B1CC0C5}" srcOrd="2" destOrd="0" parTransId="{C4A97964-2C4F-4535-B1D9-CD184E79E6BC}" sibTransId="{E08EF455-C6C3-4766-B3F1-C6FBD9F3E4AC}"/>
    <dgm:cxn modelId="{8D7B8392-1C68-4F24-800E-47372E0C066C}" srcId="{48B72C70-A7EB-4512-90B8-61EB5307AAE8}" destId="{023D2E01-3918-43AB-AD82-5A40CDF8FDB4}" srcOrd="1" destOrd="0" parTransId="{169DF463-2226-41ED-BBAA-DD4921B8F12C}" sibTransId="{3B962C8B-A3AA-4D95-8AD8-982A07F8644E}"/>
    <dgm:cxn modelId="{BE9E3B93-3515-49E0-9090-174A2DE131F7}" type="presOf" srcId="{A70F4E31-136A-4782-8FB9-E307474AA444}" destId="{BCC69425-D3E5-4A85-A631-8064F4581500}" srcOrd="0" destOrd="0" presId="urn:microsoft.com/office/officeart/2005/8/layout/matrix3"/>
    <dgm:cxn modelId="{4052659F-D90C-4F8F-AA75-BF0E95C60A13}" srcId="{48B72C70-A7EB-4512-90B8-61EB5307AAE8}" destId="{3DCDFBC5-8538-41D0-B72A-ED47BD15BCB4}" srcOrd="3" destOrd="0" parTransId="{ECC3D580-C917-413D-9CC1-6D1C42D6B9D4}" sibTransId="{521587D1-F453-45A1-A6C0-DCB36771983C}"/>
    <dgm:cxn modelId="{4F3BCEAB-C54E-4150-9BF6-7501AF3DD830}" type="presOf" srcId="{8C79653F-D9CC-45FC-AB0D-FF2F7B1CC0C5}" destId="{2BCAB9E2-617F-4EC8-AD7E-A8CE9F8B64EB}" srcOrd="0" destOrd="0" presId="urn:microsoft.com/office/officeart/2005/8/layout/matrix3"/>
    <dgm:cxn modelId="{82E0F1AE-AFD6-40B6-9444-2BA77FC45882}" type="presOf" srcId="{023D2E01-3918-43AB-AD82-5A40CDF8FDB4}" destId="{C204D1E8-531B-454C-89B3-25FC88E67847}" srcOrd="0" destOrd="0" presId="urn:microsoft.com/office/officeart/2005/8/layout/matrix3"/>
    <dgm:cxn modelId="{80BA13FC-30A2-41D7-A24C-4EBE93D21123}" type="presOf" srcId="{48B72C70-A7EB-4512-90B8-61EB5307AAE8}" destId="{7031E4C5-16A9-4540-9B3A-7D5C8EE0599F}" srcOrd="0" destOrd="0" presId="urn:microsoft.com/office/officeart/2005/8/layout/matrix3"/>
    <dgm:cxn modelId="{E3A4D5BB-9F5D-4A9F-BB4B-C7B280A68FB1}" type="presParOf" srcId="{7031E4C5-16A9-4540-9B3A-7D5C8EE0599F}" destId="{D4E07EAB-9D2D-407D-A8B9-8F144E1ABF86}" srcOrd="0" destOrd="0" presId="urn:microsoft.com/office/officeart/2005/8/layout/matrix3"/>
    <dgm:cxn modelId="{E86023EB-E785-4366-AF8E-3CC373B58182}" type="presParOf" srcId="{7031E4C5-16A9-4540-9B3A-7D5C8EE0599F}" destId="{BCC69425-D3E5-4A85-A631-8064F4581500}" srcOrd="1" destOrd="0" presId="urn:microsoft.com/office/officeart/2005/8/layout/matrix3"/>
    <dgm:cxn modelId="{5CDED4C9-CB42-40F0-A746-2FF13B2C809A}" type="presParOf" srcId="{7031E4C5-16A9-4540-9B3A-7D5C8EE0599F}" destId="{C204D1E8-531B-454C-89B3-25FC88E67847}" srcOrd="2" destOrd="0" presId="urn:microsoft.com/office/officeart/2005/8/layout/matrix3"/>
    <dgm:cxn modelId="{650F1B01-36E9-4EF3-8B11-25FD8D4F3B6D}" type="presParOf" srcId="{7031E4C5-16A9-4540-9B3A-7D5C8EE0599F}" destId="{2BCAB9E2-617F-4EC8-AD7E-A8CE9F8B64EB}" srcOrd="3" destOrd="0" presId="urn:microsoft.com/office/officeart/2005/8/layout/matrix3"/>
    <dgm:cxn modelId="{F84EAD9D-B22A-439C-9502-5593B44046AB}" type="presParOf" srcId="{7031E4C5-16A9-4540-9B3A-7D5C8EE0599F}" destId="{8C26809B-BE69-4418-AA7A-DAA00F2BECC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86D6B-09D9-4E35-B3E0-C2479146C1CB}">
      <dsp:nvSpPr>
        <dsp:cNvPr id="0" name=""/>
        <dsp:cNvSpPr/>
      </dsp:nvSpPr>
      <dsp:spPr>
        <a:xfrm>
          <a:off x="1953" y="662954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53" y="662954"/>
        <a:ext cx="2461245" cy="1476747"/>
      </dsp:txXfrm>
    </dsp:sp>
    <dsp:sp modelId="{59B5B603-C3BE-4EE2-8738-6196257284F2}">
      <dsp:nvSpPr>
        <dsp:cNvPr id="0" name=""/>
        <dsp:cNvSpPr/>
      </dsp:nvSpPr>
      <dsp:spPr>
        <a:xfrm>
          <a:off x="2709322" y="662954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5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Abstract</a:t>
          </a:r>
        </a:p>
      </dsp:txBody>
      <dsp:txXfrm>
        <a:off x="2709322" y="662954"/>
        <a:ext cx="2461245" cy="1476747"/>
      </dsp:txXfrm>
    </dsp:sp>
    <dsp:sp modelId="{D51FE7C9-FEEA-4327-B92D-00943753AB9B}">
      <dsp:nvSpPr>
        <dsp:cNvPr id="0" name=""/>
        <dsp:cNvSpPr/>
      </dsp:nvSpPr>
      <dsp:spPr>
        <a:xfrm>
          <a:off x="5416692" y="662954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16692" y="662954"/>
        <a:ext cx="2461245" cy="1476747"/>
      </dsp:txXfrm>
    </dsp:sp>
    <dsp:sp modelId="{8E4C5C61-C89F-443D-83E3-BCF1A91BD905}">
      <dsp:nvSpPr>
        <dsp:cNvPr id="0" name=""/>
        <dsp:cNvSpPr/>
      </dsp:nvSpPr>
      <dsp:spPr>
        <a:xfrm>
          <a:off x="8124062" y="662954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75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24062" y="662954"/>
        <a:ext cx="2461245" cy="1476747"/>
      </dsp:txXfrm>
    </dsp:sp>
    <dsp:sp modelId="{94F3E201-8DD3-44C7-ACEB-18CDCA7C7381}">
      <dsp:nvSpPr>
        <dsp:cNvPr id="0" name=""/>
        <dsp:cNvSpPr/>
      </dsp:nvSpPr>
      <dsp:spPr>
        <a:xfrm>
          <a:off x="10831431" y="662954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Requirements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831431" y="662954"/>
        <a:ext cx="2461245" cy="1476747"/>
      </dsp:txXfrm>
    </dsp:sp>
    <dsp:sp modelId="{57A9F5F5-B95E-4484-9CC2-6629AD91104B}">
      <dsp:nvSpPr>
        <dsp:cNvPr id="0" name=""/>
        <dsp:cNvSpPr/>
      </dsp:nvSpPr>
      <dsp:spPr>
        <a:xfrm>
          <a:off x="13538801" y="662954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25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System Architecture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538801" y="662954"/>
        <a:ext cx="2461245" cy="1476747"/>
      </dsp:txXfrm>
    </dsp:sp>
    <dsp:sp modelId="{1572EC4E-25F6-45F4-BFFF-09325E0A7E0B}">
      <dsp:nvSpPr>
        <dsp:cNvPr id="0" name=""/>
        <dsp:cNvSpPr/>
      </dsp:nvSpPr>
      <dsp:spPr>
        <a:xfrm>
          <a:off x="1953" y="2385826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Project Flow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53" y="2385826"/>
        <a:ext cx="2461245" cy="1476747"/>
      </dsp:txXfrm>
    </dsp:sp>
    <dsp:sp modelId="{FF28E4CE-E104-45EC-8F3A-27FBFB608DFA}">
      <dsp:nvSpPr>
        <dsp:cNvPr id="0" name=""/>
        <dsp:cNvSpPr/>
      </dsp:nvSpPr>
      <dsp:spPr>
        <a:xfrm>
          <a:off x="2709322" y="2385826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75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09322" y="2385826"/>
        <a:ext cx="2461245" cy="1476747"/>
      </dsp:txXfrm>
    </dsp:sp>
    <dsp:sp modelId="{115F9BDF-73C0-41DD-AC21-507D1C8A03C0}">
      <dsp:nvSpPr>
        <dsp:cNvPr id="0" name=""/>
        <dsp:cNvSpPr/>
      </dsp:nvSpPr>
      <dsp:spPr>
        <a:xfrm>
          <a:off x="5416692" y="2385826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16692" y="2385826"/>
        <a:ext cx="2461245" cy="1476747"/>
      </dsp:txXfrm>
    </dsp:sp>
    <dsp:sp modelId="{BBC5295A-9D2A-4D59-A871-7DD110CB54BC}">
      <dsp:nvSpPr>
        <dsp:cNvPr id="0" name=""/>
        <dsp:cNvSpPr/>
      </dsp:nvSpPr>
      <dsp:spPr>
        <a:xfrm>
          <a:off x="8124062" y="2385826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25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API integration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24062" y="2385826"/>
        <a:ext cx="2461245" cy="1476747"/>
      </dsp:txXfrm>
    </dsp:sp>
    <dsp:sp modelId="{7947C654-3DBD-40BB-A5CF-9DD33C90A3C2}">
      <dsp:nvSpPr>
        <dsp:cNvPr id="0" name=""/>
        <dsp:cNvSpPr/>
      </dsp:nvSpPr>
      <dsp:spPr>
        <a:xfrm>
          <a:off x="10831431" y="2385826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Core Concepts Used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831431" y="2385826"/>
        <a:ext cx="2461245" cy="1476747"/>
      </dsp:txXfrm>
    </dsp:sp>
    <dsp:sp modelId="{7E2AB25B-B303-4478-8FF1-98002021085B}">
      <dsp:nvSpPr>
        <dsp:cNvPr id="0" name=""/>
        <dsp:cNvSpPr/>
      </dsp:nvSpPr>
      <dsp:spPr>
        <a:xfrm>
          <a:off x="13538801" y="2385826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75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Classes and Methods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538801" y="2385826"/>
        <a:ext cx="2461245" cy="1476747"/>
      </dsp:txXfrm>
    </dsp:sp>
    <dsp:sp modelId="{024E198B-90B9-453B-84A8-BA159C2F0E04}">
      <dsp:nvSpPr>
        <dsp:cNvPr id="0" name=""/>
        <dsp:cNvSpPr/>
      </dsp:nvSpPr>
      <dsp:spPr>
        <a:xfrm>
          <a:off x="1355638" y="4108698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Design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55638" y="4108698"/>
        <a:ext cx="2461245" cy="1476747"/>
      </dsp:txXfrm>
    </dsp:sp>
    <dsp:sp modelId="{74B0A621-B3CB-421B-B4A2-F6F8AFAEE878}">
      <dsp:nvSpPr>
        <dsp:cNvPr id="0" name=""/>
        <dsp:cNvSpPr/>
      </dsp:nvSpPr>
      <dsp:spPr>
        <a:xfrm>
          <a:off x="4063007" y="4108698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25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CLI Menu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63007" y="4108698"/>
        <a:ext cx="2461245" cy="1476747"/>
      </dsp:txXfrm>
    </dsp:sp>
    <dsp:sp modelId="{A1287708-5092-4134-9914-26E96A708390}">
      <dsp:nvSpPr>
        <dsp:cNvPr id="0" name=""/>
        <dsp:cNvSpPr/>
      </dsp:nvSpPr>
      <dsp:spPr>
        <a:xfrm>
          <a:off x="6770377" y="4108698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Features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70377" y="4108698"/>
        <a:ext cx="2461245" cy="1476747"/>
      </dsp:txXfrm>
    </dsp:sp>
    <dsp:sp modelId="{1B658BFF-E79B-4ED4-8572-7CB493A74ECD}">
      <dsp:nvSpPr>
        <dsp:cNvPr id="0" name=""/>
        <dsp:cNvSpPr/>
      </dsp:nvSpPr>
      <dsp:spPr>
        <a:xfrm>
          <a:off x="9477747" y="4108698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75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Future Enhancements</a:t>
          </a: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477747" y="4108698"/>
        <a:ext cx="2461245" cy="1476747"/>
      </dsp:txXfrm>
    </dsp:sp>
    <dsp:sp modelId="{1748A0B2-458D-451C-9A44-E467DE32B303}">
      <dsp:nvSpPr>
        <dsp:cNvPr id="0" name=""/>
        <dsp:cNvSpPr/>
      </dsp:nvSpPr>
      <dsp:spPr>
        <a:xfrm>
          <a:off x="12185116" y="4108698"/>
          <a:ext cx="2461245" cy="1476747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185116" y="4108698"/>
        <a:ext cx="2461245" cy="14767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D59F9-C52B-4991-B8D7-85B258628110}">
      <dsp:nvSpPr>
        <dsp:cNvPr id="0" name=""/>
        <dsp:cNvSpPr/>
      </dsp:nvSpPr>
      <dsp:spPr>
        <a:xfrm>
          <a:off x="0" y="0"/>
          <a:ext cx="10302240" cy="1542288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Book Class → Represents books in the system.</a:t>
          </a:r>
        </a:p>
      </dsp:txBody>
      <dsp:txXfrm>
        <a:off x="45172" y="45172"/>
        <a:ext cx="8507667" cy="1451944"/>
      </dsp:txXfrm>
    </dsp:sp>
    <dsp:sp modelId="{42F3DB98-801B-4EC5-8BAA-FB6ECC2F7969}">
      <dsp:nvSpPr>
        <dsp:cNvPr id="0" name=""/>
        <dsp:cNvSpPr/>
      </dsp:nvSpPr>
      <dsp:spPr>
        <a:xfrm>
          <a:off x="862812" y="1822704"/>
          <a:ext cx="10302240" cy="1542288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BaseMember Class → Abstract parent class.</a:t>
          </a:r>
        </a:p>
      </dsp:txBody>
      <dsp:txXfrm>
        <a:off x="907984" y="1867876"/>
        <a:ext cx="8346596" cy="1451944"/>
      </dsp:txXfrm>
    </dsp:sp>
    <dsp:sp modelId="{34C00BC6-3488-47C7-8BAB-D0D260FFF764}">
      <dsp:nvSpPr>
        <dsp:cNvPr id="0" name=""/>
        <dsp:cNvSpPr/>
      </dsp:nvSpPr>
      <dsp:spPr>
        <a:xfrm>
          <a:off x="1712747" y="3645408"/>
          <a:ext cx="10302240" cy="154228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StudentMember / </a:t>
          </a:r>
          <a:r>
            <a:rPr lang="en-US" sz="4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FacultyMember</a:t>
          </a:r>
          <a:r>
            <a:rPr lang="en-US" sz="4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→ Inherit from BaseMember.</a:t>
          </a:r>
        </a:p>
      </dsp:txBody>
      <dsp:txXfrm>
        <a:off x="1757919" y="3690580"/>
        <a:ext cx="8359474" cy="1451944"/>
      </dsp:txXfrm>
    </dsp:sp>
    <dsp:sp modelId="{678BDDAB-9C69-4513-9556-FFF78F379C6C}">
      <dsp:nvSpPr>
        <dsp:cNvPr id="0" name=""/>
        <dsp:cNvSpPr/>
      </dsp:nvSpPr>
      <dsp:spPr>
        <a:xfrm>
          <a:off x="2575559" y="5468112"/>
          <a:ext cx="10302240" cy="1542288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LibraryPortal → Manages books and members (composition relationship).</a:t>
          </a:r>
        </a:p>
      </dsp:txBody>
      <dsp:txXfrm>
        <a:off x="2620731" y="5513284"/>
        <a:ext cx="8346596" cy="1451943"/>
      </dsp:txXfrm>
    </dsp:sp>
    <dsp:sp modelId="{A7C37CD6-9CC5-41ED-A125-E5A23A70BD71}">
      <dsp:nvSpPr>
        <dsp:cNvPr id="0" name=""/>
        <dsp:cNvSpPr/>
      </dsp:nvSpPr>
      <dsp:spPr>
        <a:xfrm>
          <a:off x="9299752" y="1181252"/>
          <a:ext cx="1002487" cy="100248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525312" y="1181252"/>
        <a:ext cx="551367" cy="754371"/>
      </dsp:txXfrm>
    </dsp:sp>
    <dsp:sp modelId="{00262995-D5DF-447D-B685-19CE4A47E5A7}">
      <dsp:nvSpPr>
        <dsp:cNvPr id="0" name=""/>
        <dsp:cNvSpPr/>
      </dsp:nvSpPr>
      <dsp:spPr>
        <a:xfrm>
          <a:off x="10162565" y="3003956"/>
          <a:ext cx="1002487" cy="100248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lumMod val="40000"/>
            <a:lumOff val="60000"/>
            <a:alpha val="9000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0388125" y="3003956"/>
        <a:ext cx="551367" cy="754371"/>
      </dsp:txXfrm>
    </dsp:sp>
    <dsp:sp modelId="{AC345E17-EFF9-4DFF-93DC-22B05A74082B}">
      <dsp:nvSpPr>
        <dsp:cNvPr id="0" name=""/>
        <dsp:cNvSpPr/>
      </dsp:nvSpPr>
      <dsp:spPr>
        <a:xfrm>
          <a:off x="11012500" y="4826660"/>
          <a:ext cx="1002487" cy="100248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lumMod val="40000"/>
            <a:lumOff val="60000"/>
            <a:alpha val="9000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1238060" y="4826660"/>
        <a:ext cx="551367" cy="7543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CA17E-F2E7-40C4-A34C-E6F218D338F4}">
      <dsp:nvSpPr>
        <dsp:cNvPr id="0" name=""/>
        <dsp:cNvSpPr/>
      </dsp:nvSpPr>
      <dsp:spPr>
        <a:xfrm>
          <a:off x="854424" y="1296560"/>
          <a:ext cx="673053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6C38A-78A9-4EB0-83CF-2F3D42704A64}">
      <dsp:nvSpPr>
        <dsp:cNvPr id="0" name=""/>
        <dsp:cNvSpPr/>
      </dsp:nvSpPr>
      <dsp:spPr>
        <a:xfrm>
          <a:off x="1567861" y="1240004"/>
          <a:ext cx="77401" cy="14552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BD1A2-8DE5-4B18-8C31-400C2A7B9E46}">
      <dsp:nvSpPr>
        <dsp:cNvPr id="0" name=""/>
        <dsp:cNvSpPr/>
      </dsp:nvSpPr>
      <dsp:spPr>
        <a:xfrm>
          <a:off x="448864" y="975168"/>
          <a:ext cx="642855" cy="642855"/>
        </a:xfrm>
        <a:prstGeom prst="ellipse">
          <a:avLst/>
        </a:prstGeom>
        <a:solidFill>
          <a:schemeClr val="accent1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46" tIns="24946" rIns="24946" bIns="2494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</a:t>
          </a:r>
          <a:endParaRPr lang="en-US" sz="2900" kern="1200" dirty="0"/>
        </a:p>
      </dsp:txBody>
      <dsp:txXfrm>
        <a:off x="543008" y="1069312"/>
        <a:ext cx="454567" cy="454567"/>
      </dsp:txXfrm>
    </dsp:sp>
    <dsp:sp modelId="{A6F714B6-223C-47F8-A860-B6D6D5FF701A}">
      <dsp:nvSpPr>
        <dsp:cNvPr id="0" name=""/>
        <dsp:cNvSpPr/>
      </dsp:nvSpPr>
      <dsp:spPr>
        <a:xfrm>
          <a:off x="13107" y="1783622"/>
          <a:ext cx="15143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55" tIns="165100" rIns="119455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Insert Book → Add a new book with ID, title, author, and ISBN.</a:t>
          </a:r>
        </a:p>
      </dsp:txBody>
      <dsp:txXfrm>
        <a:off x="13107" y="2086496"/>
        <a:ext cx="1514370" cy="1662726"/>
      </dsp:txXfrm>
    </dsp:sp>
    <dsp:sp modelId="{DC85FA43-90EB-4F68-863E-6076867A8D23}">
      <dsp:nvSpPr>
        <dsp:cNvPr id="0" name=""/>
        <dsp:cNvSpPr/>
      </dsp:nvSpPr>
      <dsp:spPr>
        <a:xfrm>
          <a:off x="1695741" y="1296563"/>
          <a:ext cx="1514370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3C3FB-1452-4BBB-8A04-DC3D24D8CBE2}">
      <dsp:nvSpPr>
        <dsp:cNvPr id="0" name=""/>
        <dsp:cNvSpPr/>
      </dsp:nvSpPr>
      <dsp:spPr>
        <a:xfrm>
          <a:off x="3250494" y="1240007"/>
          <a:ext cx="77401" cy="14552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6151D-4AF0-4DFD-82E8-44E1310B2A39}">
      <dsp:nvSpPr>
        <dsp:cNvPr id="0" name=""/>
        <dsp:cNvSpPr/>
      </dsp:nvSpPr>
      <dsp:spPr>
        <a:xfrm>
          <a:off x="2131498" y="975172"/>
          <a:ext cx="642855" cy="6428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46" tIns="24946" rIns="24946" bIns="2494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</a:t>
          </a:r>
        </a:p>
      </dsp:txBody>
      <dsp:txXfrm>
        <a:off x="2225642" y="1069316"/>
        <a:ext cx="454567" cy="454567"/>
      </dsp:txXfrm>
    </dsp:sp>
    <dsp:sp modelId="{0E26C745-8B31-4447-A0F4-CB0423F93DBA}">
      <dsp:nvSpPr>
        <dsp:cNvPr id="0" name=""/>
        <dsp:cNvSpPr/>
      </dsp:nvSpPr>
      <dsp:spPr>
        <a:xfrm>
          <a:off x="1676781" y="1764329"/>
          <a:ext cx="15143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55" tIns="165100" rIns="119455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Discard Book → Remove a book from the catalog (only if not borrowed).</a:t>
          </a:r>
        </a:p>
      </dsp:txBody>
      <dsp:txXfrm>
        <a:off x="1676781" y="2067203"/>
        <a:ext cx="1514370" cy="1662726"/>
      </dsp:txXfrm>
    </dsp:sp>
    <dsp:sp modelId="{9F82C150-DB79-4ABD-A18E-22484312E7D0}">
      <dsp:nvSpPr>
        <dsp:cNvPr id="0" name=""/>
        <dsp:cNvSpPr/>
      </dsp:nvSpPr>
      <dsp:spPr>
        <a:xfrm>
          <a:off x="3378375" y="1296563"/>
          <a:ext cx="1514370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89A6C-D0B9-4EAE-A4C2-6F24916A2A89}">
      <dsp:nvSpPr>
        <dsp:cNvPr id="0" name=""/>
        <dsp:cNvSpPr/>
      </dsp:nvSpPr>
      <dsp:spPr>
        <a:xfrm>
          <a:off x="4933128" y="1240007"/>
          <a:ext cx="77401" cy="14552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2BC89-7E59-404A-9CD6-6002DAE6E511}">
      <dsp:nvSpPr>
        <dsp:cNvPr id="0" name=""/>
        <dsp:cNvSpPr/>
      </dsp:nvSpPr>
      <dsp:spPr>
        <a:xfrm>
          <a:off x="3814132" y="975172"/>
          <a:ext cx="642855" cy="6428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46" tIns="24946" rIns="24946" bIns="2494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</a:t>
          </a:r>
        </a:p>
      </dsp:txBody>
      <dsp:txXfrm>
        <a:off x="3908276" y="1069316"/>
        <a:ext cx="454567" cy="454567"/>
      </dsp:txXfrm>
    </dsp:sp>
    <dsp:sp modelId="{7B2F3CAD-0D9B-4C1C-B08D-F4763C965DCF}">
      <dsp:nvSpPr>
        <dsp:cNvPr id="0" name=""/>
        <dsp:cNvSpPr/>
      </dsp:nvSpPr>
      <dsp:spPr>
        <a:xfrm>
          <a:off x="3378375" y="1783631"/>
          <a:ext cx="15143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55" tIns="165100" rIns="119455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Enroll Member → Register a new student or faculty member.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78375" y="2086505"/>
        <a:ext cx="1514370" cy="1662726"/>
      </dsp:txXfrm>
    </dsp:sp>
    <dsp:sp modelId="{F313ED8E-B2B3-4D82-9DF3-A66086FB5E6E}">
      <dsp:nvSpPr>
        <dsp:cNvPr id="0" name=""/>
        <dsp:cNvSpPr/>
      </dsp:nvSpPr>
      <dsp:spPr>
        <a:xfrm>
          <a:off x="5061008" y="1296563"/>
          <a:ext cx="1514370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392CD-57C9-43E0-93F2-9E00659AC781}">
      <dsp:nvSpPr>
        <dsp:cNvPr id="0" name=""/>
        <dsp:cNvSpPr/>
      </dsp:nvSpPr>
      <dsp:spPr>
        <a:xfrm>
          <a:off x="6615762" y="1240007"/>
          <a:ext cx="77401" cy="14552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56BDF9-0126-465C-AD52-410379C9B38E}">
      <dsp:nvSpPr>
        <dsp:cNvPr id="0" name=""/>
        <dsp:cNvSpPr/>
      </dsp:nvSpPr>
      <dsp:spPr>
        <a:xfrm>
          <a:off x="5496766" y="975172"/>
          <a:ext cx="642855" cy="6428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46" tIns="24946" rIns="24946" bIns="2494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</a:t>
          </a:r>
        </a:p>
      </dsp:txBody>
      <dsp:txXfrm>
        <a:off x="5590910" y="1069316"/>
        <a:ext cx="454567" cy="454567"/>
      </dsp:txXfrm>
    </dsp:sp>
    <dsp:sp modelId="{D9AC04EA-F800-44B9-8A54-10A9013F308D}">
      <dsp:nvSpPr>
        <dsp:cNvPr id="0" name=""/>
        <dsp:cNvSpPr/>
      </dsp:nvSpPr>
      <dsp:spPr>
        <a:xfrm>
          <a:off x="5091553" y="1827169"/>
          <a:ext cx="15143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55" tIns="165100" rIns="119455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Borrow Book → Issue a book to a member and set the due date.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91553" y="2130043"/>
        <a:ext cx="1514370" cy="1662726"/>
      </dsp:txXfrm>
    </dsp:sp>
    <dsp:sp modelId="{80BD528A-7DBF-4C8F-910B-B347CB261626}">
      <dsp:nvSpPr>
        <dsp:cNvPr id="0" name=""/>
        <dsp:cNvSpPr/>
      </dsp:nvSpPr>
      <dsp:spPr>
        <a:xfrm>
          <a:off x="6743642" y="1296563"/>
          <a:ext cx="1514370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4B378-D135-4F71-B012-39382E4D247E}">
      <dsp:nvSpPr>
        <dsp:cNvPr id="0" name=""/>
        <dsp:cNvSpPr/>
      </dsp:nvSpPr>
      <dsp:spPr>
        <a:xfrm>
          <a:off x="8298396" y="1240007"/>
          <a:ext cx="77401" cy="14552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5A386-AEF4-42BD-8A16-2E04A2ED8C32}">
      <dsp:nvSpPr>
        <dsp:cNvPr id="0" name=""/>
        <dsp:cNvSpPr/>
      </dsp:nvSpPr>
      <dsp:spPr>
        <a:xfrm>
          <a:off x="7179400" y="975172"/>
          <a:ext cx="642855" cy="6428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46" tIns="24946" rIns="24946" bIns="2494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5</a:t>
          </a:r>
        </a:p>
      </dsp:txBody>
      <dsp:txXfrm>
        <a:off x="7273544" y="1069316"/>
        <a:ext cx="454567" cy="454567"/>
      </dsp:txXfrm>
    </dsp:sp>
    <dsp:sp modelId="{BFBB3AF0-9B4B-4F33-93D3-DF0EA7559EB1}">
      <dsp:nvSpPr>
        <dsp:cNvPr id="0" name=""/>
        <dsp:cNvSpPr/>
      </dsp:nvSpPr>
      <dsp:spPr>
        <a:xfrm>
          <a:off x="6743642" y="1783631"/>
          <a:ext cx="15143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55" tIns="165100" rIns="119455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Return Book → Return a borrowed book and calculate fine if overdue.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43642" y="2086505"/>
        <a:ext cx="1514370" cy="1662726"/>
      </dsp:txXfrm>
    </dsp:sp>
    <dsp:sp modelId="{A3EDB125-EA90-46E8-899A-A99A5C98F277}">
      <dsp:nvSpPr>
        <dsp:cNvPr id="0" name=""/>
        <dsp:cNvSpPr/>
      </dsp:nvSpPr>
      <dsp:spPr>
        <a:xfrm>
          <a:off x="8426276" y="1296563"/>
          <a:ext cx="1514370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E964B-1A5C-4A1B-AE4F-CBA95A7CA6DB}">
      <dsp:nvSpPr>
        <dsp:cNvPr id="0" name=""/>
        <dsp:cNvSpPr/>
      </dsp:nvSpPr>
      <dsp:spPr>
        <a:xfrm>
          <a:off x="9981030" y="1240007"/>
          <a:ext cx="77401" cy="14552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5F8ED-B67C-46E2-9055-3D37F5973BAE}">
      <dsp:nvSpPr>
        <dsp:cNvPr id="0" name=""/>
        <dsp:cNvSpPr/>
      </dsp:nvSpPr>
      <dsp:spPr>
        <a:xfrm>
          <a:off x="8862033" y="975172"/>
          <a:ext cx="642855" cy="6428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46" tIns="24946" rIns="24946" bIns="2494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6</a:t>
          </a:r>
        </a:p>
      </dsp:txBody>
      <dsp:txXfrm>
        <a:off x="8956177" y="1069316"/>
        <a:ext cx="454567" cy="454567"/>
      </dsp:txXfrm>
    </dsp:sp>
    <dsp:sp modelId="{41D7352E-7E19-4019-B9B8-B40D94C9959C}">
      <dsp:nvSpPr>
        <dsp:cNvPr id="0" name=""/>
        <dsp:cNvSpPr/>
      </dsp:nvSpPr>
      <dsp:spPr>
        <a:xfrm>
          <a:off x="8426276" y="1783631"/>
          <a:ext cx="15143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55" tIns="165100" rIns="119455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View All Books → Display the list of all books with availability status.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426276" y="2086505"/>
        <a:ext cx="1514370" cy="1662726"/>
      </dsp:txXfrm>
    </dsp:sp>
    <dsp:sp modelId="{D18D8586-6B93-4D70-8CC3-DAD779204482}">
      <dsp:nvSpPr>
        <dsp:cNvPr id="0" name=""/>
        <dsp:cNvSpPr/>
      </dsp:nvSpPr>
      <dsp:spPr>
        <a:xfrm>
          <a:off x="10108910" y="1296563"/>
          <a:ext cx="1514473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C1DA1-DF8A-4B3C-915C-8594D05B7E87}">
      <dsp:nvSpPr>
        <dsp:cNvPr id="0" name=""/>
        <dsp:cNvSpPr/>
      </dsp:nvSpPr>
      <dsp:spPr>
        <a:xfrm>
          <a:off x="11663769" y="1240007"/>
          <a:ext cx="77406" cy="14552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DD619-3640-4442-A40F-49B8B0CFB149}">
      <dsp:nvSpPr>
        <dsp:cNvPr id="0" name=""/>
        <dsp:cNvSpPr/>
      </dsp:nvSpPr>
      <dsp:spPr>
        <a:xfrm>
          <a:off x="10544719" y="975172"/>
          <a:ext cx="642855" cy="6428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46" tIns="24946" rIns="24946" bIns="2494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7</a:t>
          </a:r>
        </a:p>
      </dsp:txBody>
      <dsp:txXfrm>
        <a:off x="10638863" y="1069316"/>
        <a:ext cx="454567" cy="454567"/>
      </dsp:txXfrm>
    </dsp:sp>
    <dsp:sp modelId="{31C93380-A92D-4CD8-94A5-4EEF045BD45E}">
      <dsp:nvSpPr>
        <dsp:cNvPr id="0" name=""/>
        <dsp:cNvSpPr/>
      </dsp:nvSpPr>
      <dsp:spPr>
        <a:xfrm>
          <a:off x="10108910" y="1783631"/>
          <a:ext cx="15144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63" tIns="165100" rIns="119463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View All Members → Display all registered members with their borrowed books.</a:t>
          </a:r>
        </a:p>
      </dsp:txBody>
      <dsp:txXfrm>
        <a:off x="10108910" y="2086526"/>
        <a:ext cx="1514473" cy="1662705"/>
      </dsp:txXfrm>
    </dsp:sp>
    <dsp:sp modelId="{7A1C77D3-6585-4FEE-A0FA-9F7DE3C92A4C}">
      <dsp:nvSpPr>
        <dsp:cNvPr id="0" name=""/>
        <dsp:cNvSpPr/>
      </dsp:nvSpPr>
      <dsp:spPr>
        <a:xfrm>
          <a:off x="11791658" y="1296563"/>
          <a:ext cx="7571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CA6A11-C81E-4EAA-AD91-C780457299DB}">
      <dsp:nvSpPr>
        <dsp:cNvPr id="0" name=""/>
        <dsp:cNvSpPr/>
      </dsp:nvSpPr>
      <dsp:spPr>
        <a:xfrm>
          <a:off x="12227416" y="975172"/>
          <a:ext cx="642855" cy="6428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46" tIns="24946" rIns="24946" bIns="2494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8</a:t>
          </a:r>
        </a:p>
      </dsp:txBody>
      <dsp:txXfrm>
        <a:off x="12321560" y="1069316"/>
        <a:ext cx="454567" cy="454567"/>
      </dsp:txXfrm>
    </dsp:sp>
    <dsp:sp modelId="{E2B03F13-F599-4590-8F94-5D00B93F0A83}">
      <dsp:nvSpPr>
        <dsp:cNvPr id="0" name=""/>
        <dsp:cNvSpPr/>
      </dsp:nvSpPr>
      <dsp:spPr>
        <a:xfrm>
          <a:off x="11791658" y="1783631"/>
          <a:ext cx="15143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55" tIns="165100" rIns="119455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Exit → Close the application.</a:t>
          </a:r>
        </a:p>
      </dsp:txBody>
      <dsp:txXfrm>
        <a:off x="11791658" y="2086505"/>
        <a:ext cx="1514370" cy="16627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A9839-945F-4602-BB03-AA34F6034F88}">
      <dsp:nvSpPr>
        <dsp:cNvPr id="0" name=""/>
        <dsp:cNvSpPr/>
      </dsp:nvSpPr>
      <dsp:spPr>
        <a:xfrm>
          <a:off x="0" y="5358"/>
          <a:ext cx="9551962" cy="1123199"/>
        </a:xfrm>
        <a:prstGeom prst="round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Streamlined Library Operations</a:t>
          </a:r>
          <a:endParaRPr 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830" y="60188"/>
        <a:ext cx="9442302" cy="1013539"/>
      </dsp:txXfrm>
    </dsp:sp>
    <dsp:sp modelId="{CD164D8A-8D7D-436B-BCAD-8B2B1719A90F}">
      <dsp:nvSpPr>
        <dsp:cNvPr id="0" name=""/>
        <dsp:cNvSpPr/>
      </dsp:nvSpPr>
      <dsp:spPr>
        <a:xfrm>
          <a:off x="0" y="1266798"/>
          <a:ext cx="9551962" cy="1123199"/>
        </a:xfrm>
        <a:prstGeom prst="roundRect">
          <a:avLst/>
        </a:prstGeom>
        <a:solidFill>
          <a:schemeClr val="tx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Dual Implementation Options</a:t>
          </a:r>
          <a:endParaRPr 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830" y="1321628"/>
        <a:ext cx="9442302" cy="1013539"/>
      </dsp:txXfrm>
    </dsp:sp>
    <dsp:sp modelId="{68F008BD-7B93-4984-B8FA-42ACA573CB83}">
      <dsp:nvSpPr>
        <dsp:cNvPr id="0" name=""/>
        <dsp:cNvSpPr/>
      </dsp:nvSpPr>
      <dsp:spPr>
        <a:xfrm>
          <a:off x="0" y="2528238"/>
          <a:ext cx="9551962" cy="1123199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Educational &amp; Developer-Friendly</a:t>
          </a:r>
          <a:endParaRPr 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830" y="2583068"/>
        <a:ext cx="9442302" cy="1013539"/>
      </dsp:txXfrm>
    </dsp:sp>
    <dsp:sp modelId="{9C4843A6-C9F5-479B-A955-AC4505330361}">
      <dsp:nvSpPr>
        <dsp:cNvPr id="0" name=""/>
        <dsp:cNvSpPr/>
      </dsp:nvSpPr>
      <dsp:spPr>
        <a:xfrm>
          <a:off x="0" y="3789678"/>
          <a:ext cx="9551962" cy="112319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>
              <a:latin typeface="Times New Roman" panose="02020603050405020304" pitchFamily="18" charset="0"/>
              <a:cs typeface="Times New Roman" panose="02020603050405020304" pitchFamily="18" charset="0"/>
            </a:rPr>
            <a:t>User-Friendly &amp; Interactive UI</a:t>
          </a:r>
          <a:endParaRPr lang="en-US" sz="4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830" y="3844508"/>
        <a:ext cx="9442302" cy="1013539"/>
      </dsp:txXfrm>
    </dsp:sp>
    <dsp:sp modelId="{827A46C1-C80E-4403-B910-88A8858DD917}">
      <dsp:nvSpPr>
        <dsp:cNvPr id="0" name=""/>
        <dsp:cNvSpPr/>
      </dsp:nvSpPr>
      <dsp:spPr>
        <a:xfrm>
          <a:off x="0" y="5051118"/>
          <a:ext cx="9551962" cy="1123199"/>
        </a:xfrm>
        <a:prstGeom prst="roundRect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>
              <a:latin typeface="Times New Roman" panose="02020603050405020304" pitchFamily="18" charset="0"/>
              <a:cs typeface="Times New Roman" panose="02020603050405020304" pitchFamily="18" charset="0"/>
            </a:rPr>
            <a:t>Offline Access &amp; Portability</a:t>
          </a:r>
          <a:endParaRPr lang="en-US" sz="4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830" y="5105948"/>
        <a:ext cx="9442302" cy="1013539"/>
      </dsp:txXfrm>
    </dsp:sp>
    <dsp:sp modelId="{9593AE44-D818-41BC-B4EB-1EB2C110D746}">
      <dsp:nvSpPr>
        <dsp:cNvPr id="0" name=""/>
        <dsp:cNvSpPr/>
      </dsp:nvSpPr>
      <dsp:spPr>
        <a:xfrm>
          <a:off x="0" y="6312558"/>
          <a:ext cx="9551962" cy="1123199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>
              <a:latin typeface="Times New Roman" panose="02020603050405020304" pitchFamily="18" charset="0"/>
              <a:cs typeface="Times New Roman" panose="02020603050405020304" pitchFamily="18" charset="0"/>
            </a:rPr>
            <a:t>Scalable &amp; Future-Ready</a:t>
          </a:r>
          <a:endParaRPr lang="en-US" sz="4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830" y="6367388"/>
        <a:ext cx="9442302" cy="10135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07EAB-9D2D-407D-A8B9-8F144E1ABF86}">
      <dsp:nvSpPr>
        <dsp:cNvPr id="0" name=""/>
        <dsp:cNvSpPr/>
      </dsp:nvSpPr>
      <dsp:spPr>
        <a:xfrm>
          <a:off x="2209800" y="0"/>
          <a:ext cx="8229600" cy="8229600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69425-D3E5-4A85-A631-8064F4581500}">
      <dsp:nvSpPr>
        <dsp:cNvPr id="0" name=""/>
        <dsp:cNvSpPr/>
      </dsp:nvSpPr>
      <dsp:spPr>
        <a:xfrm>
          <a:off x="2991612" y="781812"/>
          <a:ext cx="3209544" cy="320954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authentication (admin, librarian, members).</a:t>
          </a:r>
        </a:p>
      </dsp:txBody>
      <dsp:txXfrm>
        <a:off x="3148289" y="938489"/>
        <a:ext cx="2896190" cy="2896190"/>
      </dsp:txXfrm>
    </dsp:sp>
    <dsp:sp modelId="{C204D1E8-531B-454C-89B3-25FC88E67847}">
      <dsp:nvSpPr>
        <dsp:cNvPr id="0" name=""/>
        <dsp:cNvSpPr/>
      </dsp:nvSpPr>
      <dsp:spPr>
        <a:xfrm>
          <a:off x="6448044" y="781812"/>
          <a:ext cx="3209544" cy="3209544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Reports and analytics (overdue books, fines collected).</a:t>
          </a:r>
        </a:p>
      </dsp:txBody>
      <dsp:txXfrm>
        <a:off x="6604721" y="938489"/>
        <a:ext cx="2896190" cy="2896190"/>
      </dsp:txXfrm>
    </dsp:sp>
    <dsp:sp modelId="{2BCAB9E2-617F-4EC8-AD7E-A8CE9F8B64EB}">
      <dsp:nvSpPr>
        <dsp:cNvPr id="0" name=""/>
        <dsp:cNvSpPr/>
      </dsp:nvSpPr>
      <dsp:spPr>
        <a:xfrm>
          <a:off x="2991612" y="4238244"/>
          <a:ext cx="3209544" cy="3209544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Enhanced UI/UX with validations and error handling.</a:t>
          </a:r>
        </a:p>
      </dsp:txBody>
      <dsp:txXfrm>
        <a:off x="3148289" y="4394921"/>
        <a:ext cx="2896190" cy="2896190"/>
      </dsp:txXfrm>
    </dsp:sp>
    <dsp:sp modelId="{8C26809B-BE69-4418-AA7A-DAA00F2BECC4}">
      <dsp:nvSpPr>
        <dsp:cNvPr id="0" name=""/>
        <dsp:cNvSpPr/>
      </dsp:nvSpPr>
      <dsp:spPr>
        <a:xfrm>
          <a:off x="6448044" y="4238244"/>
          <a:ext cx="3209544" cy="320954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Deployment on Docker and Cloud hosting</a:t>
          </a:r>
        </a:p>
      </dsp:txBody>
      <dsp:txXfrm>
        <a:off x="6604721" y="4394921"/>
        <a:ext cx="2896190" cy="2896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sv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3.sv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hyperlink" Target="http://localhost:8000/api/" TargetMode="Externa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svg"/><Relationship Id="rId9" Type="http://schemas.microsoft.com/office/2007/relationships/diagramDrawing" Target="../diagrams/drawing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10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microsoft.com/office/2007/relationships/diagramDrawing" Target="../diagrams/drawing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svg"/><Relationship Id="rId9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.svg"/><Relationship Id="rId9" Type="http://schemas.microsoft.com/office/2007/relationships/diagramDrawing" Target="../diagrams/drawing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3.svg"/><Relationship Id="rId9" Type="http://schemas.microsoft.com/office/2007/relationships/diagramDrawing" Target="../diagrams/drawing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94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060701" y="5295900"/>
            <a:ext cx="8166596" cy="1119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2"/>
              </a:lnSpc>
            </a:pPr>
            <a:r>
              <a:rPr lang="en-US" sz="3591" dirty="0">
                <a:solidFill>
                  <a:srgbClr val="FFFFFF"/>
                </a:solidFill>
                <a:latin typeface="Imprint MT Shadow" panose="04020605060303030202" pitchFamily="82" charset="0"/>
                <a:ea typeface="Montserrat"/>
                <a:cs typeface="Montserrat"/>
                <a:sym typeface="Montserrat"/>
              </a:rPr>
              <a:t>By Amitha, Vidya and Deekshitha</a:t>
            </a:r>
          </a:p>
          <a:p>
            <a:pPr algn="ctr">
              <a:lnSpc>
                <a:spcPts val="4492"/>
              </a:lnSpc>
            </a:pPr>
            <a:endParaRPr lang="en-US" sz="3591" dirty="0">
              <a:solidFill>
                <a:srgbClr val="FFFFFF"/>
              </a:solidFill>
              <a:latin typeface="Imprint MT Shadow" panose="04020605060303030202" pitchFamily="8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58507" y="3635911"/>
            <a:ext cx="13370985" cy="1063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22"/>
              </a:lnSpc>
              <a:spcBef>
                <a:spcPct val="0"/>
              </a:spcBef>
            </a:pPr>
            <a:r>
              <a:rPr lang="en-US" sz="6400" b="1" dirty="0">
                <a:solidFill>
                  <a:srgbClr val="FFFFFF"/>
                </a:solidFill>
                <a:latin typeface="Imprint MT Shadow" panose="04020605060303030202" pitchFamily="82" charset="0"/>
                <a:ea typeface="Prata"/>
                <a:cs typeface="Prata"/>
                <a:sym typeface="Prata"/>
              </a:rPr>
              <a:t>NEXTGEN LIBRARY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21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2492270" y="6176661"/>
            <a:ext cx="733315" cy="7756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7BCC0799-02D2-2BB9-4D5C-2A7BBAFE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224" y="1028700"/>
            <a:ext cx="8229600" cy="1143000"/>
          </a:xfrm>
        </p:spPr>
        <p:txBody>
          <a:bodyPr>
            <a:normAutofit/>
          </a:bodyPr>
          <a:lstStyle/>
          <a:p>
            <a:r>
              <a:rPr lang="en-IN" sz="64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OVERVIEW</a:t>
            </a:r>
          </a:p>
        </p:txBody>
      </p:sp>
      <p:graphicFrame>
        <p:nvGraphicFramePr>
          <p:cNvPr id="4" name="TextBox 2">
            <a:extLst>
              <a:ext uri="{FF2B5EF4-FFF2-40B4-BE49-F238E27FC236}">
                <a16:creationId xmlns:a16="http://schemas.microsoft.com/office/drawing/2014/main" id="{DC8F23C8-941C-5D58-D35A-83311E3B0C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4515600"/>
              </p:ext>
            </p:extLst>
          </p:nvPr>
        </p:nvGraphicFramePr>
        <p:xfrm>
          <a:off x="1115786" y="2552700"/>
          <a:ext cx="160020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2831-60A9-C4F4-51A1-407E2A22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0245B3-60E8-0962-BD96-7573B2AF44B7}"/>
              </a:ext>
            </a:extLst>
          </p:cNvPr>
          <p:cNvSpPr/>
          <p:nvPr/>
        </p:nvSpPr>
        <p:spPr>
          <a:xfrm>
            <a:off x="-2721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8852682-A786-1336-3F67-0749985308A3}"/>
              </a:ext>
            </a:extLst>
          </p:cNvPr>
          <p:cNvSpPr txBox="1"/>
          <p:nvPr/>
        </p:nvSpPr>
        <p:spPr>
          <a:xfrm>
            <a:off x="2492270" y="6176661"/>
            <a:ext cx="733315" cy="7756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20FAA43-6D2C-9B91-BAA5-79FF07717D1C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452C15B6-1CC6-F55C-CC12-CF75624EEA05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FCDA4840-E385-68EC-E286-3F6D1AE0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114300"/>
            <a:ext cx="8229600" cy="1752600"/>
          </a:xfrm>
        </p:spPr>
        <p:txBody>
          <a:bodyPr>
            <a:normAutofit/>
          </a:bodyPr>
          <a:lstStyle/>
          <a:p>
            <a:r>
              <a:rPr lang="en-US" sz="6400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Times New Roman" panose="02020603050405020304" pitchFamily="18" charset="0"/>
                <a:sym typeface="Montserrat Bold"/>
              </a:rPr>
              <a:t>OBJECTIVES</a:t>
            </a:r>
            <a:endParaRPr lang="en-IN" sz="6400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060AB-5776-7C11-CB6F-DD6219FAAA5B}"/>
              </a:ext>
            </a:extLst>
          </p:cNvPr>
          <p:cNvSpPr txBox="1"/>
          <p:nvPr/>
        </p:nvSpPr>
        <p:spPr>
          <a:xfrm>
            <a:off x="1050724" y="2400300"/>
            <a:ext cx="7239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1)To design and implement a digital library management system.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2)To automate book issuing, returning, and fine calculation.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3)To enable efficient member registration and tracking.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4)To provide a scalable and user-friendly web interface.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5)To integrate frontend (React) and backend (Django REST API) seamlessly.</a:t>
            </a:r>
          </a:p>
          <a:p>
            <a:endParaRPr lang="en-IN" sz="28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6D70613-FCAF-DDF0-EB03-EE270D533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112" y="2400300"/>
            <a:ext cx="8566688" cy="698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628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1F9B4-8DA4-605B-361C-0A9C72C2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5EC78B-24F6-107D-8F79-FC32E379EF58}"/>
              </a:ext>
            </a:extLst>
          </p:cNvPr>
          <p:cNvSpPr/>
          <p:nvPr/>
        </p:nvSpPr>
        <p:spPr>
          <a:xfrm>
            <a:off x="-2721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4105B98-24F4-6F05-4EF5-087481B58370}"/>
              </a:ext>
            </a:extLst>
          </p:cNvPr>
          <p:cNvSpPr txBox="1"/>
          <p:nvPr/>
        </p:nvSpPr>
        <p:spPr>
          <a:xfrm>
            <a:off x="2492270" y="6176661"/>
            <a:ext cx="733315" cy="7756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0CB5E34-4C99-B81B-3C09-4CECB20DE038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05E814D1-E249-F5FA-0050-51AA7969C649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A5976A89-09E0-278A-EEE9-D3572AEF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800100"/>
            <a:ext cx="8229600" cy="1066800"/>
          </a:xfrm>
        </p:spPr>
        <p:txBody>
          <a:bodyPr>
            <a:normAutofit/>
          </a:bodyPr>
          <a:lstStyle/>
          <a:p>
            <a:r>
              <a:rPr lang="en-US" sz="6400" b="1" dirty="0">
                <a:solidFill>
                  <a:srgbClr val="FFFFFF"/>
                </a:solidFill>
                <a:latin typeface="Imprint MT Shadow" panose="04020605060303030202" pitchFamily="82" charset="0"/>
                <a:cs typeface="Times New Roman" panose="02020603050405020304" pitchFamily="18" charset="0"/>
                <a:sym typeface="Montserrat Bold"/>
              </a:rPr>
              <a:t>ABSTRACT</a:t>
            </a:r>
            <a:endParaRPr lang="en-IN" sz="6400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464D2-3FA7-AF66-9258-89B5FE363A32}"/>
              </a:ext>
            </a:extLst>
          </p:cNvPr>
          <p:cNvSpPr txBox="1"/>
          <p:nvPr/>
        </p:nvSpPr>
        <p:spPr>
          <a:xfrm>
            <a:off x="914400" y="2507042"/>
            <a:ext cx="7772400" cy="599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versions of the system: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(Django + React) :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modern, scalable online solution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Console-based (Python OOP) :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offline, simple, file-based storage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provide efficient, accurate, and automated library management.</a:t>
            </a:r>
          </a:p>
        </p:txBody>
      </p:sp>
      <p:pic>
        <p:nvPicPr>
          <p:cNvPr id="4" name="Picture 3" descr="Screens screenshot of a computer screen&#10;&#10;AI-generated content may be incorrect.">
            <a:extLst>
              <a:ext uri="{FF2B5EF4-FFF2-40B4-BE49-F238E27FC236}">
                <a16:creationId xmlns:a16="http://schemas.microsoft.com/office/drawing/2014/main" id="{563556BB-EEE1-F009-024F-7BB15160FA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2"/>
          <a:stretch>
            <a:fillRect/>
          </a:stretch>
        </p:blipFill>
        <p:spPr>
          <a:xfrm>
            <a:off x="9904294" y="2963226"/>
            <a:ext cx="7391400" cy="64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040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3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505200" y="928709"/>
            <a:ext cx="11002403" cy="109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Times New Roman" panose="02020603050405020304" pitchFamily="18" charset="0"/>
                <a:sym typeface="Montserrat Bold"/>
              </a:rPr>
              <a:t>PROBLEM STATEMENT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4AC49-02E5-4E3E-4E81-8D577A31B222}"/>
              </a:ext>
            </a:extLst>
          </p:cNvPr>
          <p:cNvSpPr txBox="1"/>
          <p:nvPr/>
        </p:nvSpPr>
        <p:spPr>
          <a:xfrm>
            <a:off x="700601" y="2374230"/>
            <a:ext cx="8305800" cy="7124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many libraries, managing books and members is still done manually or with very basic tools.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often creates problems like books getting misplaced, due dates being missed, or members not being tracked properly.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faculty have different borrowing needs, but most manual systems don’t handle those rules well.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Also, when data isn’t stored properly, all records are lost once the system is closed. This leads to confusion, errors, and extra work for library staff.</a:t>
            </a:r>
            <a:endParaRPr lang="en-US" sz="2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6025558-85C8-774A-87DA-4E3D844D4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2374230"/>
            <a:ext cx="8610600" cy="712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078" y="0"/>
            <a:ext cx="1835573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12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2674749" y="800100"/>
            <a:ext cx="12938502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29" name="Freeform 29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9EDD29-DD7F-87BF-D809-ABE3272A2D8C}"/>
              </a:ext>
            </a:extLst>
          </p:cNvPr>
          <p:cNvSpPr txBox="1"/>
          <p:nvPr/>
        </p:nvSpPr>
        <p:spPr>
          <a:xfrm>
            <a:off x="685800" y="2324100"/>
            <a:ext cx="8458200" cy="6478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NextGen Library Management System is a web-based application designed to simplify library operations where Python used for backend via Django.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Django REST Framework (backend) and React (frontend).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book management, member registration, borrowing, and returning of books.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fine calculation and enforces loan rules for members.</a:t>
            </a:r>
            <a:endParaRPr lang="en-US" sz="2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4ECA375-5D51-7EF6-7FA9-049530531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700" y="2324100"/>
            <a:ext cx="8458200" cy="647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31B8-0ED4-DE16-AC22-59BBF40C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D11FA8-FE35-309E-2544-75B963F8466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08AD3A0-2B19-BBC9-3745-92FBE4BEBB03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E12EAB6-1C91-69DE-9CA0-CE6F6B752381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0D067-AACD-2051-6991-816BC74C87FF}"/>
              </a:ext>
            </a:extLst>
          </p:cNvPr>
          <p:cNvSpPr txBox="1"/>
          <p:nvPr/>
        </p:nvSpPr>
        <p:spPr>
          <a:xfrm>
            <a:off x="3657600" y="827760"/>
            <a:ext cx="11029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4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SYSTEM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5172C-3ABA-0FE0-1A5D-AA64D563E365}"/>
              </a:ext>
            </a:extLst>
          </p:cNvPr>
          <p:cNvSpPr txBox="1"/>
          <p:nvPr/>
        </p:nvSpPr>
        <p:spPr>
          <a:xfrm>
            <a:off x="1143000" y="2095500"/>
            <a:ext cx="15773400" cy="2334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(React) ⇄ REST API (Django REST Framework) ⇄ Database (SQLite)</a:t>
            </a:r>
          </a:p>
          <a:p>
            <a:pPr algn="ctr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I. Frontend: React 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 UI and API requests.</a:t>
            </a:r>
          </a:p>
          <a:p>
            <a:pPr algn="ctr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II. Backend: Django manages models, serializers, and views.</a:t>
            </a:r>
          </a:p>
          <a:p>
            <a:pPr algn="ctr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III. Database: SQLite stores books, members, and loan records.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55E10E5-6A36-9B10-B398-88F8AADFA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512190"/>
            <a:ext cx="15773400" cy="5431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24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BA375-41A7-F0A8-BD74-3D7185CA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6FD04E-FB7D-A367-00A0-1C886875266A}"/>
              </a:ext>
            </a:extLst>
          </p:cNvPr>
          <p:cNvSpPr/>
          <p:nvPr/>
        </p:nvSpPr>
        <p:spPr>
          <a:xfrm>
            <a:off x="-11374" y="-26728"/>
            <a:ext cx="18299373" cy="1047884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605AC31-7C4E-AAD0-F2B4-91E8D84E354D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52C7E0C-A9FF-716A-E131-DF29FB7D5330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E82DD-B631-E736-D065-76F8EA77C662}"/>
              </a:ext>
            </a:extLst>
          </p:cNvPr>
          <p:cNvSpPr txBox="1"/>
          <p:nvPr/>
        </p:nvSpPr>
        <p:spPr>
          <a:xfrm>
            <a:off x="5635956" y="811514"/>
            <a:ext cx="73095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400" b="1" dirty="0">
                <a:solidFill>
                  <a:schemeClr val="bg1"/>
                </a:solidFill>
                <a:latin typeface="Imprint MT Shadow" panose="04020605060303030202" pitchFamily="82" charset="0"/>
                <a:cs typeface="Times New Roman" panose="02020603050405020304" pitchFamily="18" charset="0"/>
              </a:rPr>
              <a:t>PROJECT 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75EEE-8485-00A6-B89F-320E339D064C}"/>
              </a:ext>
            </a:extLst>
          </p:cNvPr>
          <p:cNvSpPr txBox="1"/>
          <p:nvPr/>
        </p:nvSpPr>
        <p:spPr>
          <a:xfrm>
            <a:off x="762000" y="3046610"/>
            <a:ext cx="8229600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action in React UI (Add, Borrow, Return).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 sends request to Django REST API.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View Set processes request &amp; applies business logic.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update database records.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Serializer converts data to JSON and sends response.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updates UI state and re-renders components.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34A8FD3F-512C-CBE4-86C4-7CC76F26AB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80227" y="4964373"/>
            <a:ext cx="310484" cy="31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F0825437-EE22-9157-6DB3-27749A6F57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4ED526-4F44-39E2-3D71-B0606CB387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3046610"/>
            <a:ext cx="7309511" cy="518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2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r>
              <a:rPr lang="en-IN" dirty="0"/>
              <a:t>A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2674749" y="1860757"/>
            <a:ext cx="12938502" cy="106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BACKEND MODULES</a:t>
            </a:r>
          </a:p>
        </p:txBody>
      </p:sp>
      <p:sp>
        <p:nvSpPr>
          <p:cNvPr id="18" name="Freeform 18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62BE37-7F9A-900E-4308-1F564103CA20}"/>
              </a:ext>
            </a:extLst>
          </p:cNvPr>
          <p:cNvGrpSpPr/>
          <p:nvPr/>
        </p:nvGrpSpPr>
        <p:grpSpPr>
          <a:xfrm>
            <a:off x="284644" y="4184656"/>
            <a:ext cx="3236284" cy="4207377"/>
            <a:chOff x="2220191" y="4095040"/>
            <a:chExt cx="3236284" cy="4207377"/>
          </a:xfrm>
        </p:grpSpPr>
        <p:grpSp>
          <p:nvGrpSpPr>
            <p:cNvPr id="3" name="Group 3"/>
            <p:cNvGrpSpPr/>
            <p:nvPr/>
          </p:nvGrpSpPr>
          <p:grpSpPr>
            <a:xfrm>
              <a:off x="2220191" y="4095040"/>
              <a:ext cx="3236284" cy="4207377"/>
              <a:chOff x="0" y="-38100"/>
              <a:chExt cx="852355" cy="110811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52355" cy="1070016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2615856" y="6515081"/>
              <a:ext cx="2439758" cy="201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19518" y="5816000"/>
              <a:ext cx="2436096" cy="320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8"/>
                </a:lnSpc>
              </a:pPr>
              <a:r>
                <a:rPr lang="en-US" sz="1934" b="1" dirty="0">
                  <a:solidFill>
                    <a:srgbClr val="010F1F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Book Model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1DF283-9050-CF6F-0587-BBCB7D007A5E}"/>
              </a:ext>
            </a:extLst>
          </p:cNvPr>
          <p:cNvGrpSpPr/>
          <p:nvPr/>
        </p:nvGrpSpPr>
        <p:grpSpPr>
          <a:xfrm>
            <a:off x="7669840" y="4088972"/>
            <a:ext cx="4040716" cy="4241108"/>
            <a:chOff x="8514673" y="4095040"/>
            <a:chExt cx="4040716" cy="4241108"/>
          </a:xfrm>
        </p:grpSpPr>
        <p:grpSp>
          <p:nvGrpSpPr>
            <p:cNvPr id="6" name="Group 6"/>
            <p:cNvGrpSpPr/>
            <p:nvPr/>
          </p:nvGrpSpPr>
          <p:grpSpPr>
            <a:xfrm>
              <a:off x="8514673" y="4095040"/>
              <a:ext cx="4040716" cy="4241108"/>
              <a:chOff x="-211867" y="-38100"/>
              <a:chExt cx="1064222" cy="1117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11867" y="8884"/>
                <a:ext cx="852355" cy="1070016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8607549" y="6404992"/>
              <a:ext cx="2439758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00100" lvl="1" indent="-342900">
                <a:buFont typeface="+mj-lt"/>
                <a:buAutoNum type="arabicPeriod"/>
              </a:pPr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issue_date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due_date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return_date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fine calculation.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4205" y="5849731"/>
              <a:ext cx="2134248" cy="326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8"/>
                </a:lnSpc>
              </a:pPr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Loan Model</a:t>
              </a:r>
              <a:endParaRPr lang="en-US" sz="1934" b="1" dirty="0">
                <a:solidFill>
                  <a:srgbClr val="010F1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DBD9B1-75CA-3F80-F55D-B1EB93698641}"/>
              </a:ext>
            </a:extLst>
          </p:cNvPr>
          <p:cNvGrpSpPr/>
          <p:nvPr/>
        </p:nvGrpSpPr>
        <p:grpSpPr>
          <a:xfrm>
            <a:off x="3932990" y="4271475"/>
            <a:ext cx="3236284" cy="4062716"/>
            <a:chOff x="5651895" y="4363527"/>
            <a:chExt cx="3236284" cy="4062716"/>
          </a:xfrm>
        </p:grpSpPr>
        <p:grpSp>
          <p:nvGrpSpPr>
            <p:cNvPr id="9" name="Group 9"/>
            <p:cNvGrpSpPr/>
            <p:nvPr/>
          </p:nvGrpSpPr>
          <p:grpSpPr>
            <a:xfrm>
              <a:off x="5651895" y="4363527"/>
              <a:ext cx="3236284" cy="4062716"/>
              <a:chOff x="0" y="0"/>
              <a:chExt cx="852355" cy="107001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52355" cy="1070016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48699F">
                  <a:alpha val="75686"/>
                </a:srgbClr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131258" y="6514849"/>
              <a:ext cx="2439758" cy="201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endPara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69819" y="6082143"/>
              <a:ext cx="2510168" cy="326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8"/>
                </a:lnSpc>
              </a:pPr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Member</a:t>
              </a:r>
              <a:r>
                <a:rPr lang="en-IN" sz="2000" b="1" dirty="0">
                  <a:solidFill>
                    <a:schemeClr val="bg1"/>
                  </a:solidFill>
                </a:rPr>
                <a:t> </a:t>
              </a:r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Model:</a:t>
              </a:r>
              <a:endParaRPr lang="en-US" sz="1934" b="1" dirty="0">
                <a:solidFill>
                  <a:schemeClr val="bg1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92B0EDF-9340-6A55-CC79-9AF2AD06E3ED}"/>
              </a:ext>
            </a:extLst>
          </p:cNvPr>
          <p:cNvGrpSpPr/>
          <p:nvPr/>
        </p:nvGrpSpPr>
        <p:grpSpPr>
          <a:xfrm>
            <a:off x="11170852" y="4267363"/>
            <a:ext cx="3312809" cy="4078041"/>
            <a:chOff x="12819372" y="4273456"/>
            <a:chExt cx="3236284" cy="4064747"/>
          </a:xfrm>
        </p:grpSpPr>
        <p:grpSp>
          <p:nvGrpSpPr>
            <p:cNvPr id="13" name="Group 13"/>
            <p:cNvGrpSpPr/>
            <p:nvPr/>
          </p:nvGrpSpPr>
          <p:grpSpPr>
            <a:xfrm>
              <a:off x="12819372" y="4273456"/>
              <a:ext cx="3236284" cy="4064747"/>
              <a:chOff x="0" y="-38654"/>
              <a:chExt cx="852355" cy="110867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-38654"/>
                <a:ext cx="852355" cy="1108670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48699F">
                  <a:alpha val="75686"/>
                </a:srgbClr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2820510" y="6398068"/>
              <a:ext cx="2439758" cy="1104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00100" lvl="1" indent="-342900">
                <a:buFont typeface="+mj-lt"/>
                <a:buAutoNum type="arabicPeriod"/>
              </a:pPr>
              <a:r>
                <a:rPr lang="en-I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Convert data between Django models and JSON.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933387" y="5892856"/>
              <a:ext cx="3040685" cy="325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8"/>
                </a:lnSpc>
              </a:pPr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Serializers</a:t>
              </a:r>
              <a:endParaRPr lang="en-US" sz="1934" b="1" dirty="0">
                <a:solidFill>
                  <a:schemeClr val="bg1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8F98B57-DC25-40FB-41D7-74BF035F1620}"/>
              </a:ext>
            </a:extLst>
          </p:cNvPr>
          <p:cNvGrpSpPr/>
          <p:nvPr/>
        </p:nvGrpSpPr>
        <p:grpSpPr>
          <a:xfrm>
            <a:off x="14820902" y="4126814"/>
            <a:ext cx="4052202" cy="4241108"/>
            <a:chOff x="8503187" y="4095040"/>
            <a:chExt cx="4052202" cy="4241108"/>
          </a:xfrm>
        </p:grpSpPr>
        <p:grpSp>
          <p:nvGrpSpPr>
            <p:cNvPr id="45" name="Group 6">
              <a:extLst>
                <a:ext uri="{FF2B5EF4-FFF2-40B4-BE49-F238E27FC236}">
                  <a16:creationId xmlns:a16="http://schemas.microsoft.com/office/drawing/2014/main" id="{D2758AB4-B66C-6B49-DE65-7AA0FDE17CBA}"/>
                </a:ext>
              </a:extLst>
            </p:cNvPr>
            <p:cNvGrpSpPr/>
            <p:nvPr/>
          </p:nvGrpSpPr>
          <p:grpSpPr>
            <a:xfrm>
              <a:off x="8503187" y="4095040"/>
              <a:ext cx="4052202" cy="4241108"/>
              <a:chOff x="-214892" y="-38100"/>
              <a:chExt cx="1067247" cy="1117000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48C37D63-1C69-533D-4BF4-B8DCCD49A7C5}"/>
                  </a:ext>
                </a:extLst>
              </p:cNvPr>
              <p:cNvSpPr/>
              <p:nvPr/>
            </p:nvSpPr>
            <p:spPr>
              <a:xfrm>
                <a:off x="-214892" y="8884"/>
                <a:ext cx="852355" cy="1070016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50" name="TextBox 8">
                <a:extLst>
                  <a:ext uri="{FF2B5EF4-FFF2-40B4-BE49-F238E27FC236}">
                    <a16:creationId xmlns:a16="http://schemas.microsoft.com/office/drawing/2014/main" id="{516F2861-2144-4DC2-BDDC-63796DD02F9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47" name="TextBox 23">
              <a:extLst>
                <a:ext uri="{FF2B5EF4-FFF2-40B4-BE49-F238E27FC236}">
                  <a16:creationId xmlns:a16="http://schemas.microsoft.com/office/drawing/2014/main" id="{4624435D-177A-B07D-191A-91EB2A11CB82}"/>
                </a:ext>
              </a:extLst>
            </p:cNvPr>
            <p:cNvSpPr txBox="1"/>
            <p:nvPr/>
          </p:nvSpPr>
          <p:spPr>
            <a:xfrm>
              <a:off x="8516252" y="6367150"/>
              <a:ext cx="2542011" cy="11079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00100" lvl="1" indent="-342900">
                <a:buFont typeface="+mj-lt"/>
                <a:buAutoNum type="arabicPeriod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CRUD operations + custom borrow/return logic.</a:t>
              </a:r>
            </a:p>
          </p:txBody>
        </p:sp>
        <p:sp>
          <p:nvSpPr>
            <p:cNvPr id="48" name="TextBox 27">
              <a:extLst>
                <a:ext uri="{FF2B5EF4-FFF2-40B4-BE49-F238E27FC236}">
                  <a16:creationId xmlns:a16="http://schemas.microsoft.com/office/drawing/2014/main" id="{C875A4C4-95BD-5DF3-68E8-B26D902C4A03}"/>
                </a:ext>
              </a:extLst>
            </p:cNvPr>
            <p:cNvSpPr txBox="1"/>
            <p:nvPr/>
          </p:nvSpPr>
          <p:spPr>
            <a:xfrm>
              <a:off x="9054205" y="5849731"/>
              <a:ext cx="2134248" cy="326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8"/>
                </a:lnSpc>
              </a:pPr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 Sets</a:t>
              </a:r>
              <a:endParaRPr lang="en-US" sz="1934" b="1" dirty="0">
                <a:solidFill>
                  <a:srgbClr val="010F1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endParaRPr>
            </a:p>
          </p:txBody>
        </p:sp>
      </p:grpSp>
      <p:pic>
        <p:nvPicPr>
          <p:cNvPr id="9218" name="Picture 2" descr="vector illustration of book icon 2219582 Vector Art at Vecteezy">
            <a:extLst>
              <a:ext uri="{FF2B5EF4-FFF2-40B4-BE49-F238E27FC236}">
                <a16:creationId xmlns:a16="http://schemas.microsoft.com/office/drawing/2014/main" id="{DF5AB653-242E-EC6B-875B-44BD69F7C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26" y="4475892"/>
            <a:ext cx="1689025" cy="135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244236D-773E-BF62-B79D-DCDE4E607EAF}"/>
              </a:ext>
            </a:extLst>
          </p:cNvPr>
          <p:cNvSpPr txBox="1"/>
          <p:nvPr/>
        </p:nvSpPr>
        <p:spPr>
          <a:xfrm>
            <a:off x="712322" y="6357357"/>
            <a:ext cx="2439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D57619-2952-3E5E-0C69-FF83C0A30FD0}"/>
              </a:ext>
            </a:extLst>
          </p:cNvPr>
          <p:cNvSpPr txBox="1"/>
          <p:nvPr/>
        </p:nvSpPr>
        <p:spPr>
          <a:xfrm>
            <a:off x="4350412" y="6398924"/>
            <a:ext cx="2439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name,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(student/faculty).</a:t>
            </a:r>
          </a:p>
        </p:txBody>
      </p:sp>
      <p:pic>
        <p:nvPicPr>
          <p:cNvPr id="9220" name="Picture 4" descr="Members Icon - People Icon Png - Free Transparent PNG Clipart Images ...">
            <a:extLst>
              <a:ext uri="{FF2B5EF4-FFF2-40B4-BE49-F238E27FC236}">
                <a16:creationId xmlns:a16="http://schemas.microsoft.com/office/drawing/2014/main" id="{CBE3C49C-2F8C-0D80-FCAB-B6184F4AC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396" y="4469987"/>
            <a:ext cx="1565472" cy="136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Loan Application icon in vector. Illustration 33543857 Vector Art at ...">
            <a:extLst>
              <a:ext uri="{FF2B5EF4-FFF2-40B4-BE49-F238E27FC236}">
                <a16:creationId xmlns:a16="http://schemas.microsoft.com/office/drawing/2014/main" id="{FAC2D9F6-5B01-D78B-685E-1A9D4E6AB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8943" y="4440868"/>
            <a:ext cx="13906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Serialization Glyph Two Color Icon 17618658 Vector Art at Vecteezy">
            <a:extLst>
              <a:ext uri="{FF2B5EF4-FFF2-40B4-BE49-F238E27FC236}">
                <a16:creationId xmlns:a16="http://schemas.microsoft.com/office/drawing/2014/main" id="{1D46E22E-540B-3262-F22D-A6CBAC5E5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2038" y="4542976"/>
            <a:ext cx="1443925" cy="121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12" descr="Files Icon #362722 - Free Icons Library">
            <a:extLst>
              <a:ext uri="{FF2B5EF4-FFF2-40B4-BE49-F238E27FC236}">
                <a16:creationId xmlns:a16="http://schemas.microsoft.com/office/drawing/2014/main" id="{D3442B9B-394C-FC97-77E6-FCE80C121E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" name="AutoShape 14" descr="File Document Vector SVG Icon - SVG Repo">
            <a:extLst>
              <a:ext uri="{FF2B5EF4-FFF2-40B4-BE49-F238E27FC236}">
                <a16:creationId xmlns:a16="http://schemas.microsoft.com/office/drawing/2014/main" id="{E10DBBA6-05C0-C075-4A6C-BC4EFBBEE7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" name="AutoShape 16" descr="File Document Vector SVG Icon - SVG Repo">
            <a:extLst>
              <a:ext uri="{FF2B5EF4-FFF2-40B4-BE49-F238E27FC236}">
                <a16:creationId xmlns:a16="http://schemas.microsoft.com/office/drawing/2014/main" id="{902C164C-2168-F8ED-6CC7-2C0D0E9BBA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96400" y="5295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34" name="Picture 18" descr="Document Vector SVG Icon - PNG Repo Free PNG Icons">
            <a:extLst>
              <a:ext uri="{FF2B5EF4-FFF2-40B4-BE49-F238E27FC236}">
                <a16:creationId xmlns:a16="http://schemas.microsoft.com/office/drawing/2014/main" id="{8A128177-8771-8BB2-6900-9993AEF85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599" y="4542064"/>
            <a:ext cx="1249125" cy="110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6AAC-7E56-C1CD-4CA8-E48AD44C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85ADA8-2CDE-E06A-4A91-20FEDDB1579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33F23FB-A88A-0218-1784-5AAF65D6D692}"/>
              </a:ext>
            </a:extLst>
          </p:cNvPr>
          <p:cNvSpPr txBox="1"/>
          <p:nvPr/>
        </p:nvSpPr>
        <p:spPr>
          <a:xfrm>
            <a:off x="3642798" y="507964"/>
            <a:ext cx="11002403" cy="109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BACKEND METHODS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61CB1F1-9AA3-9A81-82D9-27800E60B3AC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08E1935-0FF2-8BFB-16ED-A7E27513F774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DB256EE-8D6B-62A4-1E35-1D6653BEC169}"/>
              </a:ext>
            </a:extLst>
          </p:cNvPr>
          <p:cNvSpPr txBox="1"/>
          <p:nvPr/>
        </p:nvSpPr>
        <p:spPr>
          <a:xfrm>
            <a:off x="660400" y="1492293"/>
            <a:ext cx="8077200" cy="8324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Member: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loan_days() =&gt; Returns the number of days a member can keep a borrowed item.</a:t>
            </a:r>
          </a:p>
          <a:p>
            <a:pPr marL="1257300" lvl="2" indent="-342900">
              <a:lnSpc>
                <a:spcPct val="150000"/>
              </a:lnSpc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fine_per_day()  =&gt; Defines the penalty charged for each overdue day.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Loan: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fine_amount() =&gt; Calculates the total fine for a late return.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custom methods: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borrow() =&gt;Allows a member to borrow a book or resource.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receive() =&gt; Handles returning of the borrowed item back to the library.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FC7783-F24B-6466-BEB2-8820C4122B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973221"/>
            <a:ext cx="7800477" cy="780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91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8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7172114" y="511990"/>
            <a:ext cx="3197211" cy="1094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VIEWS</a:t>
            </a:r>
          </a:p>
        </p:txBody>
      </p:sp>
      <p:sp>
        <p:nvSpPr>
          <p:cNvPr id="21" name="Freeform 21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4977803" y="4219017"/>
            <a:ext cx="902541" cy="47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2814" b="1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F8CDA16-F9C8-C60B-D387-02C8B4D2C517}"/>
              </a:ext>
            </a:extLst>
          </p:cNvPr>
          <p:cNvGrpSpPr/>
          <p:nvPr/>
        </p:nvGrpSpPr>
        <p:grpSpPr>
          <a:xfrm>
            <a:off x="318328" y="3009900"/>
            <a:ext cx="16903881" cy="5612613"/>
            <a:chOff x="2103009" y="3781540"/>
            <a:chExt cx="12998834" cy="4723969"/>
          </a:xfrm>
        </p:grpSpPr>
        <p:sp>
          <p:nvSpPr>
            <p:cNvPr id="29" name="TextBox 29"/>
            <p:cNvSpPr txBox="1"/>
            <p:nvPr/>
          </p:nvSpPr>
          <p:spPr>
            <a:xfrm>
              <a:off x="3171925" y="7060217"/>
              <a:ext cx="3386468" cy="353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8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BookViewSet</a:t>
              </a:r>
              <a:endPara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B6ABD10-A1D7-B7FE-1752-3A92EEE27798}"/>
                </a:ext>
              </a:extLst>
            </p:cNvPr>
            <p:cNvGrpSpPr/>
            <p:nvPr/>
          </p:nvGrpSpPr>
          <p:grpSpPr>
            <a:xfrm>
              <a:off x="2103009" y="3781540"/>
              <a:ext cx="12998834" cy="4723969"/>
              <a:chOff x="172976" y="4219017"/>
              <a:chExt cx="12998834" cy="4723969"/>
            </a:xfrm>
          </p:grpSpPr>
          <p:sp>
            <p:nvSpPr>
              <p:cNvPr id="18" name="AutoShape 18"/>
              <p:cNvSpPr/>
              <p:nvPr/>
            </p:nvSpPr>
            <p:spPr>
              <a:xfrm flipV="1">
                <a:off x="3334357" y="4479686"/>
                <a:ext cx="3112318" cy="1796897"/>
              </a:xfrm>
              <a:prstGeom prst="line">
                <a:avLst/>
              </a:prstGeom>
              <a:ln w="28575" cap="flat">
                <a:solidFill>
                  <a:srgbClr val="FFFFFF"/>
                </a:solidFill>
                <a:prstDash val="solid"/>
                <a:headEnd type="oval" w="lg" len="lg"/>
                <a:tailEnd type="oval" w="lg" len="lg"/>
              </a:ln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7951E54E-7E8D-8261-BD95-D3820E652164}"/>
                  </a:ext>
                </a:extLst>
              </p:cNvPr>
              <p:cNvGrpSpPr/>
              <p:nvPr/>
            </p:nvGrpSpPr>
            <p:grpSpPr>
              <a:xfrm>
                <a:off x="172976" y="4219017"/>
                <a:ext cx="12998834" cy="4723969"/>
                <a:chOff x="96776" y="4039952"/>
                <a:chExt cx="12998834" cy="4723969"/>
              </a:xfrm>
            </p:grpSpPr>
            <p:grpSp>
              <p:nvGrpSpPr>
                <p:cNvPr id="3" name="Group 3"/>
                <p:cNvGrpSpPr/>
                <p:nvPr/>
              </p:nvGrpSpPr>
              <p:grpSpPr>
                <a:xfrm>
                  <a:off x="2407657" y="6134354"/>
                  <a:ext cx="902541" cy="902541"/>
                  <a:chOff x="0" y="0"/>
                  <a:chExt cx="812800" cy="812800"/>
                </a:xfrm>
              </p:grpSpPr>
              <p:sp>
                <p:nvSpPr>
                  <p:cNvPr id="4" name="Freeform 4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" name="TextBox 5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3111"/>
                      </a:lnSpc>
                    </a:pPr>
                    <a:endParaRPr/>
                  </a:p>
                </p:txBody>
              </p:sp>
            </p:grpSp>
            <p:grpSp>
              <p:nvGrpSpPr>
                <p:cNvPr id="6" name="Group 6"/>
                <p:cNvGrpSpPr/>
                <p:nvPr/>
              </p:nvGrpSpPr>
              <p:grpSpPr>
                <a:xfrm>
                  <a:off x="10785423" y="6222776"/>
                  <a:ext cx="902541" cy="902541"/>
                  <a:chOff x="0" y="0"/>
                  <a:chExt cx="812800" cy="812800"/>
                </a:xfrm>
              </p:grpSpPr>
              <p:sp>
                <p:nvSpPr>
                  <p:cNvPr id="7" name="Freeform 7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8" name="TextBox 8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3111"/>
                      </a:lnSpc>
                    </a:pPr>
                    <a:endParaRPr/>
                  </a:p>
                </p:txBody>
              </p:sp>
            </p:grpSp>
            <p:grpSp>
              <p:nvGrpSpPr>
                <p:cNvPr id="9" name="Group 9"/>
                <p:cNvGrpSpPr/>
                <p:nvPr/>
              </p:nvGrpSpPr>
              <p:grpSpPr>
                <a:xfrm>
                  <a:off x="6596540" y="4039952"/>
                  <a:ext cx="902541" cy="902541"/>
                  <a:chOff x="0" y="0"/>
                  <a:chExt cx="812800" cy="812800"/>
                </a:xfrm>
              </p:grpSpPr>
              <p:sp>
                <p:nvSpPr>
                  <p:cNvPr id="10" name="Freeform 10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3111"/>
                      </a:lnSpc>
                    </a:pPr>
                    <a:endParaRPr/>
                  </a:p>
                </p:txBody>
              </p:sp>
            </p:grpSp>
            <p:sp>
              <p:nvSpPr>
                <p:cNvPr id="20" name="AutoShape 20"/>
                <p:cNvSpPr/>
                <p:nvPr/>
              </p:nvSpPr>
              <p:spPr>
                <a:xfrm flipH="1" flipV="1">
                  <a:off x="7667544" y="4504493"/>
                  <a:ext cx="3110724" cy="1799655"/>
                </a:xfrm>
                <a:prstGeom prst="line">
                  <a:avLst/>
                </a:prstGeom>
                <a:ln w="28575" cap="flat">
                  <a:solidFill>
                    <a:srgbClr val="FFFFFF"/>
                  </a:solidFill>
                  <a:prstDash val="solid"/>
                  <a:headEnd type="oval" w="lg" len="lg"/>
                  <a:tailEnd type="oval" w="lg" len="lg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2407657" y="6324955"/>
                  <a:ext cx="902541" cy="475519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940"/>
                    </a:lnSpc>
                  </a:pPr>
                  <a:r>
                    <a:rPr lang="en-US" sz="2814" b="1" dirty="0">
                      <a:solidFill>
                        <a:srgbClr val="010F1F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01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0785423" y="6413377"/>
                  <a:ext cx="902541" cy="475519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940"/>
                    </a:lnSpc>
                  </a:pPr>
                  <a:r>
                    <a:rPr lang="en-US" sz="2814" b="1">
                      <a:solidFill>
                        <a:srgbClr val="010F1F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03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6596540" y="4230553"/>
                  <a:ext cx="902541" cy="475519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940"/>
                    </a:lnSpc>
                  </a:pPr>
                  <a:r>
                    <a:rPr lang="en-US" sz="2814" b="1">
                      <a:solidFill>
                        <a:srgbClr val="010F1F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02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9472410" y="7896948"/>
                  <a:ext cx="3623200" cy="730566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800100" lvl="1" indent="-342900">
                    <a:lnSpc>
                      <a:spcPct val="150000"/>
                    </a:lnSpc>
                    <a:buFont typeface="Wingdings" panose="05000000000000000000" pitchFamily="2" charset="2"/>
                    <a:buChar char="Ø"/>
                  </a:pPr>
                  <a:r>
                    <a:rPr lang="en-US" sz="2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Tracks loan transactions between members and books.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427837" y="5904650"/>
                  <a:ext cx="3110724" cy="798997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800100" lvl="1" indent="-342900">
                    <a:lnSpc>
                      <a:spcPct val="150000"/>
                    </a:lnSpc>
                    <a:buFont typeface="Wingdings" panose="05000000000000000000" pitchFamily="2" charset="2"/>
                    <a:buChar char="Ø"/>
                  </a:pPr>
                  <a:r>
                    <a:rPr lang="en-US" sz="2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Manages member details like registration and updates</a:t>
                  </a:r>
                  <a:r>
                    <a:rPr lang="en-US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9543460" y="7290822"/>
                  <a:ext cx="3386468" cy="353174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2708"/>
                    </a:lnSpc>
                  </a:pPr>
                  <a:r>
                    <a:rPr lang="en-US" sz="28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LoanViewSet</a:t>
                  </a:r>
                  <a:endPara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endParaRP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354576" y="5107998"/>
                  <a:ext cx="3386468" cy="346249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2708"/>
                    </a:lnSpc>
                  </a:pPr>
                  <a:r>
                    <a:rPr lang="en-US" sz="28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MemberViewSet</a:t>
                  </a:r>
                  <a:endPara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CFB8201-0FCF-5BEC-F5A5-937D4DA74994}"/>
                    </a:ext>
                  </a:extLst>
                </p:cNvPr>
                <p:cNvSpPr txBox="1"/>
                <p:nvPr/>
              </p:nvSpPr>
              <p:spPr>
                <a:xfrm>
                  <a:off x="96776" y="7955642"/>
                  <a:ext cx="5257800" cy="8082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257300" lvl="2" indent="-342900" algn="ctr">
                    <a:lnSpc>
                      <a:spcPct val="150000"/>
                    </a:lnSpc>
                    <a:buFont typeface="Wingdings" panose="05000000000000000000" pitchFamily="2" charset="2"/>
                    <a:buChar char="Ø"/>
                  </a:pPr>
                  <a:r>
                    <a:rPr lang="en-US" sz="2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Handles all CRUD operations </a:t>
                  </a:r>
                </a:p>
                <a:p>
                  <a:pPr lvl="2" algn="ctr">
                    <a:lnSpc>
                      <a:spcPct val="150000"/>
                    </a:lnSpc>
                  </a:pPr>
                  <a:r>
                    <a:rPr lang="en-US" sz="2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related to books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09C3-CC8A-8A33-7437-953CC1BF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91D406-418C-CDCF-D888-257C30CFCFC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D3E3B2-4159-5BAB-944C-B96C2DEC80DB}"/>
              </a:ext>
            </a:extLst>
          </p:cNvPr>
          <p:cNvSpPr txBox="1"/>
          <p:nvPr/>
        </p:nvSpPr>
        <p:spPr>
          <a:xfrm>
            <a:off x="5364698" y="1168292"/>
            <a:ext cx="7436901" cy="1073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SERIALIZATIONS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96BA89C-9340-AF8F-A137-C6F0DDFF0A21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2EE766B-8F73-4D97-7A86-356DA4C62B0F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40E7909-5771-D382-882B-BD21EC626B58}"/>
              </a:ext>
            </a:extLst>
          </p:cNvPr>
          <p:cNvSpPr txBox="1"/>
          <p:nvPr/>
        </p:nvSpPr>
        <p:spPr>
          <a:xfrm>
            <a:off x="9677400" y="3268405"/>
            <a:ext cx="7543799" cy="5901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lphaLcPeriod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BookSerializer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Converts book model data into JSON and validates input for books.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lphaLcPeriod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MemberSerializer :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Serializes member details for API communication.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LoanSerializer :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Handles loan data with nested           relations (includes member and book details inside the loan response).</a:t>
            </a:r>
          </a:p>
        </p:txBody>
      </p:sp>
      <p:sp>
        <p:nvSpPr>
          <p:cNvPr id="7" name="AutoShape 2" descr="Image of ">
            <a:extLst>
              <a:ext uri="{FF2B5EF4-FFF2-40B4-BE49-F238E27FC236}">
                <a16:creationId xmlns:a16="http://schemas.microsoft.com/office/drawing/2014/main" id="{F784EC31-CCA7-59DF-92DC-8C1F7984C8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4" descr="Image of ">
            <a:extLst>
              <a:ext uri="{FF2B5EF4-FFF2-40B4-BE49-F238E27FC236}">
                <a16:creationId xmlns:a16="http://schemas.microsoft.com/office/drawing/2014/main" id="{75A49752-BE2F-6012-9A4B-EDD318E9F3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 descr="A diagram of a book model&#10;&#10;AI-generated content may be incorrect.">
            <a:extLst>
              <a:ext uri="{FF2B5EF4-FFF2-40B4-BE49-F238E27FC236}">
                <a16:creationId xmlns:a16="http://schemas.microsoft.com/office/drawing/2014/main" id="{14FAE24A-AA97-4878-8285-67EFAEA29F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99" y="3435739"/>
            <a:ext cx="7086600" cy="575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60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D14A3-E9FF-C0AB-7837-DE757266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367BBA-34FA-F27A-99F3-ACA8E46298C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6B1453B-3180-919C-90CA-A976CAD7D0B8}"/>
              </a:ext>
            </a:extLst>
          </p:cNvPr>
          <p:cNvGrpSpPr/>
          <p:nvPr/>
        </p:nvGrpSpPr>
        <p:grpSpPr>
          <a:xfrm>
            <a:off x="2407657" y="6134354"/>
            <a:ext cx="902541" cy="902541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76FAD2E-2BB5-3E8B-1BF0-7C8473A69E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A964F8A-6563-0EBA-9A90-BAEE32DF806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D1ACF8A-E3FA-0BF5-3699-8870AF1D10F5}"/>
              </a:ext>
            </a:extLst>
          </p:cNvPr>
          <p:cNvGrpSpPr/>
          <p:nvPr/>
        </p:nvGrpSpPr>
        <p:grpSpPr>
          <a:xfrm>
            <a:off x="10785423" y="6222776"/>
            <a:ext cx="902541" cy="902541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A26D593-3110-EA75-0937-156A956389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572BB57-4B00-4030-A2B0-C2B4305F40A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CDC334A-D4D9-9781-E948-C325F64D7B87}"/>
              </a:ext>
            </a:extLst>
          </p:cNvPr>
          <p:cNvGrpSpPr/>
          <p:nvPr/>
        </p:nvGrpSpPr>
        <p:grpSpPr>
          <a:xfrm>
            <a:off x="6596540" y="4039952"/>
            <a:ext cx="902541" cy="902541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DCCD908-9845-8331-D4E6-4F93CF28F58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2CF0117-5228-E63C-FDFB-8090C1C5DE4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50DAC47-C338-2319-234F-3E5A38574E03}"/>
              </a:ext>
            </a:extLst>
          </p:cNvPr>
          <p:cNvGrpSpPr/>
          <p:nvPr/>
        </p:nvGrpSpPr>
        <p:grpSpPr>
          <a:xfrm>
            <a:off x="14977803" y="4028416"/>
            <a:ext cx="902541" cy="902541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8F43115-EB5B-981F-F7B8-4644AE4144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CEC373A-9160-A871-D9B6-2446BDDAB6E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A79FB97-F2CA-0E28-712B-F24B43490194}"/>
              </a:ext>
            </a:extLst>
          </p:cNvPr>
          <p:cNvSpPr txBox="1"/>
          <p:nvPr/>
        </p:nvSpPr>
        <p:spPr>
          <a:xfrm>
            <a:off x="1907887" y="1147764"/>
            <a:ext cx="14630038" cy="1073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FRONTEND MAIN COMPONENTS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78A4A1E-5528-B7C1-8C7A-E66E9468808C}"/>
              </a:ext>
            </a:extLst>
          </p:cNvPr>
          <p:cNvSpPr txBox="1"/>
          <p:nvPr/>
        </p:nvSpPr>
        <p:spPr>
          <a:xfrm>
            <a:off x="14207289" y="5980515"/>
            <a:ext cx="261109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borrow and return actions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books.</a:t>
            </a:r>
            <a:endParaRPr lang="en-US" sz="1359" dirty="0">
              <a:solidFill>
                <a:schemeClr val="bg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FDA5D1F-C042-B769-A244-7FA26989A32F}"/>
              </a:ext>
            </a:extLst>
          </p:cNvPr>
          <p:cNvSpPr txBox="1"/>
          <p:nvPr/>
        </p:nvSpPr>
        <p:spPr>
          <a:xfrm>
            <a:off x="13735839" y="5096461"/>
            <a:ext cx="3386468" cy="32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BorrowList.js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F57D1226-BE4E-4F71-1CB9-E5A0AD141CC2}"/>
              </a:ext>
            </a:extLst>
          </p:cNvPr>
          <p:cNvSpPr/>
          <p:nvPr/>
        </p:nvSpPr>
        <p:spPr>
          <a:xfrm flipV="1">
            <a:off x="3334357" y="4479686"/>
            <a:ext cx="3112318" cy="1796897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B52ABA12-D1A7-2BBC-D8C4-DCD3C6FA214E}"/>
              </a:ext>
            </a:extLst>
          </p:cNvPr>
          <p:cNvSpPr/>
          <p:nvPr/>
        </p:nvSpPr>
        <p:spPr>
          <a:xfrm flipV="1">
            <a:off x="11761783" y="4651731"/>
            <a:ext cx="3112318" cy="1796897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EF8D13EC-4158-6DA6-088C-DD92BE7C011E}"/>
              </a:ext>
            </a:extLst>
          </p:cNvPr>
          <p:cNvSpPr/>
          <p:nvPr/>
        </p:nvSpPr>
        <p:spPr>
          <a:xfrm flipH="1" flipV="1">
            <a:off x="7667544" y="4504493"/>
            <a:ext cx="3110724" cy="1799655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1BE7BEA6-B0BC-2E1F-5A2F-347EC7BECFDE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98DE39D-ED1C-D864-5252-EED21470BA61}"/>
              </a:ext>
            </a:extLst>
          </p:cNvPr>
          <p:cNvSpPr txBox="1"/>
          <p:nvPr/>
        </p:nvSpPr>
        <p:spPr>
          <a:xfrm>
            <a:off x="2407657" y="6324955"/>
            <a:ext cx="902541" cy="47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2814" b="1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8894B71-6035-49AA-54A2-B5D542759C83}"/>
              </a:ext>
            </a:extLst>
          </p:cNvPr>
          <p:cNvSpPr txBox="1"/>
          <p:nvPr/>
        </p:nvSpPr>
        <p:spPr>
          <a:xfrm>
            <a:off x="10785423" y="6413377"/>
            <a:ext cx="902541" cy="47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2814" b="1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0CA24A5-1333-E095-6422-F0DAE6A82660}"/>
              </a:ext>
            </a:extLst>
          </p:cNvPr>
          <p:cNvSpPr txBox="1"/>
          <p:nvPr/>
        </p:nvSpPr>
        <p:spPr>
          <a:xfrm>
            <a:off x="6596540" y="4230553"/>
            <a:ext cx="902541" cy="47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2814" b="1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24A96AB-63E4-C5DB-73BC-4013AE297E5F}"/>
              </a:ext>
            </a:extLst>
          </p:cNvPr>
          <p:cNvSpPr txBox="1"/>
          <p:nvPr/>
        </p:nvSpPr>
        <p:spPr>
          <a:xfrm>
            <a:off x="14977803" y="4219017"/>
            <a:ext cx="902541" cy="47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2814" b="1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11AD766-5957-FD61-D5BC-615089A9D46A}"/>
              </a:ext>
            </a:extLst>
          </p:cNvPr>
          <p:cNvSpPr txBox="1"/>
          <p:nvPr/>
        </p:nvSpPr>
        <p:spPr>
          <a:xfrm>
            <a:off x="9931146" y="7938947"/>
            <a:ext cx="261109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and loan management</a:t>
            </a:r>
            <a:endParaRPr lang="en-US" sz="1359" dirty="0">
              <a:solidFill>
                <a:schemeClr val="bg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E99638D-97FC-1B54-C836-0FFDEA9390B9}"/>
              </a:ext>
            </a:extLst>
          </p:cNvPr>
          <p:cNvSpPr txBox="1"/>
          <p:nvPr/>
        </p:nvSpPr>
        <p:spPr>
          <a:xfrm>
            <a:off x="5769302" y="5755003"/>
            <a:ext cx="261109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books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(view, add, edit, delete).</a:t>
            </a:r>
            <a:endParaRPr lang="en-US" sz="1359" dirty="0">
              <a:solidFill>
                <a:schemeClr val="bg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3F205A0-E82B-D4EF-FDCC-A3F5CE690C7F}"/>
              </a:ext>
            </a:extLst>
          </p:cNvPr>
          <p:cNvSpPr txBox="1"/>
          <p:nvPr/>
        </p:nvSpPr>
        <p:spPr>
          <a:xfrm>
            <a:off x="1165693" y="7202399"/>
            <a:ext cx="3386468" cy="32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App.js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26D29A9-A1D6-AB74-F7FE-8FAAC86654A8}"/>
              </a:ext>
            </a:extLst>
          </p:cNvPr>
          <p:cNvSpPr txBox="1"/>
          <p:nvPr/>
        </p:nvSpPr>
        <p:spPr>
          <a:xfrm>
            <a:off x="9543460" y="7290822"/>
            <a:ext cx="3386468" cy="32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MemberList.js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2712825-B601-2CAE-2B01-F38B0CEB865A}"/>
              </a:ext>
            </a:extLst>
          </p:cNvPr>
          <p:cNvSpPr txBox="1"/>
          <p:nvPr/>
        </p:nvSpPr>
        <p:spPr>
          <a:xfrm>
            <a:off x="5354576" y="5107998"/>
            <a:ext cx="3386468" cy="32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BookList.js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D91EBAA7-5CDF-7542-AB1A-D886F3666547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8FC413-3706-7749-0399-20225900FA17}"/>
              </a:ext>
            </a:extLst>
          </p:cNvPr>
          <p:cNvSpPr txBox="1"/>
          <p:nvPr/>
        </p:nvSpPr>
        <p:spPr>
          <a:xfrm>
            <a:off x="1447800" y="7815749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 the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component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central hub of the application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004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3C73C-2196-6E3D-53DA-FDB07FD6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8AC393-ABA6-934B-99BE-E046B3B45E4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7000"/>
            </a:blip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10BB23D-C90A-3D4F-5EF3-91BADF8758D2}"/>
              </a:ext>
            </a:extLst>
          </p:cNvPr>
          <p:cNvSpPr txBox="1"/>
          <p:nvPr/>
        </p:nvSpPr>
        <p:spPr>
          <a:xfrm>
            <a:off x="3642798" y="1280654"/>
            <a:ext cx="11002403" cy="109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HOOKS AND STATES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FE46560-AD7B-AE7F-52B4-773E90602BD0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DF925B3-7693-A6EC-D505-8D1F323C1386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4431FEC-5189-68D2-020A-A91E8FBF0B52}"/>
              </a:ext>
            </a:extLst>
          </p:cNvPr>
          <p:cNvSpPr txBox="1"/>
          <p:nvPr/>
        </p:nvSpPr>
        <p:spPr>
          <a:xfrm>
            <a:off x="2147972" y="3548036"/>
            <a:ext cx="6181185" cy="380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for form inputs and list updates</a:t>
            </a:r>
          </a:p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to fetch data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calls via Axios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B250899F-69E0-5EF5-80D8-244FA7EB98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30861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DAD72105-AF43-9163-F18A-557C880387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CBE08127-57AF-D5AD-34C2-51D7FC243A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8">
            <a:extLst>
              <a:ext uri="{FF2B5EF4-FFF2-40B4-BE49-F238E27FC236}">
                <a16:creationId xmlns:a16="http://schemas.microsoft.com/office/drawing/2014/main" id="{C56DB411-A6E2-2605-5B15-290ED0CD70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96400" y="5295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9D07760F-F79F-488E-0122-086B05DF7B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48800" y="5448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9AD4BDE-A8FE-C30C-5BB7-86E333C86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548036"/>
            <a:ext cx="8077199" cy="380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36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E7E41-9F16-9F47-9A63-A0C42E97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73078C-9DD8-D429-AA6F-03F08580A9A2}"/>
              </a:ext>
            </a:extLst>
          </p:cNvPr>
          <p:cNvSpPr/>
          <p:nvPr/>
        </p:nvSpPr>
        <p:spPr>
          <a:xfrm>
            <a:off x="-127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25E7FF0-CAE8-1627-D398-F3C33E902861}"/>
              </a:ext>
            </a:extLst>
          </p:cNvPr>
          <p:cNvSpPr txBox="1"/>
          <p:nvPr/>
        </p:nvSpPr>
        <p:spPr>
          <a:xfrm>
            <a:off x="3642799" y="1764982"/>
            <a:ext cx="11002403" cy="109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API INTEGRATION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92C0020-4208-65C5-E350-72BCC8B9D75D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4372C4B-5436-69B7-DC9F-F3B39989CB2F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F50C53-5E32-95D6-BCA9-D30DE6DBFA61}"/>
              </a:ext>
            </a:extLst>
          </p:cNvPr>
          <p:cNvSpPr txBox="1"/>
          <p:nvPr/>
        </p:nvSpPr>
        <p:spPr>
          <a:xfrm>
            <a:off x="1810553" y="3905504"/>
            <a:ext cx="5767070" cy="4446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baseURL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http://localhost:8000/api/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 used: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GET/POST /books/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GET/POST /members/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/members/:id/borrow/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/members/:id/receive/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B2A9779C-BB0A-6BEB-F8A9-A42C1D1227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14CB8D-DBF3-6065-F8FB-418514145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3905504"/>
            <a:ext cx="6494911" cy="44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75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-144661"/>
            <a:ext cx="18288000" cy="10469763"/>
            <a:chOff x="0" y="-38100"/>
            <a:chExt cx="4816593" cy="2757468"/>
          </a:xfrm>
        </p:grpSpPr>
        <p:sp>
          <p:nvSpPr>
            <p:cNvPr id="4" name="Freeform 4"/>
            <p:cNvSpPr/>
            <p:nvPr/>
          </p:nvSpPr>
          <p:spPr>
            <a:xfrm>
              <a:off x="0" y="10035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3642799" y="1242268"/>
            <a:ext cx="11002403" cy="106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CORE CONCEPTS USED</a:t>
            </a:r>
          </a:p>
        </p:txBody>
      </p:sp>
      <p:sp>
        <p:nvSpPr>
          <p:cNvPr id="8" name="Freeform 8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277520" y="6621070"/>
            <a:ext cx="3600903" cy="2902023"/>
            <a:chOff x="0" y="0"/>
            <a:chExt cx="1127259" cy="7976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27259" cy="797674"/>
            </a:xfrm>
            <a:custGeom>
              <a:avLst/>
              <a:gdLst/>
              <a:ahLst/>
              <a:cxnLst/>
              <a:rect l="l" t="t" r="r" b="b"/>
              <a:pathLst>
                <a:path w="1127259" h="797674">
                  <a:moveTo>
                    <a:pt x="34400" y="0"/>
                  </a:moveTo>
                  <a:lnTo>
                    <a:pt x="1092859" y="0"/>
                  </a:lnTo>
                  <a:cubicBezTo>
                    <a:pt x="1101983" y="0"/>
                    <a:pt x="1110732" y="3624"/>
                    <a:pt x="1117184" y="10076"/>
                  </a:cubicBezTo>
                  <a:cubicBezTo>
                    <a:pt x="1123635" y="16527"/>
                    <a:pt x="1127259" y="25276"/>
                    <a:pt x="1127259" y="34400"/>
                  </a:cubicBezTo>
                  <a:lnTo>
                    <a:pt x="1127259" y="763274"/>
                  </a:lnTo>
                  <a:cubicBezTo>
                    <a:pt x="1127259" y="772398"/>
                    <a:pt x="1123635" y="781147"/>
                    <a:pt x="1117184" y="787599"/>
                  </a:cubicBezTo>
                  <a:cubicBezTo>
                    <a:pt x="1110732" y="794050"/>
                    <a:pt x="1101983" y="797674"/>
                    <a:pt x="1092859" y="797674"/>
                  </a:cubicBezTo>
                  <a:lnTo>
                    <a:pt x="34400" y="797674"/>
                  </a:lnTo>
                  <a:cubicBezTo>
                    <a:pt x="25276" y="797674"/>
                    <a:pt x="16527" y="794050"/>
                    <a:pt x="10076" y="787599"/>
                  </a:cubicBezTo>
                  <a:cubicBezTo>
                    <a:pt x="3624" y="781147"/>
                    <a:pt x="0" y="772398"/>
                    <a:pt x="0" y="763274"/>
                  </a:cubicBezTo>
                  <a:lnTo>
                    <a:pt x="0" y="34400"/>
                  </a:lnTo>
                  <a:cubicBezTo>
                    <a:pt x="0" y="25276"/>
                    <a:pt x="3624" y="16527"/>
                    <a:pt x="10076" y="10076"/>
                  </a:cubicBezTo>
                  <a:cubicBezTo>
                    <a:pt x="16527" y="3624"/>
                    <a:pt x="25276" y="0"/>
                    <a:pt x="34400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27259" cy="8357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55797" y="6710219"/>
            <a:ext cx="3707228" cy="2812874"/>
            <a:chOff x="0" y="0"/>
            <a:chExt cx="1160544" cy="797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0544" cy="797674"/>
            </a:xfrm>
            <a:custGeom>
              <a:avLst/>
              <a:gdLst/>
              <a:ahLst/>
              <a:cxnLst/>
              <a:rect l="l" t="t" r="r" b="b"/>
              <a:pathLst>
                <a:path w="1160544" h="797674">
                  <a:moveTo>
                    <a:pt x="33413" y="0"/>
                  </a:moveTo>
                  <a:lnTo>
                    <a:pt x="1127131" y="0"/>
                  </a:lnTo>
                  <a:cubicBezTo>
                    <a:pt x="1135993" y="0"/>
                    <a:pt x="1144492" y="3520"/>
                    <a:pt x="1150758" y="9787"/>
                  </a:cubicBezTo>
                  <a:cubicBezTo>
                    <a:pt x="1157024" y="16053"/>
                    <a:pt x="1160544" y="24552"/>
                    <a:pt x="1160544" y="33413"/>
                  </a:cubicBezTo>
                  <a:lnTo>
                    <a:pt x="1160544" y="764261"/>
                  </a:lnTo>
                  <a:cubicBezTo>
                    <a:pt x="1160544" y="773123"/>
                    <a:pt x="1157024" y="781621"/>
                    <a:pt x="1150758" y="787888"/>
                  </a:cubicBezTo>
                  <a:cubicBezTo>
                    <a:pt x="1144492" y="794154"/>
                    <a:pt x="1135993" y="797674"/>
                    <a:pt x="1127131" y="797674"/>
                  </a:cubicBezTo>
                  <a:lnTo>
                    <a:pt x="33413" y="797674"/>
                  </a:lnTo>
                  <a:cubicBezTo>
                    <a:pt x="24552" y="797674"/>
                    <a:pt x="16053" y="794154"/>
                    <a:pt x="9787" y="787888"/>
                  </a:cubicBezTo>
                  <a:cubicBezTo>
                    <a:pt x="3520" y="781621"/>
                    <a:pt x="0" y="773123"/>
                    <a:pt x="0" y="764261"/>
                  </a:cubicBezTo>
                  <a:lnTo>
                    <a:pt x="0" y="33413"/>
                  </a:lnTo>
                  <a:cubicBezTo>
                    <a:pt x="0" y="24552"/>
                    <a:pt x="3520" y="16053"/>
                    <a:pt x="9787" y="9787"/>
                  </a:cubicBezTo>
                  <a:cubicBezTo>
                    <a:pt x="16053" y="3520"/>
                    <a:pt x="24552" y="0"/>
                    <a:pt x="33413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60544" cy="8357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32001" y="7553324"/>
            <a:ext cx="2926740" cy="196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around classes like Book, Member, and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LibraryPortal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class represents a real-world entity, making the program more modular and easier to manage.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602831" y="7487664"/>
            <a:ext cx="3013160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details and borrowed books are kept private inside the class.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only be accessed or modified through methods, ensuring data security and correctness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3285852" y="6710219"/>
            <a:ext cx="3707228" cy="2812873"/>
            <a:chOff x="0" y="0"/>
            <a:chExt cx="1160544" cy="7976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60544" cy="797674"/>
            </a:xfrm>
            <a:custGeom>
              <a:avLst/>
              <a:gdLst/>
              <a:ahLst/>
              <a:cxnLst/>
              <a:rect l="l" t="t" r="r" b="b"/>
              <a:pathLst>
                <a:path w="1160544" h="797674">
                  <a:moveTo>
                    <a:pt x="33413" y="0"/>
                  </a:moveTo>
                  <a:lnTo>
                    <a:pt x="1127131" y="0"/>
                  </a:lnTo>
                  <a:cubicBezTo>
                    <a:pt x="1135993" y="0"/>
                    <a:pt x="1144492" y="3520"/>
                    <a:pt x="1150758" y="9787"/>
                  </a:cubicBezTo>
                  <a:cubicBezTo>
                    <a:pt x="1157024" y="16053"/>
                    <a:pt x="1160544" y="24552"/>
                    <a:pt x="1160544" y="33413"/>
                  </a:cubicBezTo>
                  <a:lnTo>
                    <a:pt x="1160544" y="764261"/>
                  </a:lnTo>
                  <a:cubicBezTo>
                    <a:pt x="1160544" y="773123"/>
                    <a:pt x="1157024" y="781621"/>
                    <a:pt x="1150758" y="787888"/>
                  </a:cubicBezTo>
                  <a:cubicBezTo>
                    <a:pt x="1144492" y="794154"/>
                    <a:pt x="1135993" y="797674"/>
                    <a:pt x="1127131" y="797674"/>
                  </a:cubicBezTo>
                  <a:lnTo>
                    <a:pt x="33413" y="797674"/>
                  </a:lnTo>
                  <a:cubicBezTo>
                    <a:pt x="24552" y="797674"/>
                    <a:pt x="16053" y="794154"/>
                    <a:pt x="9787" y="787888"/>
                  </a:cubicBezTo>
                  <a:cubicBezTo>
                    <a:pt x="3520" y="781621"/>
                    <a:pt x="0" y="773123"/>
                    <a:pt x="0" y="764261"/>
                  </a:cubicBezTo>
                  <a:lnTo>
                    <a:pt x="0" y="33413"/>
                  </a:lnTo>
                  <a:cubicBezTo>
                    <a:pt x="0" y="24552"/>
                    <a:pt x="3520" y="16053"/>
                    <a:pt x="9787" y="9787"/>
                  </a:cubicBezTo>
                  <a:cubicBezTo>
                    <a:pt x="16053" y="3520"/>
                    <a:pt x="24552" y="0"/>
                    <a:pt x="33413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60544" cy="8357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24975" y="6710220"/>
            <a:ext cx="3600903" cy="2812874"/>
            <a:chOff x="0" y="0"/>
            <a:chExt cx="1127259" cy="79767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27259" cy="797674"/>
            </a:xfrm>
            <a:custGeom>
              <a:avLst/>
              <a:gdLst/>
              <a:ahLst/>
              <a:cxnLst/>
              <a:rect l="l" t="t" r="r" b="b"/>
              <a:pathLst>
                <a:path w="1127259" h="797674">
                  <a:moveTo>
                    <a:pt x="34400" y="0"/>
                  </a:moveTo>
                  <a:lnTo>
                    <a:pt x="1092859" y="0"/>
                  </a:lnTo>
                  <a:cubicBezTo>
                    <a:pt x="1101983" y="0"/>
                    <a:pt x="1110732" y="3624"/>
                    <a:pt x="1117184" y="10076"/>
                  </a:cubicBezTo>
                  <a:cubicBezTo>
                    <a:pt x="1123635" y="16527"/>
                    <a:pt x="1127259" y="25276"/>
                    <a:pt x="1127259" y="34400"/>
                  </a:cubicBezTo>
                  <a:lnTo>
                    <a:pt x="1127259" y="763274"/>
                  </a:lnTo>
                  <a:cubicBezTo>
                    <a:pt x="1127259" y="772398"/>
                    <a:pt x="1123635" y="781147"/>
                    <a:pt x="1117184" y="787599"/>
                  </a:cubicBezTo>
                  <a:cubicBezTo>
                    <a:pt x="1110732" y="794050"/>
                    <a:pt x="1101983" y="797674"/>
                    <a:pt x="1092859" y="797674"/>
                  </a:cubicBezTo>
                  <a:lnTo>
                    <a:pt x="34400" y="797674"/>
                  </a:lnTo>
                  <a:cubicBezTo>
                    <a:pt x="25276" y="797674"/>
                    <a:pt x="16527" y="794050"/>
                    <a:pt x="10076" y="787599"/>
                  </a:cubicBezTo>
                  <a:cubicBezTo>
                    <a:pt x="3624" y="781147"/>
                    <a:pt x="0" y="772398"/>
                    <a:pt x="0" y="763274"/>
                  </a:cubicBezTo>
                  <a:lnTo>
                    <a:pt x="0" y="34400"/>
                  </a:lnTo>
                  <a:cubicBezTo>
                    <a:pt x="0" y="25276"/>
                    <a:pt x="3624" y="16527"/>
                    <a:pt x="10076" y="10076"/>
                  </a:cubicBezTo>
                  <a:cubicBezTo>
                    <a:pt x="16527" y="3624"/>
                    <a:pt x="25276" y="0"/>
                    <a:pt x="34400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27259" cy="8357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611291" y="7484867"/>
            <a:ext cx="2926740" cy="196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features are defined in a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BaseMember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class, while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StudentMember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FacultyMember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inherit from it.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avoids duplicate code and allows each type of member to follow their own borrowing rules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642839" y="7496682"/>
            <a:ext cx="3013160" cy="1268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1959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same action (like borrowing a book) works differently depending on whether the user is a student or faculty, thanks to method overriding.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712341" y="6881129"/>
            <a:ext cx="276605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891363" y="6881129"/>
            <a:ext cx="243609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Encapsulation: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907378" y="6881129"/>
            <a:ext cx="2436096" cy="67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Inheritance: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3634223" y="6881129"/>
            <a:ext cx="3010485" cy="32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Polymorphism: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DA0449E7-92BF-8CE5-872C-16307CE713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797" y="4302986"/>
            <a:ext cx="3707228" cy="2472402"/>
          </a:xfrm>
          <a:prstGeom prst="rect">
            <a:avLst/>
          </a:prstGeom>
        </p:spPr>
      </p:pic>
      <p:pic>
        <p:nvPicPr>
          <p:cNvPr id="38" name="Picture 37" descr="A diagram of a group of people&#10;&#10;AI-generated content may be incorrect.">
            <a:extLst>
              <a:ext uri="{FF2B5EF4-FFF2-40B4-BE49-F238E27FC236}">
                <a16:creationId xmlns:a16="http://schemas.microsoft.com/office/drawing/2014/main" id="{E312A704-62F9-660F-AF12-AE698F210E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398" y="4323273"/>
            <a:ext cx="3585479" cy="2472401"/>
          </a:xfrm>
          <a:prstGeom prst="rect">
            <a:avLst/>
          </a:prstGeom>
        </p:spPr>
      </p:pic>
      <p:pic>
        <p:nvPicPr>
          <p:cNvPr id="40" name="Picture 39" descr="A diagram of a diagram&#10;&#10;AI-generated content may be incorrect.">
            <a:extLst>
              <a:ext uri="{FF2B5EF4-FFF2-40B4-BE49-F238E27FC236}">
                <a16:creationId xmlns:a16="http://schemas.microsoft.com/office/drawing/2014/main" id="{346EEA27-E1E6-C9C7-86EB-2ACFBC57AB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5853" y="4323273"/>
            <a:ext cx="3715560" cy="250705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64342F4-9052-9765-9932-D02FD5B1BD4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20" y="4323894"/>
            <a:ext cx="3586226" cy="25058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CAD9-6C59-93DF-34EC-F3C0045F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398C3D-0D65-E746-354D-A9F96B21178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6A1D778-533D-C121-A277-F3D902B9786B}"/>
              </a:ext>
            </a:extLst>
          </p:cNvPr>
          <p:cNvSpPr txBox="1"/>
          <p:nvPr/>
        </p:nvSpPr>
        <p:spPr>
          <a:xfrm>
            <a:off x="3642799" y="1764982"/>
            <a:ext cx="11002403" cy="109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CLASSES AND METHODS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F86FED-FC18-A673-D61F-176E738DF545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DEA8719-1C97-AD95-E501-AE9A4423B099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E766B8B-AD20-61FE-AB29-2454C18012FC}"/>
              </a:ext>
            </a:extLst>
          </p:cNvPr>
          <p:cNvSpPr txBox="1"/>
          <p:nvPr/>
        </p:nvSpPr>
        <p:spPr>
          <a:xfrm>
            <a:off x="1221966" y="3754182"/>
            <a:ext cx="7171785" cy="5125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Class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title, author,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isbn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available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to_line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Converts book details into a text line for saving.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from_line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(line): Reads a line from file and reconstructs a Book object.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__str__(): Displays book details in human-readable format.</a:t>
            </a:r>
          </a:p>
        </p:txBody>
      </p:sp>
      <p:pic>
        <p:nvPicPr>
          <p:cNvPr id="8" name="Picture 7" descr="A book with text on it&#10;&#10;AI-generated content may be incorrect.">
            <a:extLst>
              <a:ext uri="{FF2B5EF4-FFF2-40B4-BE49-F238E27FC236}">
                <a16:creationId xmlns:a16="http://schemas.microsoft.com/office/drawing/2014/main" id="{7DD9F8FC-E497-700C-1D31-A028E953D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2"/>
          <a:stretch>
            <a:fillRect/>
          </a:stretch>
        </p:blipFill>
        <p:spPr>
          <a:xfrm>
            <a:off x="9914984" y="3848100"/>
            <a:ext cx="7382415" cy="50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94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3C2C-DD83-F775-FA1A-3C103B38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37A3CB-2A18-8D67-E404-CEC933DD454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B5FC654-92CD-D31E-B803-2981F2E108C3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23FF218-609F-CBD0-08C5-B8BA4CC8E3A8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1D6328D-322A-A39E-4CE0-7D2B3ED9A2E0}"/>
              </a:ext>
            </a:extLst>
          </p:cNvPr>
          <p:cNvSpPr txBox="1"/>
          <p:nvPr/>
        </p:nvSpPr>
        <p:spPr>
          <a:xfrm>
            <a:off x="9982200" y="1584194"/>
            <a:ext cx="7171785" cy="7909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0050" indent="-3429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BaseMember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(Abstract Class)</a:t>
            </a:r>
          </a:p>
          <a:p>
            <a:pPr marL="514350" lvl="1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pPr marL="514350" lvl="1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name, __borrowed (list of borrowed books)</a:t>
            </a:r>
          </a:p>
          <a:p>
            <a:pPr marL="514350" lvl="1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borrow_book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(book): Borrow a book.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return_book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Return a borrowed book.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to_line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Save member and borrowed books into a text line.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from_line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(line): Load member details back from file.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D755CE-F190-9810-16D2-04292B9F3C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" t="1487" r="-497" b="161"/>
          <a:stretch>
            <a:fillRect/>
          </a:stretch>
        </p:blipFill>
        <p:spPr>
          <a:xfrm>
            <a:off x="875221" y="1584194"/>
            <a:ext cx="7451313" cy="790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46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71BD-CE0E-2EB4-E3FF-EE08CB9E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549828-6B96-B924-AA4F-9F200238141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8259B73-51D8-BC31-44A7-4EB1AFFF4DAF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76627FB-E50D-DFFC-72D5-81DD42CB06B3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D1798FF-A1D6-7503-E391-4A8644092474}"/>
              </a:ext>
            </a:extLst>
          </p:cNvPr>
          <p:cNvSpPr txBox="1"/>
          <p:nvPr/>
        </p:nvSpPr>
        <p:spPr>
          <a:xfrm>
            <a:off x="1215425" y="1229996"/>
            <a:ext cx="6986270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StudentMember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(Subclass of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BaseMember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Inherits from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BaseMember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Override borrow rules (max 3 books, 14 days limit).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FacultyMember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(Subclass of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BaseMember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Inherits from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BaseMember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Override borrow rules (max 5 books, 30 days limit).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1C03D13-40E1-FEB1-0F5D-82F9746284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1229996"/>
            <a:ext cx="7848600" cy="86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07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5A16E-ADC5-D010-129E-86D85B9A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FFB91E-6677-A461-637B-57E5041084C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77F9665-B3C7-1588-FD41-3BB914E19312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7DA8251-6673-5F13-91D7-4CD390AC8C22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6028C2-AA44-9B32-8989-D37A6234F61E}"/>
              </a:ext>
            </a:extLst>
          </p:cNvPr>
          <p:cNvSpPr txBox="1"/>
          <p:nvPr/>
        </p:nvSpPr>
        <p:spPr>
          <a:xfrm>
            <a:off x="10752550" y="2129694"/>
            <a:ext cx="6530616" cy="703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LibraryPortal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(Controller Class)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 (list), members (list)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insert_book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→ Add a new book.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discard_book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→ Remove a book.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enroll_member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→ Add a new member.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borrow_book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→ Borrow process.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return_book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→ Return process.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save_data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/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load_data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→ Persist data in UTF-8 files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pic>
        <p:nvPicPr>
          <p:cNvPr id="7" name="Picture 6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6EFB0CC4-DD2C-574D-A604-6BB5D4860B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" t="1681" r="992"/>
          <a:stretch>
            <a:fillRect/>
          </a:stretch>
        </p:blipFill>
        <p:spPr>
          <a:xfrm>
            <a:off x="1143000" y="2129695"/>
            <a:ext cx="7467600" cy="703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72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C135-E64D-189C-C463-1F7671CF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E92E08-A47E-BD59-45DB-3A40382F9B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7EBD79-3B36-BEC9-B2D3-9AF993E71C00}"/>
              </a:ext>
            </a:extLst>
          </p:cNvPr>
          <p:cNvSpPr txBox="1"/>
          <p:nvPr/>
        </p:nvSpPr>
        <p:spPr>
          <a:xfrm>
            <a:off x="7079199" y="770989"/>
            <a:ext cx="3824801" cy="1094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DESIGN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1F9C21F-7F15-CDCE-97B2-D9069DC5DD83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3148DEC-667C-AED2-0C28-94B511A840EA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27184D1-CA6B-C3CE-691B-B3D0841301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7C0530-87EE-24C7-1370-E1B3E9700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2400301"/>
            <a:ext cx="15011400" cy="693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5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EC5A2-2E8B-FEB5-FA51-D36A1634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A835A5-3868-2259-5246-7D6BC8DEC5B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4494065-8371-7A94-60F3-4B9929D5E124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29C326F-81F4-1CC0-C37F-34F8C3B578F5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7" name="TextBox 1">
            <a:extLst>
              <a:ext uri="{FF2B5EF4-FFF2-40B4-BE49-F238E27FC236}">
                <a16:creationId xmlns:a16="http://schemas.microsoft.com/office/drawing/2014/main" id="{D224C540-3188-B70D-3D70-DE2BD940F9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958834"/>
              </p:ext>
            </p:extLst>
          </p:nvPr>
        </p:nvGraphicFramePr>
        <p:xfrm>
          <a:off x="2590800" y="1790700"/>
          <a:ext cx="12877800" cy="701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57435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41925-A165-33B2-B52B-528FB481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EAA8A0-E471-EBAB-12A4-1F2BA837DBF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7289F56-F59F-81D9-FC68-2EBEAB610130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61DC313-5F91-8C81-5C9D-D63846799E12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7" name="TextBox 1">
            <a:extLst>
              <a:ext uri="{FF2B5EF4-FFF2-40B4-BE49-F238E27FC236}">
                <a16:creationId xmlns:a16="http://schemas.microsoft.com/office/drawing/2014/main" id="{51FA3849-6A11-934D-8719-2053097538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5493290"/>
              </p:ext>
            </p:extLst>
          </p:nvPr>
        </p:nvGraphicFramePr>
        <p:xfrm>
          <a:off x="2400300" y="5633295"/>
          <a:ext cx="134874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8" name="Picture 7" descr="A screenshot of a computer program">
            <a:extLst>
              <a:ext uri="{FF2B5EF4-FFF2-40B4-BE49-F238E27FC236}">
                <a16:creationId xmlns:a16="http://schemas.microsoft.com/office/drawing/2014/main" id="{F887430F-1D55-AC59-D525-771223F059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9805" y="800100"/>
            <a:ext cx="6848045" cy="5029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4CE74B-40FE-1329-244A-D1E9E6B411BC}"/>
              </a:ext>
            </a:extLst>
          </p:cNvPr>
          <p:cNvSpPr txBox="1"/>
          <p:nvPr/>
        </p:nvSpPr>
        <p:spPr>
          <a:xfrm>
            <a:off x="2833903" y="2776090"/>
            <a:ext cx="457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CLI MENU</a:t>
            </a:r>
          </a:p>
        </p:txBody>
      </p:sp>
    </p:spTree>
    <p:extLst>
      <p:ext uri="{BB962C8B-B14F-4D97-AF65-F5344CB8AC3E}">
        <p14:creationId xmlns:p14="http://schemas.microsoft.com/office/powerpoint/2010/main" val="3491105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3804-B8E3-0263-DA20-0D9BB999D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D01DC9-805B-69C1-7038-8B75740DCEE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r>
              <a:rPr lang="en-IN" dirty="0"/>
              <a:t>A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886BB93-A192-BBE1-EE31-24D361A2C395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E564B04-F7AD-3007-B7B5-458E37E8CB2D}"/>
              </a:ext>
            </a:extLst>
          </p:cNvPr>
          <p:cNvSpPr txBox="1"/>
          <p:nvPr/>
        </p:nvSpPr>
        <p:spPr>
          <a:xfrm>
            <a:off x="2674749" y="1860757"/>
            <a:ext cx="12938502" cy="106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KEY FEATURES</a:t>
            </a: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269F787-F9FF-B06E-0D5F-47705C452B30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FDBB5C7-2637-69EB-11B7-E62224B419AE}"/>
              </a:ext>
            </a:extLst>
          </p:cNvPr>
          <p:cNvGrpSpPr/>
          <p:nvPr/>
        </p:nvGrpSpPr>
        <p:grpSpPr>
          <a:xfrm>
            <a:off x="284644" y="4184656"/>
            <a:ext cx="3236284" cy="4207377"/>
            <a:chOff x="2220191" y="4095040"/>
            <a:chExt cx="3236284" cy="4207377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2C36A03-ECC4-D7F7-5924-5F78A938127B}"/>
                </a:ext>
              </a:extLst>
            </p:cNvPr>
            <p:cNvGrpSpPr/>
            <p:nvPr/>
          </p:nvGrpSpPr>
          <p:grpSpPr>
            <a:xfrm>
              <a:off x="2220191" y="4095040"/>
              <a:ext cx="3236284" cy="4207377"/>
              <a:chOff x="0" y="-38100"/>
              <a:chExt cx="852355" cy="1108116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EC627D07-960E-B8BF-D547-D3B9B0415DBA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70016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8500C246-6701-2FD4-EB96-9A3FA088950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C26B4903-A686-01C1-F51C-98426220DC37}"/>
                </a:ext>
              </a:extLst>
            </p:cNvPr>
            <p:cNvSpPr txBox="1"/>
            <p:nvPr/>
          </p:nvSpPr>
          <p:spPr>
            <a:xfrm>
              <a:off x="2615856" y="6515081"/>
              <a:ext cx="2439758" cy="201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D4ECE5-982D-D9ED-B330-EAFE41FEB80E}"/>
              </a:ext>
            </a:extLst>
          </p:cNvPr>
          <p:cNvGrpSpPr/>
          <p:nvPr/>
        </p:nvGrpSpPr>
        <p:grpSpPr>
          <a:xfrm>
            <a:off x="7568209" y="4088972"/>
            <a:ext cx="4142347" cy="4241108"/>
            <a:chOff x="8413042" y="4095040"/>
            <a:chExt cx="4142347" cy="4241108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6558F35-5A30-E309-0744-E3D8E26BB9DB}"/>
                </a:ext>
              </a:extLst>
            </p:cNvPr>
            <p:cNvGrpSpPr/>
            <p:nvPr/>
          </p:nvGrpSpPr>
          <p:grpSpPr>
            <a:xfrm>
              <a:off x="8413042" y="4095040"/>
              <a:ext cx="4142347" cy="4241108"/>
              <a:chOff x="-238634" y="-38100"/>
              <a:chExt cx="1090989" cy="11170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55D11F4F-55F0-F0E7-E16A-CF00E77E3307}"/>
                  </a:ext>
                </a:extLst>
              </p:cNvPr>
              <p:cNvSpPr/>
              <p:nvPr/>
            </p:nvSpPr>
            <p:spPr>
              <a:xfrm>
                <a:off x="-238634" y="8884"/>
                <a:ext cx="852355" cy="1070016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9B86736D-8650-8DD8-0E2E-425CC74E2F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C851EAB-00C2-A3D7-6C50-EE3E01417695}"/>
                </a:ext>
              </a:extLst>
            </p:cNvPr>
            <p:cNvSpPr txBox="1"/>
            <p:nvPr/>
          </p:nvSpPr>
          <p:spPr>
            <a:xfrm>
              <a:off x="8743390" y="6381867"/>
              <a:ext cx="2600556" cy="13542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ct val="100000"/>
                </a:lnSpc>
                <a:buFont typeface="Wingdings" panose="05000000000000000000" pitchFamily="2" charset="2"/>
                <a:buChar char="Ø"/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Borrow &amp; return system with automatic fine calculation.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473E1C6-85CC-0870-97F8-581321FDD91F}"/>
              </a:ext>
            </a:extLst>
          </p:cNvPr>
          <p:cNvGrpSpPr/>
          <p:nvPr/>
        </p:nvGrpSpPr>
        <p:grpSpPr>
          <a:xfrm>
            <a:off x="3932990" y="4271475"/>
            <a:ext cx="3236284" cy="4062716"/>
            <a:chOff x="5651895" y="4363527"/>
            <a:chExt cx="3236284" cy="406271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2F003B3-72C8-95BB-FBAD-3DC0FFF8332B}"/>
                </a:ext>
              </a:extLst>
            </p:cNvPr>
            <p:cNvGrpSpPr/>
            <p:nvPr/>
          </p:nvGrpSpPr>
          <p:grpSpPr>
            <a:xfrm>
              <a:off x="5651895" y="4363527"/>
              <a:ext cx="3236284" cy="4062716"/>
              <a:chOff x="0" y="0"/>
              <a:chExt cx="852355" cy="1070016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DA576CC-E509-45B8-BBE9-18B012D49A29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70016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48699F">
                  <a:alpha val="75686"/>
                </a:srgbClr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167D919-74B6-8B21-93D8-F9F722E8DD1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9C2DD7B-7655-12F8-B263-55DEE3BF1B10}"/>
                </a:ext>
              </a:extLst>
            </p:cNvPr>
            <p:cNvSpPr txBox="1"/>
            <p:nvPr/>
          </p:nvSpPr>
          <p:spPr>
            <a:xfrm>
              <a:off x="6131258" y="6514849"/>
              <a:ext cx="2439758" cy="201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endPara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836E76-6A3D-8703-4E0F-4ACE43827B5D}"/>
              </a:ext>
            </a:extLst>
          </p:cNvPr>
          <p:cNvGrpSpPr/>
          <p:nvPr/>
        </p:nvGrpSpPr>
        <p:grpSpPr>
          <a:xfrm>
            <a:off x="11170852" y="4267363"/>
            <a:ext cx="3312813" cy="4078041"/>
            <a:chOff x="12819372" y="4273456"/>
            <a:chExt cx="3236288" cy="4064747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714E426-1D3C-482C-6349-633932041BFF}"/>
                </a:ext>
              </a:extLst>
            </p:cNvPr>
            <p:cNvGrpSpPr/>
            <p:nvPr/>
          </p:nvGrpSpPr>
          <p:grpSpPr>
            <a:xfrm>
              <a:off x="12819372" y="4273456"/>
              <a:ext cx="3236288" cy="4064747"/>
              <a:chOff x="0" y="-38654"/>
              <a:chExt cx="852356" cy="110867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6A324DE6-B104-CD05-8861-370EA1ACE925}"/>
                  </a:ext>
                </a:extLst>
              </p:cNvPr>
              <p:cNvSpPr/>
              <p:nvPr/>
            </p:nvSpPr>
            <p:spPr>
              <a:xfrm>
                <a:off x="1" y="-38654"/>
                <a:ext cx="852355" cy="1108670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48699F">
                  <a:alpha val="75686"/>
                </a:srgbClr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BD3AE8AB-F01A-EB05-C8A0-0155B6E61C8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52DBAA8-76F5-7CB2-C29F-C6E6BBDFFB9A}"/>
                </a:ext>
              </a:extLst>
            </p:cNvPr>
            <p:cNvSpPr txBox="1"/>
            <p:nvPr/>
          </p:nvSpPr>
          <p:spPr>
            <a:xfrm>
              <a:off x="13033634" y="6421864"/>
              <a:ext cx="2600870" cy="10123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lvl="0" indent="-285750">
                <a:lnSpc>
                  <a:spcPct val="100000"/>
                </a:lnSpc>
                <a:buFont typeface="Wingdings" panose="05000000000000000000" pitchFamily="2" charset="2"/>
                <a:buChar char="Ø"/>
              </a:pPr>
              <a:r>
                <a:rPr lang="en-US" sz="2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React-based modern UI with real-time updates.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B48F2B5-EE2E-B1A0-99CF-97A5A07846FF}"/>
              </a:ext>
            </a:extLst>
          </p:cNvPr>
          <p:cNvGrpSpPr/>
          <p:nvPr/>
        </p:nvGrpSpPr>
        <p:grpSpPr>
          <a:xfrm>
            <a:off x="14820902" y="4126814"/>
            <a:ext cx="4052202" cy="4241108"/>
            <a:chOff x="8503187" y="4095040"/>
            <a:chExt cx="4052202" cy="4241108"/>
          </a:xfrm>
        </p:grpSpPr>
        <p:grpSp>
          <p:nvGrpSpPr>
            <p:cNvPr id="45" name="Group 6">
              <a:extLst>
                <a:ext uri="{FF2B5EF4-FFF2-40B4-BE49-F238E27FC236}">
                  <a16:creationId xmlns:a16="http://schemas.microsoft.com/office/drawing/2014/main" id="{67599B33-B33C-6190-E476-F11F67F2D198}"/>
                </a:ext>
              </a:extLst>
            </p:cNvPr>
            <p:cNvGrpSpPr/>
            <p:nvPr/>
          </p:nvGrpSpPr>
          <p:grpSpPr>
            <a:xfrm>
              <a:off x="8503187" y="4095040"/>
              <a:ext cx="4052202" cy="4241108"/>
              <a:chOff x="-214892" y="-38100"/>
              <a:chExt cx="1067247" cy="1117000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48C640B2-9013-0CD8-E22F-A76CD9A3CDEF}"/>
                  </a:ext>
                </a:extLst>
              </p:cNvPr>
              <p:cNvSpPr/>
              <p:nvPr/>
            </p:nvSpPr>
            <p:spPr>
              <a:xfrm>
                <a:off x="-214892" y="8884"/>
                <a:ext cx="852355" cy="1070016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70016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22171"/>
                    </a:lnTo>
                    <a:cubicBezTo>
                      <a:pt x="852355" y="1048595"/>
                      <a:pt x="830934" y="1070016"/>
                      <a:pt x="804510" y="1070016"/>
                    </a:cubicBezTo>
                    <a:lnTo>
                      <a:pt x="47845" y="1070016"/>
                    </a:lnTo>
                    <a:cubicBezTo>
                      <a:pt x="35155" y="1070016"/>
                      <a:pt x="22986" y="1064975"/>
                      <a:pt x="14013" y="1056003"/>
                    </a:cubicBezTo>
                    <a:cubicBezTo>
                      <a:pt x="5041" y="1047030"/>
                      <a:pt x="0" y="1034861"/>
                      <a:pt x="0" y="1022171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50" name="TextBox 8">
                <a:extLst>
                  <a:ext uri="{FF2B5EF4-FFF2-40B4-BE49-F238E27FC236}">
                    <a16:creationId xmlns:a16="http://schemas.microsoft.com/office/drawing/2014/main" id="{0E77820D-4864-7C9D-8C3B-C1546D8014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08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47" name="TextBox 23">
              <a:extLst>
                <a:ext uri="{FF2B5EF4-FFF2-40B4-BE49-F238E27FC236}">
                  <a16:creationId xmlns:a16="http://schemas.microsoft.com/office/drawing/2014/main" id="{35FDBFEF-872A-A61F-60AC-57CA1D5DA603}"/>
                </a:ext>
              </a:extLst>
            </p:cNvPr>
            <p:cNvSpPr txBox="1"/>
            <p:nvPr/>
          </p:nvSpPr>
          <p:spPr>
            <a:xfrm>
              <a:off x="8693685" y="6367150"/>
              <a:ext cx="2676431" cy="10156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ct val="100000"/>
                </a:lnSpc>
                <a:buFont typeface="Wingdings" panose="05000000000000000000" pitchFamily="2" charset="2"/>
                <a:buChar char="Ø"/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Seamless integration between frontend and backend.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6317787-2782-ED4E-F650-C77491325904}"/>
              </a:ext>
            </a:extLst>
          </p:cNvPr>
          <p:cNvSpPr txBox="1"/>
          <p:nvPr/>
        </p:nvSpPr>
        <p:spPr>
          <a:xfrm>
            <a:off x="486089" y="6357357"/>
            <a:ext cx="26659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(add, view, delete, availability).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CE374E-549A-8FDA-4879-44C0527BA933}"/>
              </a:ext>
            </a:extLst>
          </p:cNvPr>
          <p:cNvSpPr txBox="1"/>
          <p:nvPr/>
        </p:nvSpPr>
        <p:spPr>
          <a:xfrm>
            <a:off x="4181539" y="6398924"/>
            <a:ext cx="2608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management with loan rules.</a:t>
            </a:r>
          </a:p>
        </p:txBody>
      </p:sp>
      <p:sp>
        <p:nvSpPr>
          <p:cNvPr id="54" name="AutoShape 12" descr="Files Icon #362722 - Free Icons Library">
            <a:extLst>
              <a:ext uri="{FF2B5EF4-FFF2-40B4-BE49-F238E27FC236}">
                <a16:creationId xmlns:a16="http://schemas.microsoft.com/office/drawing/2014/main" id="{51ADBEC7-EF60-1DEA-8EAC-C51D57B37D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" name="AutoShape 14" descr="File Document Vector SVG Icon - SVG Repo">
            <a:extLst>
              <a:ext uri="{FF2B5EF4-FFF2-40B4-BE49-F238E27FC236}">
                <a16:creationId xmlns:a16="http://schemas.microsoft.com/office/drawing/2014/main" id="{B4BF2E8E-2DD0-D360-2D14-7ADAF584F7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" name="AutoShape 16" descr="File Document Vector SVG Icon - SVG Repo">
            <a:extLst>
              <a:ext uri="{FF2B5EF4-FFF2-40B4-BE49-F238E27FC236}">
                <a16:creationId xmlns:a16="http://schemas.microsoft.com/office/drawing/2014/main" id="{EEE60CD2-EBE0-0251-E79D-435A911BF5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96400" y="5295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" name="AutoShape 8" descr="Book Icon PNG, Vector, PSD, and Clipart With Transparent Background for ...">
            <a:extLst>
              <a:ext uri="{FF2B5EF4-FFF2-40B4-BE49-F238E27FC236}">
                <a16:creationId xmlns:a16="http://schemas.microsoft.com/office/drawing/2014/main" id="{ED08C541-93D0-1D28-65B3-E995F1519A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48800" y="5448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8" name="Picture 3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A36E5FF-66B5-2164-C475-0B3D8A0DFC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835" y="4709730"/>
            <a:ext cx="1285653" cy="1285653"/>
          </a:xfrm>
          <a:prstGeom prst="rect">
            <a:avLst/>
          </a:prstGeom>
        </p:spPr>
      </p:pic>
      <p:pic>
        <p:nvPicPr>
          <p:cNvPr id="40" name="Picture 3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C1D5D14-86B7-57B3-BE5D-C2C98D364E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087" y="4542065"/>
            <a:ext cx="1545663" cy="1453318"/>
          </a:xfrm>
          <a:prstGeom prst="rect">
            <a:avLst/>
          </a:prstGeom>
        </p:spPr>
      </p:pic>
      <p:pic>
        <p:nvPicPr>
          <p:cNvPr id="42" name="Picture 4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C3BC9FE-868C-B28F-F5AA-4F5BFB0B67A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967" y="4835716"/>
            <a:ext cx="1319480" cy="105064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05F7971-BFED-7ACA-0192-6A3295333E0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5283" y="4709730"/>
            <a:ext cx="1704581" cy="1171775"/>
          </a:xfrm>
          <a:prstGeom prst="rect">
            <a:avLst/>
          </a:prstGeom>
        </p:spPr>
      </p:pic>
      <p:pic>
        <p:nvPicPr>
          <p:cNvPr id="57" name="Picture 5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C56BAC0-8FD6-F142-41FA-B6E8B607780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134" y="4709730"/>
            <a:ext cx="1536426" cy="11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26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2C197-63D6-633D-CD63-28058AC4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34EB4E-F70A-2E6C-7703-9E8698CC66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72D3EA8-C907-A5BD-A62E-9C4359590459}"/>
              </a:ext>
            </a:extLst>
          </p:cNvPr>
          <p:cNvSpPr txBox="1"/>
          <p:nvPr/>
        </p:nvSpPr>
        <p:spPr>
          <a:xfrm>
            <a:off x="3642797" y="1021113"/>
            <a:ext cx="11002403" cy="109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Times New Roman" panose="02020603050405020304" pitchFamily="18" charset="0"/>
                <a:sym typeface="Montserrat Bold"/>
              </a:rPr>
              <a:t>ADVANTAGES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DF66FB1-A3C9-7000-7F68-5B9E6496976A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5DADB7D-4D77-B160-B0B0-C31BCE6EDC18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6E060610-61A7-462D-B6B4-558D50A239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665093"/>
              </p:ext>
            </p:extLst>
          </p:nvPr>
        </p:nvGraphicFramePr>
        <p:xfrm>
          <a:off x="4368017" y="2374230"/>
          <a:ext cx="9551962" cy="7441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43981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017A9-27C3-3335-B547-88BC15446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E0E004-2BFE-3DE9-CBD3-F98723A16C6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22F24FB-072D-AE08-ACD8-49825DCFB23B}"/>
              </a:ext>
            </a:extLst>
          </p:cNvPr>
          <p:cNvSpPr txBox="1"/>
          <p:nvPr/>
        </p:nvSpPr>
        <p:spPr>
          <a:xfrm>
            <a:off x="2522264" y="650550"/>
            <a:ext cx="13243470" cy="1073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FUTURE ENHANCEMENTS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6CEF31C-AB9D-0302-468D-7FC1A279DB15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2CE78F3-B222-B716-E617-CDCC2B311944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02E46292-0A4D-7F12-245A-520C54DE03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292772"/>
              </p:ext>
            </p:extLst>
          </p:nvPr>
        </p:nvGraphicFramePr>
        <p:xfrm>
          <a:off x="2819399" y="1851327"/>
          <a:ext cx="12649200" cy="822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36793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7FD0B-504E-329D-2BA9-03C6514F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8B98D8-F548-86A3-5013-831ADB6BEF7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13DA712-1667-1367-F036-E1D7965ACB89}"/>
              </a:ext>
            </a:extLst>
          </p:cNvPr>
          <p:cNvSpPr txBox="1"/>
          <p:nvPr/>
        </p:nvSpPr>
        <p:spPr>
          <a:xfrm>
            <a:off x="6126699" y="1287775"/>
            <a:ext cx="6034602" cy="1073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Imprint MT Shadow" panose="04020605060303030202" pitchFamily="82" charset="0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B02564D-79AF-985C-E7F6-14BF382746B4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D5305C4-3E70-9A04-2BBD-D532888A55B9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4ED13C0-F751-37D5-3212-7D6041F08279}"/>
              </a:ext>
            </a:extLst>
          </p:cNvPr>
          <p:cNvSpPr txBox="1"/>
          <p:nvPr/>
        </p:nvSpPr>
        <p:spPr>
          <a:xfrm>
            <a:off x="4267200" y="3222144"/>
            <a:ext cx="10744200" cy="4633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full-stack web-based library management system.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with Django REST Framework and React.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backend and frontend via REST APIs.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real-world features like borrowing, returning, and fines.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scalable foundation for future improvements.</a:t>
            </a:r>
          </a:p>
          <a:p>
            <a:pPr algn="ctr">
              <a:lnSpc>
                <a:spcPts val="2499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277372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EA3E-6474-1A23-BF69-10D92FC15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C6C148-C2AC-8777-2BB1-972BB3DC6A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8EE0341-A143-5356-CBC7-6B7C47319F5A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E2A6544-B5B5-247C-B1FE-89F6598DE0E8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A31F0-CCDC-E262-02B0-1E5818A2C3B4}"/>
              </a:ext>
            </a:extLst>
          </p:cNvPr>
          <p:cNvSpPr txBox="1"/>
          <p:nvPr/>
        </p:nvSpPr>
        <p:spPr>
          <a:xfrm>
            <a:off x="5023384" y="4358670"/>
            <a:ext cx="82412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1"/>
                </a:solidFill>
                <a:latin typeface="Imprint MT Shadow" panose="040206050603030302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91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4266</TotalTime>
  <Words>1490</Words>
  <Application>Microsoft Office PowerPoint</Application>
  <PresentationFormat>Custom</PresentationFormat>
  <Paragraphs>199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Times New Roman</vt:lpstr>
      <vt:lpstr>Imprint MT Shadow</vt:lpstr>
      <vt:lpstr>Calibri</vt:lpstr>
      <vt:lpstr>Arial</vt:lpstr>
      <vt:lpstr>Montserrat</vt:lpstr>
      <vt:lpstr>Montserrat Bold</vt:lpstr>
      <vt:lpstr>Wingdings</vt:lpstr>
      <vt:lpstr>Office Theme</vt:lpstr>
      <vt:lpstr>PowerPoint Presentation</vt:lpstr>
      <vt:lpstr>OVERVIEW</vt:lpstr>
      <vt:lpstr>OBJECTIVES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Business Presentation</dc:title>
  <dc:creator>Deekshitha, Raja</dc:creator>
  <cp:lastModifiedBy>Deekshitha, Raja</cp:lastModifiedBy>
  <cp:revision>12</cp:revision>
  <dcterms:created xsi:type="dcterms:W3CDTF">2006-08-16T00:00:00Z</dcterms:created>
  <dcterms:modified xsi:type="dcterms:W3CDTF">2025-09-15T09:34:43Z</dcterms:modified>
  <dc:identifier>DAGywTAp9Rg</dc:identifier>
</cp:coreProperties>
</file>